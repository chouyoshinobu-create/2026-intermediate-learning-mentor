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8" r:id="rId1"/>
  </p:sldMasterIdLst>
  <p:notesMasterIdLst>
    <p:notesMasterId r:id="rId16"/>
  </p:notesMasterIdLst>
  <p:handoutMasterIdLst>
    <p:handoutMasterId r:id="rId17"/>
  </p:handoutMasterIdLst>
  <p:sldIdLst>
    <p:sldId id="274" r:id="rId2"/>
    <p:sldId id="359" r:id="rId3"/>
    <p:sldId id="373" r:id="rId4"/>
    <p:sldId id="351" r:id="rId5"/>
    <p:sldId id="374" r:id="rId6"/>
    <p:sldId id="358" r:id="rId7"/>
    <p:sldId id="370" r:id="rId8"/>
    <p:sldId id="346" r:id="rId9"/>
    <p:sldId id="347" r:id="rId10"/>
    <p:sldId id="354" r:id="rId11"/>
    <p:sldId id="355" r:id="rId12"/>
    <p:sldId id="343" r:id="rId13"/>
    <p:sldId id="342" r:id="rId14"/>
    <p:sldId id="264" r:id="rId15"/>
  </p:sldIdLst>
  <p:sldSz cx="24384000" cy="13716000"/>
  <p:notesSz cx="6858000" cy="9144000"/>
  <p:embeddedFontLst>
    <p:embeddedFont>
      <p:font typeface="BIZ UDPGothic" panose="020B0400000000000000" pitchFamily="50" charset="-128"/>
      <p:regular r:id="rId18"/>
      <p:bold r:id="rId19"/>
    </p:embeddedFont>
    <p:embeddedFont>
      <p:font typeface="BIZ UDGothic" panose="020B0400000000000000" pitchFamily="49" charset="-128"/>
      <p:regular r:id="rId20"/>
      <p:bold r:id="rId21"/>
    </p:embeddedFont>
    <p:embeddedFont>
      <p:font typeface="Gen Jyuu GothicL Bold" panose="020B0600070205080204" charset="-128"/>
      <p:bold r:id="rId22"/>
    </p:embeddedFont>
    <p:embeddedFont>
      <p:font typeface="HGPSoeiKakugothicUB" panose="020B0900000000000000" pitchFamily="50" charset="-128"/>
      <p:regular r:id="rId23"/>
    </p:embeddedFont>
    <p:embeddedFont>
      <p:font typeface="Gen Jyuu Gothic Bold" panose="020B0602020203020207" pitchFamily="50" charset="-128"/>
      <p:bold r:id="rId24"/>
    </p:embeddedFont>
    <p:embeddedFont>
      <p:font typeface="Microsoft JhengHei" panose="020B0604030504040204" pitchFamily="34" charset="-120"/>
      <p:regular r:id="rId25"/>
      <p:bold r:id="rId26"/>
    </p:embeddedFont>
    <p:embeddedFont>
      <p:font typeface="Microsoft JhengHei Light" panose="020B0304030504040204" pitchFamily="34" charset="-120"/>
      <p:regular r:id="rId27"/>
    </p:embeddedFont>
    <p:embeddedFont>
      <p:font typeface="Microsoft Yahei" panose="020B0503020204020204" pitchFamily="34" charset="-122"/>
      <p:regular r:id="rId28"/>
      <p:bold r:id="rId29"/>
    </p:embeddedFont>
    <p:embeddedFont>
      <p:font typeface="Wingdings 2" panose="05020102010507070707" pitchFamily="18" charset="2"/>
      <p:regular r:id="rId3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 uri="http://customooxmlschemas.google.com/">
      <go:slidesCustomData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xmlns="" r:id="rId31" roundtripDataSignature="AMtx7mgWneN2Aa4XZ32EnoSuaD2gv1ski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C85C9"/>
    <a:srgbClr val="2289CB"/>
    <a:srgbClr val="288CCC"/>
    <a:srgbClr val="E46D4B"/>
    <a:srgbClr val="F2F2F2"/>
    <a:srgbClr val="3B3838"/>
    <a:srgbClr val="EF8759"/>
    <a:srgbClr val="000000"/>
    <a:srgbClr val="7F7F7F"/>
    <a:srgbClr val="D8D09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A488322-F2BA-4B5B-9748-0D474271808F}" styleName="中等深淺樣式 3 - 輔色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21E4AEA4-8DFA-4A89-87EB-49C32662AFE0}" styleName="中等深淺樣式 2 - 輔色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3296810-A885-4BE3-A3E7-6D5BEEA58F35}" styleName="中等深淺樣式 2 - 輔色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16D9F66E-5EB9-4882-86FB-DCBF35E3C3E4}" styleName="中等深淺樣式 4 - 輔色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2D5ABB26-0587-4C30-8999-92F81FD0307C}" styleName="無樣式、無格線">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35" d="100"/>
          <a:sy n="35" d="100"/>
        </p:scale>
        <p:origin x="460" y="88"/>
      </p:cViewPr>
      <p:guideLst/>
    </p:cSldViewPr>
  </p:slideViewPr>
  <p:notesTextViewPr>
    <p:cViewPr>
      <p:scale>
        <a:sx n="1" d="1"/>
        <a:sy n="1" d="1"/>
      </p:scale>
      <p:origin x="0" y="0"/>
    </p:cViewPr>
  </p:notesTextViewPr>
  <p:notesViewPr>
    <p:cSldViewPr snapToGrid="0">
      <p:cViewPr>
        <p:scale>
          <a:sx n="1" d="2"/>
          <a:sy n="1" d="2"/>
        </p:scale>
        <p:origin x="4632" y="1056"/>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font" Target="fonts/font9.fntdata"/><Relationship Id="rId3" Type="http://schemas.openxmlformats.org/officeDocument/2006/relationships/slide" Target="slides/slide2.xml"/><Relationship Id="rId21" Type="http://schemas.openxmlformats.org/officeDocument/2006/relationships/font" Target="fonts/font4.fntdata"/><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handoutMaster" Target="handoutMasters/handoutMaster1.xml"/><Relationship Id="rId25" Type="http://schemas.openxmlformats.org/officeDocument/2006/relationships/font" Target="fonts/font8.fntdata"/><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font" Target="fonts/font3.fntdata"/><Relationship Id="rId29" Type="http://schemas.openxmlformats.org/officeDocument/2006/relationships/font" Target="fonts/font1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font" Target="fonts/font11.fntdata"/><Relationship Id="rId36"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font" Target="fonts/font2.fntdata"/><Relationship Id="rId31" Type="http://customschemas.google.com/relationships/presentationmetadata" Target="meta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font" Target="fonts/font10.fntdata"/><Relationship Id="rId30" Type="http://schemas.openxmlformats.org/officeDocument/2006/relationships/font" Target="fonts/font13.fntdata"/><Relationship Id="rId35" Type="http://schemas.openxmlformats.org/officeDocument/2006/relationships/tableStyles" Target="tableStyle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嘉展 張" userId="56c0cc265fef7f12" providerId="LiveId" clId="{213D5065-CE67-4765-9BDB-C6C7D26EE3E2}"/>
    <pc:docChg chg="undo custSel addSld delSld modSld modMainMaster">
      <pc:chgData name="嘉展 張" userId="56c0cc265fef7f12" providerId="LiveId" clId="{213D5065-CE67-4765-9BDB-C6C7D26EE3E2}" dt="2025-07-13T11:08:57.250" v="210" actId="5793"/>
      <pc:docMkLst>
        <pc:docMk/>
      </pc:docMkLst>
      <pc:sldChg chg="modSp mod">
        <pc:chgData name="嘉展 張" userId="56c0cc265fef7f12" providerId="LiveId" clId="{213D5065-CE67-4765-9BDB-C6C7D26EE3E2}" dt="2025-07-13T10:51:19.674" v="22" actId="20577"/>
        <pc:sldMkLst>
          <pc:docMk/>
          <pc:sldMk cId="1698366788" sldId="274"/>
        </pc:sldMkLst>
      </pc:sldChg>
      <pc:sldChg chg="del">
        <pc:chgData name="嘉展 張" userId="56c0cc265fef7f12" providerId="LiveId" clId="{213D5065-CE67-4765-9BDB-C6C7D26EE3E2}" dt="2025-07-13T11:03:34.371" v="156" actId="47"/>
        <pc:sldMkLst>
          <pc:docMk/>
          <pc:sldMk cId="3752334464" sldId="345"/>
        </pc:sldMkLst>
      </pc:sldChg>
      <pc:sldChg chg="modSp mod">
        <pc:chgData name="嘉展 張" userId="56c0cc265fef7f12" providerId="LiveId" clId="{213D5065-CE67-4765-9BDB-C6C7D26EE3E2}" dt="2025-07-13T11:04:58.661" v="171" actId="15"/>
        <pc:sldMkLst>
          <pc:docMk/>
          <pc:sldMk cId="1115666099" sldId="346"/>
        </pc:sldMkLst>
      </pc:sldChg>
      <pc:sldChg chg="modSp mod">
        <pc:chgData name="嘉展 張" userId="56c0cc265fef7f12" providerId="LiveId" clId="{213D5065-CE67-4765-9BDB-C6C7D26EE3E2}" dt="2025-07-13T11:05:22.088" v="174"/>
        <pc:sldMkLst>
          <pc:docMk/>
          <pc:sldMk cId="3822570613" sldId="347"/>
        </pc:sldMkLst>
      </pc:sldChg>
      <pc:sldChg chg="modSp mod">
        <pc:chgData name="嘉展 張" userId="56c0cc265fef7f12" providerId="LiveId" clId="{213D5065-CE67-4765-9BDB-C6C7D26EE3E2}" dt="2025-07-13T11:03:30.555" v="155" actId="207"/>
        <pc:sldMkLst>
          <pc:docMk/>
          <pc:sldMk cId="732333138" sldId="351"/>
        </pc:sldMkLst>
      </pc:sldChg>
      <pc:sldChg chg="modSp mod">
        <pc:chgData name="嘉展 張" userId="56c0cc265fef7f12" providerId="LiveId" clId="{213D5065-CE67-4765-9BDB-C6C7D26EE3E2}" dt="2025-07-13T11:06:17.774" v="180" actId="207"/>
        <pc:sldMkLst>
          <pc:docMk/>
          <pc:sldMk cId="2503062332" sldId="354"/>
        </pc:sldMkLst>
      </pc:sldChg>
      <pc:sldChg chg="modSp mod">
        <pc:chgData name="嘉展 張" userId="56c0cc265fef7f12" providerId="LiveId" clId="{213D5065-CE67-4765-9BDB-C6C7D26EE3E2}" dt="2025-07-13T11:06:01.834" v="179"/>
        <pc:sldMkLst>
          <pc:docMk/>
          <pc:sldMk cId="2169278876" sldId="355"/>
        </pc:sldMkLst>
      </pc:sldChg>
      <pc:sldChg chg="delSp modSp mod">
        <pc:chgData name="嘉展 張" userId="56c0cc265fef7f12" providerId="LiveId" clId="{213D5065-CE67-4765-9BDB-C6C7D26EE3E2}" dt="2025-07-13T11:04:26.703" v="166"/>
        <pc:sldMkLst>
          <pc:docMk/>
          <pc:sldMk cId="4193172206" sldId="358"/>
        </pc:sldMkLst>
      </pc:sldChg>
      <pc:sldChg chg="modSp mod">
        <pc:chgData name="嘉展 張" userId="56c0cc265fef7f12" providerId="LiveId" clId="{213D5065-CE67-4765-9BDB-C6C7D26EE3E2}" dt="2025-07-13T11:00:14.015" v="60" actId="207"/>
        <pc:sldMkLst>
          <pc:docMk/>
          <pc:sldMk cId="3585428774" sldId="359"/>
        </pc:sldMkLst>
      </pc:sldChg>
      <pc:sldChg chg="modSp mod">
        <pc:chgData name="嘉展 張" userId="56c0cc265fef7f12" providerId="LiveId" clId="{213D5065-CE67-4765-9BDB-C6C7D26EE3E2}" dt="2025-07-13T11:00:07.921" v="59"/>
        <pc:sldMkLst>
          <pc:docMk/>
          <pc:sldMk cId="3330119125" sldId="366"/>
        </pc:sldMkLst>
      </pc:sldChg>
      <pc:sldChg chg="del">
        <pc:chgData name="嘉展 張" userId="56c0cc265fef7f12" providerId="LiveId" clId="{213D5065-CE67-4765-9BDB-C6C7D26EE3E2}" dt="2025-07-13T11:03:34.371" v="156" actId="47"/>
        <pc:sldMkLst>
          <pc:docMk/>
          <pc:sldMk cId="1054572155" sldId="368"/>
        </pc:sldMkLst>
      </pc:sldChg>
      <pc:sldChg chg="add">
        <pc:chgData name="嘉展 張" userId="56c0cc265fef7f12" providerId="LiveId" clId="{213D5065-CE67-4765-9BDB-C6C7D26EE3E2}" dt="2025-07-13T11:03:27.459" v="154"/>
        <pc:sldMkLst>
          <pc:docMk/>
          <pc:sldMk cId="3880434486" sldId="369"/>
        </pc:sldMkLst>
      </pc:sldChg>
      <pc:sldChg chg="modSp add mod">
        <pc:chgData name="嘉展 張" userId="56c0cc265fef7f12" providerId="LiveId" clId="{213D5065-CE67-4765-9BDB-C6C7D26EE3E2}" dt="2025-07-13T11:04:43.531" v="169"/>
        <pc:sldMkLst>
          <pc:docMk/>
          <pc:sldMk cId="988387482" sldId="370"/>
        </pc:sldMkLst>
      </pc:sldChg>
      <pc:sldMasterChg chg="modSldLayout">
        <pc:chgData name="嘉展 張" userId="56c0cc265fef7f12" providerId="LiveId" clId="{213D5065-CE67-4765-9BDB-C6C7D26EE3E2}" dt="2025-07-13T10:51:41.973" v="33" actId="20577"/>
        <pc:sldMasterMkLst>
          <pc:docMk/>
          <pc:sldMasterMk cId="2733321511" sldId="2147483688"/>
        </pc:sldMasterMkLst>
        <pc:sldLayoutChg chg="modSp mod">
          <pc:chgData name="嘉展 張" userId="56c0cc265fef7f12" providerId="LiveId" clId="{213D5065-CE67-4765-9BDB-C6C7D26EE3E2}" dt="2025-07-13T10:51:41.973" v="33" actId="20577"/>
          <pc:sldLayoutMkLst>
            <pc:docMk/>
            <pc:sldMasterMk cId="2733321511" sldId="2147483688"/>
            <pc:sldLayoutMk cId="2749409723" sldId="2147483690"/>
          </pc:sldLayoutMkLst>
        </pc:sldLayoutChg>
      </pc:sldMasterChg>
    </pc:docChg>
  </pc:docChgLst>
  <pc:docChgLst>
    <pc:chgData name="嘉展 張" userId="56c0cc265fef7f12" providerId="LiveId" clId="{FC3B12ED-B978-4741-8F4E-ACC995148FC2}"/>
    <pc:docChg chg="undo custSel modSld">
      <pc:chgData name="嘉展 張" userId="56c0cc265fef7f12" providerId="LiveId" clId="{FC3B12ED-B978-4741-8F4E-ACC995148FC2}" dt="2025-07-07T04:22:08.380" v="43" actId="207"/>
      <pc:docMkLst>
        <pc:docMk/>
      </pc:docMkLst>
      <pc:sldChg chg="addSp delSp modSp mod">
        <pc:chgData name="嘉展 張" userId="56c0cc265fef7f12" providerId="LiveId" clId="{FC3B12ED-B978-4741-8F4E-ACC995148FC2}" dt="2025-07-07T04:20:44.928" v="23" actId="207"/>
        <pc:sldMkLst>
          <pc:docMk/>
          <pc:sldMk cId="0" sldId="264"/>
        </pc:sldMkLst>
      </pc:sldChg>
      <pc:sldChg chg="modSp mod">
        <pc:chgData name="嘉展 張" userId="56c0cc265fef7f12" providerId="LiveId" clId="{FC3B12ED-B978-4741-8F4E-ACC995148FC2}" dt="2025-07-07T04:19:17.917" v="6" actId="207"/>
        <pc:sldMkLst>
          <pc:docMk/>
          <pc:sldMk cId="516855969" sldId="328"/>
        </pc:sldMkLst>
      </pc:sldChg>
      <pc:sldChg chg="modSp mod">
        <pc:chgData name="嘉展 張" userId="56c0cc265fef7f12" providerId="LiveId" clId="{FC3B12ED-B978-4741-8F4E-ACC995148FC2}" dt="2025-07-07T04:19:30.362" v="10" actId="207"/>
        <pc:sldMkLst>
          <pc:docMk/>
          <pc:sldMk cId="1848417769" sldId="329"/>
        </pc:sldMkLst>
      </pc:sldChg>
      <pc:sldChg chg="modSp mod">
        <pc:chgData name="嘉展 張" userId="56c0cc265fef7f12" providerId="LiveId" clId="{FC3B12ED-B978-4741-8F4E-ACC995148FC2}" dt="2025-07-07T04:19:24.576" v="8" actId="207"/>
        <pc:sldMkLst>
          <pc:docMk/>
          <pc:sldMk cId="725604826" sldId="330"/>
        </pc:sldMkLst>
      </pc:sldChg>
      <pc:sldChg chg="modSp mod">
        <pc:chgData name="嘉展 張" userId="56c0cc265fef7f12" providerId="LiveId" clId="{FC3B12ED-B978-4741-8F4E-ACC995148FC2}" dt="2025-07-07T04:18:57.079" v="0" actId="207"/>
        <pc:sldMkLst>
          <pc:docMk/>
          <pc:sldMk cId="1652940647" sldId="335"/>
        </pc:sldMkLst>
      </pc:sldChg>
      <pc:sldChg chg="modSp mod">
        <pc:chgData name="嘉展 張" userId="56c0cc265fef7f12" providerId="LiveId" clId="{FC3B12ED-B978-4741-8F4E-ACC995148FC2}" dt="2025-07-07T04:19:06.457" v="2" actId="207"/>
        <pc:sldMkLst>
          <pc:docMk/>
          <pc:sldMk cId="3676040206" sldId="336"/>
        </pc:sldMkLst>
      </pc:sldChg>
      <pc:sldChg chg="modSp mod">
        <pc:chgData name="嘉展 張" userId="56c0cc265fef7f12" providerId="LiveId" clId="{FC3B12ED-B978-4741-8F4E-ACC995148FC2}" dt="2025-07-07T04:22:08.380" v="43" actId="207"/>
        <pc:sldMkLst>
          <pc:docMk/>
          <pc:sldMk cId="2128628793" sldId="337"/>
        </pc:sldMkLst>
      </pc:sldChg>
      <pc:sldChg chg="modSp mod">
        <pc:chgData name="嘉展 張" userId="56c0cc265fef7f12" providerId="LiveId" clId="{FC3B12ED-B978-4741-8F4E-ACC995148FC2}" dt="2025-07-07T04:21:51.077" v="38" actId="207"/>
        <pc:sldMkLst>
          <pc:docMk/>
          <pc:sldMk cId="4036497139" sldId="338"/>
        </pc:sldMkLst>
      </pc:sldChg>
      <pc:sldChg chg="modSp mod">
        <pc:chgData name="嘉展 張" userId="56c0cc265fef7f12" providerId="LiveId" clId="{FC3B12ED-B978-4741-8F4E-ACC995148FC2}" dt="2025-07-07T04:21:32.640" v="32" actId="207"/>
        <pc:sldMkLst>
          <pc:docMk/>
          <pc:sldMk cId="2939669483" sldId="339"/>
        </pc:sldMkLst>
      </pc:sldChg>
      <pc:sldChg chg="modSp mod">
        <pc:chgData name="嘉展 張" userId="56c0cc265fef7f12" providerId="LiveId" clId="{FC3B12ED-B978-4741-8F4E-ACC995148FC2}" dt="2025-07-07T04:21:07.627" v="27" actId="207"/>
        <pc:sldMkLst>
          <pc:docMk/>
          <pc:sldMk cId="1195771477" sldId="340"/>
        </pc:sldMkLst>
      </pc:sldChg>
      <pc:sldChg chg="modSp mod">
        <pc:chgData name="嘉展 張" userId="56c0cc265fef7f12" providerId="LiveId" clId="{FC3B12ED-B978-4741-8F4E-ACC995148FC2}" dt="2025-07-07T04:21:24.340" v="30" actId="207"/>
        <pc:sldMkLst>
          <pc:docMk/>
          <pc:sldMk cId="3653896156" sldId="341"/>
        </pc:sldMkLst>
      </pc:sldChg>
      <pc:sldChg chg="modSp mod">
        <pc:chgData name="嘉展 張" userId="56c0cc265fef7f12" providerId="LiveId" clId="{FC3B12ED-B978-4741-8F4E-ACC995148FC2}" dt="2025-07-07T04:19:43.171" v="12" actId="207"/>
        <pc:sldMkLst>
          <pc:docMk/>
          <pc:sldMk cId="3383698067" sldId="342"/>
        </pc:sldMkLst>
      </pc:sldChg>
      <pc:sldChg chg="modSp mod">
        <pc:chgData name="嘉展 張" userId="56c0cc265fef7f12" providerId="LiveId" clId="{FC3B12ED-B978-4741-8F4E-ACC995148FC2}" dt="2025-07-07T04:20:00.157" v="17" actId="207"/>
        <pc:sldMkLst>
          <pc:docMk/>
          <pc:sldMk cId="345017411" sldId="343"/>
        </pc:sldMkLst>
      </pc:sldChg>
    </pc:docChg>
  </pc:docChgLst>
  <pc:docChgLst>
    <pc:chgData name="嘉展 張" userId="56c0cc265fef7f12" providerId="LiveId" clId="{0BB0EFE5-82D4-4395-89A8-40A71B510EC6}"/>
    <pc:docChg chg="undo custSel addSld delSld modSld modMainMaster">
      <pc:chgData name="嘉展 張" userId="56c0cc265fef7f12" providerId="LiveId" clId="{0BB0EFE5-82D4-4395-89A8-40A71B510EC6}" dt="2025-07-10T11:02:24.083" v="259" actId="108"/>
      <pc:docMkLst>
        <pc:docMk/>
      </pc:docMkLst>
      <pc:sldChg chg="modSp mod">
        <pc:chgData name="嘉展 張" userId="56c0cc265fef7f12" providerId="LiveId" clId="{0BB0EFE5-82D4-4395-89A8-40A71B510EC6}" dt="2025-07-10T10:47:54.091" v="120" actId="207"/>
        <pc:sldMkLst>
          <pc:docMk/>
          <pc:sldMk cId="3676040206" sldId="336"/>
        </pc:sldMkLst>
      </pc:sldChg>
      <pc:sldChg chg="modSp mod">
        <pc:chgData name="嘉展 張" userId="56c0cc265fef7f12" providerId="LiveId" clId="{0BB0EFE5-82D4-4395-89A8-40A71B510EC6}" dt="2025-07-10T10:54:17.972" v="160" actId="20577"/>
        <pc:sldMkLst>
          <pc:docMk/>
          <pc:sldMk cId="4193172206" sldId="358"/>
        </pc:sldMkLst>
      </pc:sldChg>
      <pc:sldChg chg="modSp mod">
        <pc:chgData name="嘉展 張" userId="56c0cc265fef7f12" providerId="LiveId" clId="{0BB0EFE5-82D4-4395-89A8-40A71B510EC6}" dt="2025-07-10T10:45:23.104" v="91" actId="207"/>
        <pc:sldMkLst>
          <pc:docMk/>
          <pc:sldMk cId="3585428774" sldId="359"/>
        </pc:sldMkLst>
      </pc:sldChg>
      <pc:sldChg chg="del">
        <pc:chgData name="嘉展 張" userId="56c0cc265fef7f12" providerId="LiveId" clId="{0BB0EFE5-82D4-4395-89A8-40A71B510EC6}" dt="2025-07-10T10:48:02.987" v="121" actId="47"/>
        <pc:sldMkLst>
          <pc:docMk/>
          <pc:sldMk cId="1907735413" sldId="360"/>
        </pc:sldMkLst>
      </pc:sldChg>
      <pc:sldChg chg="add">
        <pc:chgData name="嘉展 張" userId="56c0cc265fef7f12" providerId="LiveId" clId="{0BB0EFE5-82D4-4395-89A8-40A71B510EC6}" dt="2025-07-10T10:47:50.439" v="119"/>
        <pc:sldMkLst>
          <pc:docMk/>
          <pc:sldMk cId="771378846" sldId="361"/>
        </pc:sldMkLst>
      </pc:sldChg>
    </pc:docChg>
  </pc:docChgLst>
  <pc:docChgLst>
    <pc:chgData name="嘉展 張" userId="56c0cc265fef7f12" providerId="LiveId" clId="{CA2D70FC-5C55-47B2-99B4-B3F2BD8F9BEE}"/>
    <pc:docChg chg="undo custSel addSld delSld modSld sldOrd modMainMaster">
      <pc:chgData name="嘉展 張" userId="56c0cc265fef7f12" providerId="LiveId" clId="{CA2D70FC-5C55-47B2-99B4-B3F2BD8F9BEE}" dt="2025-07-09T09:08:13.713" v="221" actId="207"/>
      <pc:docMkLst>
        <pc:docMk/>
      </pc:docMkLst>
      <pc:sldChg chg="modSp mod">
        <pc:chgData name="嘉展 張" userId="56c0cc265fef7f12" providerId="LiveId" clId="{CA2D70FC-5C55-47B2-99B4-B3F2BD8F9BEE}" dt="2025-07-09T08:53:37.299" v="38"/>
        <pc:sldMkLst>
          <pc:docMk/>
          <pc:sldMk cId="1698366788" sldId="274"/>
        </pc:sldMkLst>
      </pc:sldChg>
      <pc:sldChg chg="modSp mod">
        <pc:chgData name="嘉展 張" userId="56c0cc265fef7f12" providerId="LiveId" clId="{CA2D70FC-5C55-47B2-99B4-B3F2BD8F9BEE}" dt="2025-07-09T09:00:47.384" v="157" actId="207"/>
        <pc:sldMkLst>
          <pc:docMk/>
          <pc:sldMk cId="3676040206" sldId="336"/>
        </pc:sldMkLst>
      </pc:sldChg>
      <pc:sldChg chg="del">
        <pc:chgData name="嘉展 張" userId="56c0cc265fef7f12" providerId="LiveId" clId="{CA2D70FC-5C55-47B2-99B4-B3F2BD8F9BEE}" dt="2025-07-09T08:58:04.032" v="107" actId="47"/>
        <pc:sldMkLst>
          <pc:docMk/>
          <pc:sldMk cId="2128628793" sldId="337"/>
        </pc:sldMkLst>
      </pc:sldChg>
      <pc:sldChg chg="modSp mod">
        <pc:chgData name="嘉展 張" userId="56c0cc265fef7f12" providerId="LiveId" clId="{CA2D70FC-5C55-47B2-99B4-B3F2BD8F9BEE}" dt="2025-07-09T09:07:36.283" v="220" actId="20577"/>
        <pc:sldMkLst>
          <pc:docMk/>
          <pc:sldMk cId="3383698067" sldId="342"/>
        </pc:sldMkLst>
      </pc:sldChg>
      <pc:sldChg chg="modSp mod ord">
        <pc:chgData name="嘉展 張" userId="56c0cc265fef7f12" providerId="LiveId" clId="{CA2D70FC-5C55-47B2-99B4-B3F2BD8F9BEE}" dt="2025-07-09T09:07:28.375" v="218" actId="20577"/>
        <pc:sldMkLst>
          <pc:docMk/>
          <pc:sldMk cId="345017411" sldId="343"/>
        </pc:sldMkLst>
      </pc:sldChg>
      <pc:sldChg chg="modSp mod">
        <pc:chgData name="嘉展 張" userId="56c0cc265fef7f12" providerId="LiveId" clId="{CA2D70FC-5C55-47B2-99B4-B3F2BD8F9BEE}" dt="2025-07-09T09:01:08.659" v="159" actId="15"/>
        <pc:sldMkLst>
          <pc:docMk/>
          <pc:sldMk cId="3752334464" sldId="345"/>
        </pc:sldMkLst>
      </pc:sldChg>
      <pc:sldChg chg="modSp mod">
        <pc:chgData name="嘉展 張" userId="56c0cc265fef7f12" providerId="LiveId" clId="{CA2D70FC-5C55-47B2-99B4-B3F2BD8F9BEE}" dt="2025-07-09T09:03:30.405" v="167" actId="15"/>
        <pc:sldMkLst>
          <pc:docMk/>
          <pc:sldMk cId="1115666099" sldId="346"/>
        </pc:sldMkLst>
      </pc:sldChg>
      <pc:sldChg chg="modSp mod">
        <pc:chgData name="嘉展 張" userId="56c0cc265fef7f12" providerId="LiveId" clId="{CA2D70FC-5C55-47B2-99B4-B3F2BD8F9BEE}" dt="2025-07-09T09:04:04.880" v="171"/>
        <pc:sldMkLst>
          <pc:docMk/>
          <pc:sldMk cId="3822570613" sldId="347"/>
        </pc:sldMkLst>
      </pc:sldChg>
      <pc:sldChg chg="modSp mod">
        <pc:chgData name="嘉展 張" userId="56c0cc265fef7f12" providerId="LiveId" clId="{CA2D70FC-5C55-47B2-99B4-B3F2BD8F9BEE}" dt="2025-07-09T08:58:00.156" v="106" actId="207"/>
        <pc:sldMkLst>
          <pc:docMk/>
          <pc:sldMk cId="732333138" sldId="351"/>
        </pc:sldMkLst>
      </pc:sldChg>
      <pc:sldChg chg="del">
        <pc:chgData name="嘉展 張" userId="56c0cc265fef7f12" providerId="LiveId" clId="{CA2D70FC-5C55-47B2-99B4-B3F2BD8F9BEE}" dt="2025-07-09T08:59:58.138" v="140" actId="47"/>
        <pc:sldMkLst>
          <pc:docMk/>
          <pc:sldMk cId="838783306" sldId="352"/>
        </pc:sldMkLst>
      </pc:sldChg>
      <pc:sldChg chg="del">
        <pc:chgData name="嘉展 張" userId="56c0cc265fef7f12" providerId="LiveId" clId="{CA2D70FC-5C55-47B2-99B4-B3F2BD8F9BEE}" dt="2025-07-09T09:01:18.660" v="162" actId="47"/>
        <pc:sldMkLst>
          <pc:docMk/>
          <pc:sldMk cId="1406075394" sldId="353"/>
        </pc:sldMkLst>
      </pc:sldChg>
      <pc:sldChg chg="modSp mod">
        <pc:chgData name="嘉展 張" userId="56c0cc265fef7f12" providerId="LiveId" clId="{CA2D70FC-5C55-47B2-99B4-B3F2BD8F9BEE}" dt="2025-07-09T09:04:26.024" v="173" actId="15"/>
        <pc:sldMkLst>
          <pc:docMk/>
          <pc:sldMk cId="2503062332" sldId="354"/>
        </pc:sldMkLst>
      </pc:sldChg>
      <pc:sldChg chg="modSp mod">
        <pc:chgData name="嘉展 張" userId="56c0cc265fef7f12" providerId="LiveId" clId="{CA2D70FC-5C55-47B2-99B4-B3F2BD8F9BEE}" dt="2025-07-09T09:04:52.828" v="176"/>
        <pc:sldMkLst>
          <pc:docMk/>
          <pc:sldMk cId="2169278876" sldId="355"/>
        </pc:sldMkLst>
      </pc:sldChg>
      <pc:sldChg chg="add">
        <pc:chgData name="嘉展 張" userId="56c0cc265fef7f12" providerId="LiveId" clId="{CA2D70FC-5C55-47B2-99B4-B3F2BD8F9BEE}" dt="2025-07-09T08:57:55.575" v="105"/>
        <pc:sldMkLst>
          <pc:docMk/>
          <pc:sldMk cId="3052656619" sldId="356"/>
        </pc:sldMkLst>
      </pc:sldChg>
      <pc:sldChg chg="add">
        <pc:chgData name="嘉展 張" userId="56c0cc265fef7f12" providerId="LiveId" clId="{CA2D70FC-5C55-47B2-99B4-B3F2BD8F9BEE}" dt="2025-07-09T09:00:43.843" v="156"/>
        <pc:sldMkLst>
          <pc:docMk/>
          <pc:sldMk cId="185642437" sldId="357"/>
        </pc:sldMkLst>
      </pc:sldChg>
      <pc:sldChg chg="addSp modSp add mod">
        <pc:chgData name="嘉展 張" userId="56c0cc265fef7f12" providerId="LiveId" clId="{CA2D70FC-5C55-47B2-99B4-B3F2BD8F9BEE}" dt="2025-07-09T09:08:13.713" v="221" actId="207"/>
        <pc:sldMkLst>
          <pc:docMk/>
          <pc:sldMk cId="4193172206" sldId="358"/>
        </pc:sldMkLst>
      </pc:sldChg>
      <pc:sldMasterChg chg="modSldLayout">
        <pc:chgData name="嘉展 張" userId="56c0cc265fef7f12" providerId="LiveId" clId="{CA2D70FC-5C55-47B2-99B4-B3F2BD8F9BEE}" dt="2025-07-09T08:54:19.509" v="64" actId="20577"/>
        <pc:sldMasterMkLst>
          <pc:docMk/>
          <pc:sldMasterMk cId="2733321511" sldId="2147483688"/>
        </pc:sldMasterMkLst>
        <pc:sldLayoutChg chg="modSp mod">
          <pc:chgData name="嘉展 張" userId="56c0cc265fef7f12" providerId="LiveId" clId="{CA2D70FC-5C55-47B2-99B4-B3F2BD8F9BEE}" dt="2025-07-09T08:54:19.509" v="64" actId="20577"/>
          <pc:sldLayoutMkLst>
            <pc:docMk/>
            <pc:sldMasterMk cId="2733321511" sldId="2147483688"/>
            <pc:sldLayoutMk cId="2749409723" sldId="2147483690"/>
          </pc:sldLayoutMkLst>
        </pc:sldLayoutChg>
      </pc:sldMasterChg>
    </pc:docChg>
  </pc:docChgLst>
  <pc:docChgLst>
    <pc:chgData name="嘉展 張" userId="56c0cc265fef7f12" providerId="LiveId" clId="{61A3D83D-8E70-4168-93F8-664275C06C64}"/>
    <pc:docChg chg="undo custSel addSld delSld modSld sldOrd modMainMaster">
      <pc:chgData name="嘉展 張" userId="56c0cc265fef7f12" providerId="LiveId" clId="{61A3D83D-8E70-4168-93F8-664275C06C64}" dt="2025-07-09T08:50:25.732" v="856" actId="207"/>
      <pc:docMkLst>
        <pc:docMk/>
      </pc:docMkLst>
      <pc:sldChg chg="modSp mod">
        <pc:chgData name="嘉展 張" userId="56c0cc265fef7f12" providerId="LiveId" clId="{61A3D83D-8E70-4168-93F8-664275C06C64}" dt="2025-07-07T22:21:16.724" v="41" actId="20577"/>
        <pc:sldMkLst>
          <pc:docMk/>
          <pc:sldMk cId="1698366788" sldId="274"/>
        </pc:sldMkLst>
      </pc:sldChg>
      <pc:sldChg chg="del">
        <pc:chgData name="嘉展 張" userId="56c0cc265fef7f12" providerId="LiveId" clId="{61A3D83D-8E70-4168-93F8-664275C06C64}" dt="2025-07-09T08:38:51.651" v="661" actId="47"/>
        <pc:sldMkLst>
          <pc:docMk/>
          <pc:sldMk cId="516855969" sldId="328"/>
        </pc:sldMkLst>
      </pc:sldChg>
      <pc:sldChg chg="modSp del mod ord">
        <pc:chgData name="嘉展 張" userId="56c0cc265fef7f12" providerId="LiveId" clId="{61A3D83D-8E70-4168-93F8-664275C06C64}" dt="2025-07-09T08:36:52.758" v="629" actId="47"/>
        <pc:sldMkLst>
          <pc:docMk/>
          <pc:sldMk cId="1652940647" sldId="335"/>
        </pc:sldMkLst>
      </pc:sldChg>
      <pc:sldChg chg="modSp mod">
        <pc:chgData name="嘉展 張" userId="56c0cc265fef7f12" providerId="LiveId" clId="{61A3D83D-8E70-4168-93F8-664275C06C64}" dt="2025-07-09T08:37:56.642" v="658" actId="207"/>
        <pc:sldMkLst>
          <pc:docMk/>
          <pc:sldMk cId="3676040206" sldId="336"/>
        </pc:sldMkLst>
      </pc:sldChg>
      <pc:sldChg chg="modSp mod ord">
        <pc:chgData name="嘉展 張" userId="56c0cc265fef7f12" providerId="LiveId" clId="{61A3D83D-8E70-4168-93F8-664275C06C64}" dt="2025-07-09T08:36:46.609" v="628" actId="207"/>
        <pc:sldMkLst>
          <pc:docMk/>
          <pc:sldMk cId="2128628793" sldId="337"/>
        </pc:sldMkLst>
      </pc:sldChg>
      <pc:sldChg chg="modSp mod">
        <pc:chgData name="嘉展 張" userId="56c0cc265fef7f12" providerId="LiveId" clId="{61A3D83D-8E70-4168-93F8-664275C06C64}" dt="2025-07-09T08:47:51.529" v="819" actId="5793"/>
        <pc:sldMkLst>
          <pc:docMk/>
          <pc:sldMk cId="3383698067" sldId="342"/>
        </pc:sldMkLst>
      </pc:sldChg>
      <pc:sldChg chg="modSp mod">
        <pc:chgData name="嘉展 張" userId="56c0cc265fef7f12" providerId="LiveId" clId="{61A3D83D-8E70-4168-93F8-664275C06C64}" dt="2025-07-09T08:49:53.628" v="855" actId="207"/>
        <pc:sldMkLst>
          <pc:docMk/>
          <pc:sldMk cId="345017411" sldId="343"/>
        </pc:sldMkLst>
      </pc:sldChg>
      <pc:sldChg chg="addSp delSp modSp mod">
        <pc:chgData name="嘉展 張" userId="56c0cc265fef7f12" providerId="LiveId" clId="{61A3D83D-8E70-4168-93F8-664275C06C64}" dt="2025-07-09T08:50:25.732" v="856" actId="207"/>
        <pc:sldMkLst>
          <pc:docMk/>
          <pc:sldMk cId="3752334464" sldId="345"/>
        </pc:sldMkLst>
      </pc:sldChg>
      <pc:sldChg chg="addSp delSp modSp mod">
        <pc:chgData name="嘉展 張" userId="56c0cc265fef7f12" providerId="LiveId" clId="{61A3D83D-8E70-4168-93F8-664275C06C64}" dt="2025-07-09T08:44:55.675" v="778" actId="20577"/>
        <pc:sldMkLst>
          <pc:docMk/>
          <pc:sldMk cId="1115666099" sldId="346"/>
        </pc:sldMkLst>
      </pc:sldChg>
      <pc:sldChg chg="addSp delSp modSp mod">
        <pc:chgData name="嘉展 張" userId="56c0cc265fef7f12" providerId="LiveId" clId="{61A3D83D-8E70-4168-93F8-664275C06C64}" dt="2025-07-09T08:45:47.099" v="793"/>
        <pc:sldMkLst>
          <pc:docMk/>
          <pc:sldMk cId="3822570613" sldId="347"/>
        </pc:sldMkLst>
      </pc:sldChg>
      <pc:sldChg chg="del">
        <pc:chgData name="嘉展 張" userId="56c0cc265fef7f12" providerId="LiveId" clId="{61A3D83D-8E70-4168-93F8-664275C06C64}" dt="2025-07-09T08:46:08.197" v="794" actId="47"/>
        <pc:sldMkLst>
          <pc:docMk/>
          <pc:sldMk cId="2652490174" sldId="348"/>
        </pc:sldMkLst>
      </pc:sldChg>
      <pc:sldChg chg="del">
        <pc:chgData name="嘉展 張" userId="56c0cc265fef7f12" providerId="LiveId" clId="{61A3D83D-8E70-4168-93F8-664275C06C64}" dt="2025-07-09T08:46:08.197" v="794" actId="47"/>
        <pc:sldMkLst>
          <pc:docMk/>
          <pc:sldMk cId="2056490660" sldId="349"/>
        </pc:sldMkLst>
      </pc:sldChg>
      <pc:sldChg chg="del">
        <pc:chgData name="嘉展 張" userId="56c0cc265fef7f12" providerId="LiveId" clId="{61A3D83D-8E70-4168-93F8-664275C06C64}" dt="2025-07-09T08:37:50.990" v="657" actId="47"/>
        <pc:sldMkLst>
          <pc:docMk/>
          <pc:sldMk cId="1893602695" sldId="350"/>
        </pc:sldMkLst>
      </pc:sldChg>
      <pc:sldChg chg="modSp add mod ord">
        <pc:chgData name="嘉展 張" userId="56c0cc265fef7f12" providerId="LiveId" clId="{61A3D83D-8E70-4168-93F8-664275C06C64}" dt="2025-07-09T08:36:58.667" v="633" actId="207"/>
        <pc:sldMkLst>
          <pc:docMk/>
          <pc:sldMk cId="732333138" sldId="351"/>
        </pc:sldMkLst>
      </pc:sldChg>
      <pc:sldChg chg="add">
        <pc:chgData name="嘉展 張" userId="56c0cc265fef7f12" providerId="LiveId" clId="{61A3D83D-8E70-4168-93F8-664275C06C64}" dt="2025-07-09T08:37:49.462" v="656"/>
        <pc:sldMkLst>
          <pc:docMk/>
          <pc:sldMk cId="838783306" sldId="352"/>
        </pc:sldMkLst>
      </pc:sldChg>
      <pc:sldChg chg="modSp add mod">
        <pc:chgData name="嘉展 張" userId="56c0cc265fef7f12" providerId="LiveId" clId="{61A3D83D-8E70-4168-93F8-664275C06C64}" dt="2025-07-09T08:44:59.889" v="784" actId="20577"/>
        <pc:sldMkLst>
          <pc:docMk/>
          <pc:sldMk cId="1406075394" sldId="353"/>
        </pc:sldMkLst>
      </pc:sldChg>
      <pc:sldChg chg="modSp add mod">
        <pc:chgData name="嘉展 張" userId="56c0cc265fef7f12" providerId="LiveId" clId="{61A3D83D-8E70-4168-93F8-664275C06C64}" dt="2025-07-09T08:46:38.988" v="804" actId="15"/>
        <pc:sldMkLst>
          <pc:docMk/>
          <pc:sldMk cId="2503062332" sldId="354"/>
        </pc:sldMkLst>
      </pc:sldChg>
      <pc:sldChg chg="addSp delSp modSp add mod">
        <pc:chgData name="嘉展 張" userId="56c0cc265fef7f12" providerId="LiveId" clId="{61A3D83D-8E70-4168-93F8-664275C06C64}" dt="2025-07-09T08:47:25.416" v="812"/>
        <pc:sldMkLst>
          <pc:docMk/>
          <pc:sldMk cId="2169278876" sldId="355"/>
        </pc:sldMkLst>
      </pc:sldChg>
      <pc:sldMasterChg chg="modSldLayout">
        <pc:chgData name="嘉展 張" userId="56c0cc265fef7f12" providerId="LiveId" clId="{61A3D83D-8E70-4168-93F8-664275C06C64}" dt="2025-07-07T22:46:29.148" v="596" actId="20577"/>
        <pc:sldMasterMkLst>
          <pc:docMk/>
          <pc:sldMasterMk cId="2733321511" sldId="2147483688"/>
        </pc:sldMasterMkLst>
        <pc:sldLayoutChg chg="modSp mod">
          <pc:chgData name="嘉展 張" userId="56c0cc265fef7f12" providerId="LiveId" clId="{61A3D83D-8E70-4168-93F8-664275C06C64}" dt="2025-07-07T22:46:29.148" v="596" actId="20577"/>
          <pc:sldLayoutMkLst>
            <pc:docMk/>
            <pc:sldMasterMk cId="2733321511" sldId="2147483688"/>
            <pc:sldLayoutMk cId="2749409723" sldId="2147483690"/>
          </pc:sldLayoutMkLst>
        </pc:sldLayoutChg>
      </pc:sldMasterChg>
    </pc:docChg>
  </pc:docChgLst>
  <pc:docChgLst>
    <pc:chgData name="嘉展 張" userId="56c0cc265fef7f12" providerId="LiveId" clId="{871B63E1-5688-4BC9-A264-EFDDC7298B48}"/>
    <pc:docChg chg="undo custSel addSld delSld modSld modMainMaster">
      <pc:chgData name="嘉展 張" userId="56c0cc265fef7f12" providerId="LiveId" clId="{871B63E1-5688-4BC9-A264-EFDDC7298B48}" dt="2025-07-11T23:25:53.146" v="183" actId="5793"/>
      <pc:docMkLst>
        <pc:docMk/>
      </pc:docMkLst>
      <pc:sldChg chg="modSp mod">
        <pc:chgData name="嘉展 張" userId="56c0cc265fef7f12" providerId="LiveId" clId="{871B63E1-5688-4BC9-A264-EFDDC7298B48}" dt="2025-07-11T23:13:48.171" v="11"/>
        <pc:sldMkLst>
          <pc:docMk/>
          <pc:sldMk cId="1698366788" sldId="274"/>
        </pc:sldMkLst>
      </pc:sldChg>
      <pc:sldChg chg="del">
        <pc:chgData name="嘉展 張" userId="56c0cc265fef7f12" providerId="LiveId" clId="{871B63E1-5688-4BC9-A264-EFDDC7298B48}" dt="2025-07-11T23:21:07.059" v="123" actId="47"/>
        <pc:sldMkLst>
          <pc:docMk/>
          <pc:sldMk cId="3676040206" sldId="336"/>
        </pc:sldMkLst>
      </pc:sldChg>
      <pc:sldChg chg="modSp mod">
        <pc:chgData name="嘉展 張" userId="56c0cc265fef7f12" providerId="LiveId" clId="{871B63E1-5688-4BC9-A264-EFDDC7298B48}" dt="2025-07-11T23:25:53.146" v="183" actId="5793"/>
        <pc:sldMkLst>
          <pc:docMk/>
          <pc:sldMk cId="3383698067" sldId="342"/>
        </pc:sldMkLst>
      </pc:sldChg>
      <pc:sldChg chg="modSp mod">
        <pc:chgData name="嘉展 張" userId="56c0cc265fef7f12" providerId="LiveId" clId="{871B63E1-5688-4BC9-A264-EFDDC7298B48}" dt="2025-07-11T23:23:17.764" v="150" actId="20577"/>
        <pc:sldMkLst>
          <pc:docMk/>
          <pc:sldMk cId="345017411" sldId="343"/>
        </pc:sldMkLst>
      </pc:sldChg>
      <pc:sldChg chg="modSp mod">
        <pc:chgData name="嘉展 張" userId="56c0cc265fef7f12" providerId="LiveId" clId="{871B63E1-5688-4BC9-A264-EFDDC7298B48}" dt="2025-07-11T23:21:28.196" v="125" actId="15"/>
        <pc:sldMkLst>
          <pc:docMk/>
          <pc:sldMk cId="3752334464" sldId="345"/>
        </pc:sldMkLst>
      </pc:sldChg>
      <pc:sldChg chg="modSp mod">
        <pc:chgData name="嘉展 張" userId="56c0cc265fef7f12" providerId="LiveId" clId="{871B63E1-5688-4BC9-A264-EFDDC7298B48}" dt="2025-07-11T23:22:00.820" v="130" actId="15"/>
        <pc:sldMkLst>
          <pc:docMk/>
          <pc:sldMk cId="1115666099" sldId="346"/>
        </pc:sldMkLst>
      </pc:sldChg>
      <pc:sldChg chg="modSp mod">
        <pc:chgData name="嘉展 張" userId="56c0cc265fef7f12" providerId="LiveId" clId="{871B63E1-5688-4BC9-A264-EFDDC7298B48}" dt="2025-07-11T23:22:18.321" v="133"/>
        <pc:sldMkLst>
          <pc:docMk/>
          <pc:sldMk cId="3822570613" sldId="347"/>
        </pc:sldMkLst>
      </pc:sldChg>
      <pc:sldChg chg="modSp mod">
        <pc:chgData name="嘉展 張" userId="56c0cc265fef7f12" providerId="LiveId" clId="{871B63E1-5688-4BC9-A264-EFDDC7298B48}" dt="2025-07-11T23:20:59.511" v="121" actId="207"/>
        <pc:sldMkLst>
          <pc:docMk/>
          <pc:sldMk cId="732333138" sldId="351"/>
        </pc:sldMkLst>
      </pc:sldChg>
      <pc:sldChg chg="modSp mod">
        <pc:chgData name="嘉展 張" userId="56c0cc265fef7f12" providerId="LiveId" clId="{871B63E1-5688-4BC9-A264-EFDDC7298B48}" dt="2025-07-11T23:22:37.686" v="135" actId="15"/>
        <pc:sldMkLst>
          <pc:docMk/>
          <pc:sldMk cId="2503062332" sldId="354"/>
        </pc:sldMkLst>
      </pc:sldChg>
      <pc:sldChg chg="modSp mod">
        <pc:chgData name="嘉展 張" userId="56c0cc265fef7f12" providerId="LiveId" clId="{871B63E1-5688-4BC9-A264-EFDDC7298B48}" dt="2025-07-11T23:22:54.190" v="138"/>
        <pc:sldMkLst>
          <pc:docMk/>
          <pc:sldMk cId="2169278876" sldId="355"/>
        </pc:sldMkLst>
      </pc:sldChg>
      <pc:sldChg chg="modSp mod">
        <pc:chgData name="嘉展 張" userId="56c0cc265fef7f12" providerId="LiveId" clId="{871B63E1-5688-4BC9-A264-EFDDC7298B48}" dt="2025-07-11T23:21:47.926" v="128"/>
        <pc:sldMkLst>
          <pc:docMk/>
          <pc:sldMk cId="4193172206" sldId="358"/>
        </pc:sldMkLst>
      </pc:sldChg>
      <pc:sldChg chg="modSp mod">
        <pc:chgData name="嘉展 張" userId="56c0cc265fef7f12" providerId="LiveId" clId="{871B63E1-5688-4BC9-A264-EFDDC7298B48}" dt="2025-07-11T23:21:01.265" v="122" actId="207"/>
        <pc:sldMkLst>
          <pc:docMk/>
          <pc:sldMk cId="3585428774" sldId="359"/>
        </pc:sldMkLst>
      </pc:sldChg>
      <pc:sldChg chg="del">
        <pc:chgData name="嘉展 張" userId="56c0cc265fef7f12" providerId="LiveId" clId="{871B63E1-5688-4BC9-A264-EFDDC7298B48}" dt="2025-07-11T23:21:07.059" v="123" actId="47"/>
        <pc:sldMkLst>
          <pc:docMk/>
          <pc:sldMk cId="771378846" sldId="361"/>
        </pc:sldMkLst>
      </pc:sldChg>
      <pc:sldChg chg="add">
        <pc:chgData name="嘉展 張" userId="56c0cc265fef7f12" providerId="LiveId" clId="{871B63E1-5688-4BC9-A264-EFDDC7298B48}" dt="2025-07-11T23:18:10.223" v="57"/>
        <pc:sldMkLst>
          <pc:docMk/>
          <pc:sldMk cId="2643400217" sldId="362"/>
        </pc:sldMkLst>
      </pc:sldChg>
      <pc:sldChg chg="add">
        <pc:chgData name="嘉展 張" userId="56c0cc265fef7f12" providerId="LiveId" clId="{871B63E1-5688-4BC9-A264-EFDDC7298B48}" dt="2025-07-11T23:20:56.187" v="120"/>
        <pc:sldMkLst>
          <pc:docMk/>
          <pc:sldMk cId="1308011151" sldId="363"/>
        </pc:sldMkLst>
      </pc:sldChg>
      <pc:sldMasterChg chg="modSldLayout">
        <pc:chgData name="嘉展 張" userId="56c0cc265fef7f12" providerId="LiveId" clId="{871B63E1-5688-4BC9-A264-EFDDC7298B48}" dt="2025-07-11T23:18:41.043" v="80" actId="20577"/>
        <pc:sldMasterMkLst>
          <pc:docMk/>
          <pc:sldMasterMk cId="2733321511" sldId="2147483688"/>
        </pc:sldMasterMkLst>
        <pc:sldLayoutChg chg="modSp mod">
          <pc:chgData name="嘉展 張" userId="56c0cc265fef7f12" providerId="LiveId" clId="{871B63E1-5688-4BC9-A264-EFDDC7298B48}" dt="2025-07-11T23:18:41.043" v="80" actId="20577"/>
          <pc:sldLayoutMkLst>
            <pc:docMk/>
            <pc:sldMasterMk cId="2733321511" sldId="2147483688"/>
            <pc:sldLayoutMk cId="2749409723" sldId="2147483690"/>
          </pc:sldLayoutMkLst>
        </pc:sldLayoutChg>
      </pc:sldMasterChg>
    </pc:docChg>
  </pc:docChgLst>
  <pc:docChgLst>
    <pc:chgData name="嘉展 張" userId="56c0cc265fef7f12" providerId="LiveId" clId="{7C6C2923-82F6-4236-9CB5-3F8454DD2333}"/>
    <pc:docChg chg="undo redo custSel addSld delSld modSld modMainMaster">
      <pc:chgData name="嘉展 張" userId="56c0cc265fef7f12" providerId="LiveId" clId="{7C6C2923-82F6-4236-9CB5-3F8454DD2333}" dt="2025-07-13T22:45:04.241" v="254"/>
      <pc:docMkLst>
        <pc:docMk/>
      </pc:docMkLst>
      <pc:sldChg chg="addSp delSp modSp mod">
        <pc:chgData name="嘉展 張" userId="56c0cc265fef7f12" providerId="LiveId" clId="{7C6C2923-82F6-4236-9CB5-3F8454DD2333}" dt="2025-07-13T22:38:47.078" v="194" actId="207"/>
        <pc:sldMkLst>
          <pc:docMk/>
          <pc:sldMk cId="732333138" sldId="351"/>
        </pc:sldMkLst>
      </pc:sldChg>
      <pc:sldChg chg="modSp mod">
        <pc:chgData name="嘉展 張" userId="56c0cc265fef7f12" providerId="LiveId" clId="{7C6C2923-82F6-4236-9CB5-3F8454DD2333}" dt="2025-07-13T22:41:58.678" v="207" actId="15"/>
        <pc:sldMkLst>
          <pc:docMk/>
          <pc:sldMk cId="2503062332" sldId="354"/>
        </pc:sldMkLst>
      </pc:sldChg>
      <pc:sldChg chg="modSp mod">
        <pc:chgData name="嘉展 張" userId="56c0cc265fef7f12" providerId="LiveId" clId="{7C6C2923-82F6-4236-9CB5-3F8454DD2333}" dt="2025-07-13T22:42:24.359" v="210"/>
        <pc:sldMkLst>
          <pc:docMk/>
          <pc:sldMk cId="2169278876" sldId="355"/>
        </pc:sldMkLst>
      </pc:sldChg>
      <pc:sldChg chg="modSp mod">
        <pc:chgData name="嘉展 張" userId="56c0cc265fef7f12" providerId="LiveId" clId="{7C6C2923-82F6-4236-9CB5-3F8454DD2333}" dt="2025-07-13T22:39:24.136" v="196" actId="15"/>
        <pc:sldMkLst>
          <pc:docMk/>
          <pc:sldMk cId="4193172206" sldId="358"/>
        </pc:sldMkLst>
      </pc:sldChg>
      <pc:sldChg chg="modSp mod">
        <pc:chgData name="嘉展 張" userId="56c0cc265fef7f12" providerId="LiveId" clId="{7C6C2923-82F6-4236-9CB5-3F8454DD2333}" dt="2025-07-13T22:35:44.551" v="144" actId="207"/>
        <pc:sldMkLst>
          <pc:docMk/>
          <pc:sldMk cId="3585428774" sldId="359"/>
        </pc:sldMkLst>
      </pc:sldChg>
      <pc:sldChg chg="del">
        <pc:chgData name="嘉展 張" userId="56c0cc265fef7f12" providerId="LiveId" clId="{7C6C2923-82F6-4236-9CB5-3F8454DD2333}" dt="2025-07-13T22:35:41.671" v="143" actId="47"/>
        <pc:sldMkLst>
          <pc:docMk/>
          <pc:sldMk cId="3330119125" sldId="366"/>
        </pc:sldMkLst>
      </pc:sldChg>
      <pc:sldChg chg="del">
        <pc:chgData name="嘉展 張" userId="56c0cc265fef7f12" providerId="LiveId" clId="{7C6C2923-82F6-4236-9CB5-3F8454DD2333}" dt="2025-07-13T22:36:57.978" v="164" actId="47"/>
        <pc:sldMkLst>
          <pc:docMk/>
          <pc:sldMk cId="3880434486" sldId="369"/>
        </pc:sldMkLst>
      </pc:sldChg>
      <pc:sldChg chg="modSp mod">
        <pc:chgData name="嘉展 張" userId="56c0cc265fef7f12" providerId="LiveId" clId="{7C6C2923-82F6-4236-9CB5-3F8454DD2333}" dt="2025-07-13T22:39:47.736" v="200"/>
        <pc:sldMkLst>
          <pc:docMk/>
          <pc:sldMk cId="988387482" sldId="370"/>
        </pc:sldMkLst>
      </pc:sldChg>
      <pc:sldChg chg="add">
        <pc:chgData name="嘉展 張" userId="56c0cc265fef7f12" providerId="LiveId" clId="{7C6C2923-82F6-4236-9CB5-3F8454DD2333}" dt="2025-07-13T22:35:40.278" v="142"/>
        <pc:sldMkLst>
          <pc:docMk/>
          <pc:sldMk cId="3132866523" sldId="371"/>
        </pc:sldMkLst>
      </pc:sldChg>
      <pc:sldChg chg="add">
        <pc:chgData name="嘉展 張" userId="56c0cc265fef7f12" providerId="LiveId" clId="{7C6C2923-82F6-4236-9CB5-3F8454DD2333}" dt="2025-07-13T22:38:43.920" v="193"/>
        <pc:sldMkLst>
          <pc:docMk/>
          <pc:sldMk cId="620344238" sldId="372"/>
        </pc:sldMkLst>
      </pc:sldChg>
    </pc:docChg>
  </pc:docChgLst>
  <pc:docChgLst>
    <pc:chgData name="嘉展 張" userId="56c0cc265fef7f12" providerId="LiveId" clId="{879AC0E9-7501-4668-80DB-CE5CA74F18BF}"/>
    <pc:docChg chg="undo custSel addSld delSld modSld modMainMaster">
      <pc:chgData name="嘉展 張" userId="56c0cc265fef7f12" providerId="LiveId" clId="{879AC0E9-7501-4668-80DB-CE5CA74F18BF}" dt="2025-07-12T16:13:38.248" v="196" actId="20577"/>
      <pc:docMkLst>
        <pc:docMk/>
      </pc:docMkLst>
      <pc:sldChg chg="modSp mod">
        <pc:chgData name="嘉展 張" userId="56c0cc265fef7f12" providerId="LiveId" clId="{879AC0E9-7501-4668-80DB-CE5CA74F18BF}" dt="2025-07-12T14:30:51.547" v="40" actId="27636"/>
        <pc:sldMkLst>
          <pc:docMk/>
          <pc:sldMk cId="1698366788" sldId="274"/>
        </pc:sldMkLst>
      </pc:sldChg>
      <pc:sldChg chg="modSp mod">
        <pc:chgData name="嘉展 張" userId="56c0cc265fef7f12" providerId="LiveId" clId="{879AC0E9-7501-4668-80DB-CE5CA74F18BF}" dt="2025-07-12T16:13:38.248" v="196" actId="20577"/>
        <pc:sldMkLst>
          <pc:docMk/>
          <pc:sldMk cId="3383698067" sldId="342"/>
        </pc:sldMkLst>
      </pc:sldChg>
      <pc:sldChg chg="modSp mod">
        <pc:chgData name="嘉展 張" userId="56c0cc265fef7f12" providerId="LiveId" clId="{879AC0E9-7501-4668-80DB-CE5CA74F18BF}" dt="2025-07-12T16:13:26.939" v="184" actId="6549"/>
        <pc:sldMkLst>
          <pc:docMk/>
          <pc:sldMk cId="345017411" sldId="343"/>
        </pc:sldMkLst>
      </pc:sldChg>
      <pc:sldChg chg="modSp mod">
        <pc:chgData name="嘉展 張" userId="56c0cc265fef7f12" providerId="LiveId" clId="{879AC0E9-7501-4668-80DB-CE5CA74F18BF}" dt="2025-07-12T15:36:04.544" v="104" actId="15"/>
        <pc:sldMkLst>
          <pc:docMk/>
          <pc:sldMk cId="3752334464" sldId="345"/>
        </pc:sldMkLst>
      </pc:sldChg>
      <pc:sldChg chg="modSp mod">
        <pc:chgData name="嘉展 張" userId="56c0cc265fef7f12" providerId="LiveId" clId="{879AC0E9-7501-4668-80DB-CE5CA74F18BF}" dt="2025-07-12T16:07:10.911" v="137" actId="15"/>
        <pc:sldMkLst>
          <pc:docMk/>
          <pc:sldMk cId="1115666099" sldId="346"/>
        </pc:sldMkLst>
      </pc:sldChg>
      <pc:sldChg chg="modSp mod">
        <pc:chgData name="嘉展 張" userId="56c0cc265fef7f12" providerId="LiveId" clId="{879AC0E9-7501-4668-80DB-CE5CA74F18BF}" dt="2025-07-12T16:07:28.807" v="140"/>
        <pc:sldMkLst>
          <pc:docMk/>
          <pc:sldMk cId="3822570613" sldId="347"/>
        </pc:sldMkLst>
      </pc:sldChg>
      <pc:sldChg chg="modSp mod">
        <pc:chgData name="嘉展 張" userId="56c0cc265fef7f12" providerId="LiveId" clId="{879AC0E9-7501-4668-80DB-CE5CA74F18BF}" dt="2025-07-12T15:09:07.935" v="102" actId="207"/>
        <pc:sldMkLst>
          <pc:docMk/>
          <pc:sldMk cId="732333138" sldId="351"/>
        </pc:sldMkLst>
      </pc:sldChg>
      <pc:sldChg chg="modSp mod">
        <pc:chgData name="嘉展 張" userId="56c0cc265fef7f12" providerId="LiveId" clId="{879AC0E9-7501-4668-80DB-CE5CA74F18BF}" dt="2025-07-12T16:07:44.860" v="142" actId="15"/>
        <pc:sldMkLst>
          <pc:docMk/>
          <pc:sldMk cId="2503062332" sldId="354"/>
        </pc:sldMkLst>
      </pc:sldChg>
      <pc:sldChg chg="modSp mod">
        <pc:chgData name="嘉展 張" userId="56c0cc265fef7f12" providerId="LiveId" clId="{879AC0E9-7501-4668-80DB-CE5CA74F18BF}" dt="2025-07-12T16:08:05.777" v="145"/>
        <pc:sldMkLst>
          <pc:docMk/>
          <pc:sldMk cId="2169278876" sldId="355"/>
        </pc:sldMkLst>
      </pc:sldChg>
      <pc:sldChg chg="modSp mod">
        <pc:chgData name="嘉展 張" userId="56c0cc265fef7f12" providerId="LiveId" clId="{879AC0E9-7501-4668-80DB-CE5CA74F18BF}" dt="2025-07-12T15:42:43.207" v="135" actId="1035"/>
        <pc:sldMkLst>
          <pc:docMk/>
          <pc:sldMk cId="4193172206" sldId="358"/>
        </pc:sldMkLst>
      </pc:sldChg>
      <pc:sldChg chg="modSp mod">
        <pc:chgData name="嘉展 張" userId="56c0cc265fef7f12" providerId="LiveId" clId="{879AC0E9-7501-4668-80DB-CE5CA74F18BF}" dt="2025-07-12T14:55:12.837" v="56" actId="20577"/>
        <pc:sldMkLst>
          <pc:docMk/>
          <pc:sldMk cId="3585428774" sldId="359"/>
        </pc:sldMkLst>
      </pc:sldChg>
      <pc:sldChg chg="del">
        <pc:chgData name="嘉展 張" userId="56c0cc265fef7f12" providerId="LiveId" clId="{879AC0E9-7501-4668-80DB-CE5CA74F18BF}" dt="2025-07-12T15:09:04.989" v="101" actId="47"/>
        <pc:sldMkLst>
          <pc:docMk/>
          <pc:sldMk cId="1800767988" sldId="367"/>
        </pc:sldMkLst>
      </pc:sldChg>
      <pc:sldChg chg="add">
        <pc:chgData name="嘉展 張" userId="56c0cc265fef7f12" providerId="LiveId" clId="{879AC0E9-7501-4668-80DB-CE5CA74F18BF}" dt="2025-07-12T15:09:02.987" v="100"/>
        <pc:sldMkLst>
          <pc:docMk/>
          <pc:sldMk cId="1054572155" sldId="368"/>
        </pc:sldMkLst>
      </pc:sldChg>
      <pc:sldMasterChg chg="modSldLayout">
        <pc:chgData name="嘉展 張" userId="56c0cc265fef7f12" providerId="LiveId" clId="{879AC0E9-7501-4668-80DB-CE5CA74F18BF}" dt="2025-07-12T14:19:41.818" v="31" actId="20577"/>
        <pc:sldMasterMkLst>
          <pc:docMk/>
          <pc:sldMasterMk cId="2733321511" sldId="2147483688"/>
        </pc:sldMasterMkLst>
        <pc:sldLayoutChg chg="modSp mod">
          <pc:chgData name="嘉展 張" userId="56c0cc265fef7f12" providerId="LiveId" clId="{879AC0E9-7501-4668-80DB-CE5CA74F18BF}" dt="2025-07-12T14:19:41.818" v="31" actId="20577"/>
          <pc:sldLayoutMkLst>
            <pc:docMk/>
            <pc:sldMasterMk cId="2733321511" sldId="2147483688"/>
            <pc:sldLayoutMk cId="2749409723" sldId="2147483690"/>
          </pc:sldLayoutMkLst>
        </pc:sldLayoutChg>
      </pc:sldMasterChg>
    </pc:docChg>
  </pc:docChgLst>
  <pc:docChgLst>
    <pc:chgData name="嘉展 張" userId="56c0cc265fef7f12" providerId="LiveId" clId="{B8F15BBE-A2E8-4DCB-B8C2-722EEBD073BE}"/>
    <pc:docChg chg="undo redo custSel addSld delSld modSld modMainMaster">
      <pc:chgData name="嘉展 張" userId="56c0cc265fef7f12" providerId="LiveId" clId="{B8F15BBE-A2E8-4DCB-B8C2-722EEBD073BE}" dt="2025-07-11T23:37:36.079" v="211" actId="20577"/>
      <pc:docMkLst>
        <pc:docMk/>
      </pc:docMkLst>
      <pc:sldChg chg="modSp mod">
        <pc:chgData name="嘉展 張" userId="56c0cc265fef7f12" providerId="LiveId" clId="{B8F15BBE-A2E8-4DCB-B8C2-722EEBD073BE}" dt="2025-07-11T23:31:50.127" v="130" actId="207"/>
        <pc:sldMkLst>
          <pc:docMk/>
          <pc:sldMk cId="732333138" sldId="351"/>
        </pc:sldMkLst>
      </pc:sldChg>
      <pc:sldChg chg="modSp mod">
        <pc:chgData name="嘉展 張" userId="56c0cc265fef7f12" providerId="LiveId" clId="{B8F15BBE-A2E8-4DCB-B8C2-722EEBD073BE}" dt="2025-07-11T23:33:49.051" v="148" actId="15"/>
        <pc:sldMkLst>
          <pc:docMk/>
          <pc:sldMk cId="2503062332" sldId="354"/>
        </pc:sldMkLst>
      </pc:sldChg>
      <pc:sldChg chg="modSp mod">
        <pc:chgData name="嘉展 張" userId="56c0cc265fef7f12" providerId="LiveId" clId="{B8F15BBE-A2E8-4DCB-B8C2-722EEBD073BE}" dt="2025-07-11T23:34:13.940" v="153"/>
        <pc:sldMkLst>
          <pc:docMk/>
          <pc:sldMk cId="2169278876" sldId="355"/>
        </pc:sldMkLst>
      </pc:sldChg>
      <pc:sldChg chg="modSp mod">
        <pc:chgData name="嘉展 張" userId="56c0cc265fef7f12" providerId="LiveId" clId="{B8F15BBE-A2E8-4DCB-B8C2-722EEBD073BE}" dt="2025-07-11T23:32:58.322" v="141" actId="6549"/>
        <pc:sldMkLst>
          <pc:docMk/>
          <pc:sldMk cId="4193172206" sldId="358"/>
        </pc:sldMkLst>
      </pc:sldChg>
      <pc:sldChg chg="modSp mod">
        <pc:chgData name="嘉展 張" userId="56c0cc265fef7f12" providerId="LiveId" clId="{B8F15BBE-A2E8-4DCB-B8C2-722EEBD073BE}" dt="2025-07-11T23:29:58.509" v="83" actId="207"/>
        <pc:sldMkLst>
          <pc:docMk/>
          <pc:sldMk cId="3585428774" sldId="359"/>
        </pc:sldMkLst>
      </pc:sldChg>
      <pc:sldChg chg="del">
        <pc:chgData name="嘉展 張" userId="56c0cc265fef7f12" providerId="LiveId" clId="{B8F15BBE-A2E8-4DCB-B8C2-722EEBD073BE}" dt="2025-07-11T23:29:53.142" v="81" actId="47"/>
        <pc:sldMkLst>
          <pc:docMk/>
          <pc:sldMk cId="2643400217" sldId="362"/>
        </pc:sldMkLst>
      </pc:sldChg>
      <pc:sldChg chg="del">
        <pc:chgData name="嘉展 張" userId="56c0cc265fef7f12" providerId="LiveId" clId="{B8F15BBE-A2E8-4DCB-B8C2-722EEBD073BE}" dt="2025-07-11T23:31:42.132" v="129" actId="47"/>
        <pc:sldMkLst>
          <pc:docMk/>
          <pc:sldMk cId="1308011151" sldId="363"/>
        </pc:sldMkLst>
      </pc:sldChg>
      <pc:sldChg chg="add">
        <pc:chgData name="嘉展 張" userId="56c0cc265fef7f12" providerId="LiveId" clId="{B8F15BBE-A2E8-4DCB-B8C2-722EEBD073BE}" dt="2025-07-11T23:29:54.524" v="82"/>
        <pc:sldMkLst>
          <pc:docMk/>
          <pc:sldMk cId="2901890192" sldId="364"/>
        </pc:sldMkLst>
      </pc:sldChg>
      <pc:sldChg chg="add">
        <pc:chgData name="嘉展 張" userId="56c0cc265fef7f12" providerId="LiveId" clId="{B8F15BBE-A2E8-4DCB-B8C2-722EEBD073BE}" dt="2025-07-11T23:31:40.443" v="128"/>
        <pc:sldMkLst>
          <pc:docMk/>
          <pc:sldMk cId="4208653585" sldId="365"/>
        </pc:sldMkLst>
      </pc:sldChg>
      <pc:sldChg chg="addSp delSp modSp add del mod">
        <pc:chgData name="嘉展 張" userId="56c0cc265fef7f12" providerId="LiveId" clId="{B8F15BBE-A2E8-4DCB-B8C2-722EEBD073BE}" dt="2025-07-11T23:35:29.456" v="171" actId="47"/>
        <pc:sldMkLst>
          <pc:docMk/>
          <pc:sldMk cId="2529413341" sldId="366"/>
        </pc:sldMkLst>
      </pc:sldChg>
    </pc:docChg>
  </pc:docChgLst>
  <pc:docChgLst>
    <pc:chgData name="嘉展 張" userId="56c0cc265fef7f12" providerId="LiveId" clId="{8E012BFB-294C-4CBC-BFD9-F4F33BC901B5}"/>
    <pc:docChg chg="undo custSel addSld delSld modSld modMainMaster">
      <pc:chgData name="嘉展 張" userId="56c0cc265fef7f12" providerId="LiveId" clId="{8E012BFB-294C-4CBC-BFD9-F4F33BC901B5}" dt="2025-07-07T13:15:43.499" v="1890"/>
      <pc:docMkLst>
        <pc:docMk/>
      </pc:docMkLst>
      <pc:sldChg chg="modSp mod">
        <pc:chgData name="嘉展 張" userId="56c0cc265fef7f12" providerId="LiveId" clId="{8E012BFB-294C-4CBC-BFD9-F4F33BC901B5}" dt="2025-07-07T12:02:26.523" v="105" actId="20577"/>
        <pc:sldMkLst>
          <pc:docMk/>
          <pc:sldMk cId="1698366788" sldId="274"/>
        </pc:sldMkLst>
      </pc:sldChg>
      <pc:sldChg chg="modSp mod">
        <pc:chgData name="嘉展 張" userId="56c0cc265fef7f12" providerId="LiveId" clId="{8E012BFB-294C-4CBC-BFD9-F4F33BC901B5}" dt="2025-07-07T12:50:50.900" v="961"/>
        <pc:sldMkLst>
          <pc:docMk/>
          <pc:sldMk cId="516855969" sldId="328"/>
        </pc:sldMkLst>
      </pc:sldChg>
      <pc:sldChg chg="modSp mod">
        <pc:chgData name="嘉展 張" userId="56c0cc265fef7f12" providerId="LiveId" clId="{8E012BFB-294C-4CBC-BFD9-F4F33BC901B5}" dt="2025-07-07T12:22:12.557" v="459" actId="20577"/>
        <pc:sldMkLst>
          <pc:docMk/>
          <pc:sldMk cId="1652940647" sldId="335"/>
        </pc:sldMkLst>
      </pc:sldChg>
      <pc:sldChg chg="modSp mod">
        <pc:chgData name="嘉展 張" userId="56c0cc265fef7f12" providerId="LiveId" clId="{8E012BFB-294C-4CBC-BFD9-F4F33BC901B5}" dt="2025-07-07T12:47:32.732" v="938" actId="207"/>
        <pc:sldMkLst>
          <pc:docMk/>
          <pc:sldMk cId="3676040206" sldId="336"/>
        </pc:sldMkLst>
      </pc:sldChg>
      <pc:sldChg chg="modSp mod">
        <pc:chgData name="嘉展 張" userId="56c0cc265fef7f12" providerId="LiveId" clId="{8E012BFB-294C-4CBC-BFD9-F4F33BC901B5}" dt="2025-07-07T12:23:48.151" v="466" actId="207"/>
        <pc:sldMkLst>
          <pc:docMk/>
          <pc:sldMk cId="2128628793" sldId="337"/>
        </pc:sldMkLst>
      </pc:sldChg>
      <pc:sldChg chg="modSp mod">
        <pc:chgData name="嘉展 張" userId="56c0cc265fef7f12" providerId="LiveId" clId="{8E012BFB-294C-4CBC-BFD9-F4F33BC901B5}" dt="2025-07-07T13:15:23.668" v="1886" actId="1076"/>
        <pc:sldMkLst>
          <pc:docMk/>
          <pc:sldMk cId="3383698067" sldId="342"/>
        </pc:sldMkLst>
      </pc:sldChg>
      <pc:sldChg chg="modSp mod">
        <pc:chgData name="嘉展 張" userId="56c0cc265fef7f12" providerId="LiveId" clId="{8E012BFB-294C-4CBC-BFD9-F4F33BC901B5}" dt="2025-07-07T13:15:43.499" v="1890"/>
        <pc:sldMkLst>
          <pc:docMk/>
          <pc:sldMk cId="345017411" sldId="343"/>
        </pc:sldMkLst>
      </pc:sldChg>
      <pc:sldChg chg="del">
        <pc:chgData name="嘉展 張" userId="56c0cc265fef7f12" providerId="LiveId" clId="{8E012BFB-294C-4CBC-BFD9-F4F33BC901B5}" dt="2025-07-07T12:41:39.935" v="731" actId="47"/>
        <pc:sldMkLst>
          <pc:docMk/>
          <pc:sldMk cId="919750547" sldId="344"/>
        </pc:sldMkLst>
      </pc:sldChg>
      <pc:sldChg chg="modSp mod">
        <pc:chgData name="嘉展 張" userId="56c0cc265fef7f12" providerId="LiveId" clId="{8E012BFB-294C-4CBC-BFD9-F4F33BC901B5}" dt="2025-07-07T12:51:07.548" v="963"/>
        <pc:sldMkLst>
          <pc:docMk/>
          <pc:sldMk cId="3752334464" sldId="345"/>
        </pc:sldMkLst>
      </pc:sldChg>
      <pc:sldChg chg="modSp mod">
        <pc:chgData name="嘉展 張" userId="56c0cc265fef7f12" providerId="LiveId" clId="{8E012BFB-294C-4CBC-BFD9-F4F33BC901B5}" dt="2025-07-07T12:52:38.362" v="983" actId="20577"/>
        <pc:sldMkLst>
          <pc:docMk/>
          <pc:sldMk cId="1115666099" sldId="346"/>
        </pc:sldMkLst>
      </pc:sldChg>
      <pc:sldChg chg="modSp mod">
        <pc:chgData name="嘉展 張" userId="56c0cc265fef7f12" providerId="LiveId" clId="{8E012BFB-294C-4CBC-BFD9-F4F33BC901B5}" dt="2025-07-07T12:53:49.422" v="986"/>
        <pc:sldMkLst>
          <pc:docMk/>
          <pc:sldMk cId="3822570613" sldId="347"/>
        </pc:sldMkLst>
      </pc:sldChg>
      <pc:sldChg chg="modSp mod">
        <pc:chgData name="嘉展 張" userId="56c0cc265fef7f12" providerId="LiveId" clId="{8E012BFB-294C-4CBC-BFD9-F4F33BC901B5}" dt="2025-07-07T12:55:05.653" v="1005" actId="20577"/>
        <pc:sldMkLst>
          <pc:docMk/>
          <pc:sldMk cId="2652490174" sldId="348"/>
        </pc:sldMkLst>
      </pc:sldChg>
      <pc:sldChg chg="modSp mod">
        <pc:chgData name="嘉展 張" userId="56c0cc265fef7f12" providerId="LiveId" clId="{8E012BFB-294C-4CBC-BFD9-F4F33BC901B5}" dt="2025-07-07T12:55:49.755" v="1008"/>
        <pc:sldMkLst>
          <pc:docMk/>
          <pc:sldMk cId="2056490660" sldId="349"/>
        </pc:sldMkLst>
      </pc:sldChg>
      <pc:sldChg chg="modSp add mod">
        <pc:chgData name="嘉展 張" userId="56c0cc265fef7f12" providerId="LiveId" clId="{8E012BFB-294C-4CBC-BFD9-F4F33BC901B5}" dt="2025-07-07T12:47:17.642" v="936" actId="207"/>
        <pc:sldMkLst>
          <pc:docMk/>
          <pc:sldMk cId="1893602695" sldId="350"/>
        </pc:sldMkLst>
      </pc:sldChg>
      <pc:sldMasterChg chg="modSldLayout">
        <pc:chgData name="嘉展 張" userId="56c0cc265fef7f12" providerId="LiveId" clId="{8E012BFB-294C-4CBC-BFD9-F4F33BC901B5}" dt="2025-07-07T11:59:24.703" v="91" actId="6549"/>
        <pc:sldMasterMkLst>
          <pc:docMk/>
          <pc:sldMasterMk cId="2733321511" sldId="2147483688"/>
        </pc:sldMasterMkLst>
        <pc:sldLayoutChg chg="modSp mod">
          <pc:chgData name="嘉展 張" userId="56c0cc265fef7f12" providerId="LiveId" clId="{8E012BFB-294C-4CBC-BFD9-F4F33BC901B5}" dt="2025-07-07T11:59:24.703" v="91" actId="6549"/>
          <pc:sldLayoutMkLst>
            <pc:docMk/>
            <pc:sldMasterMk cId="2733321511" sldId="2147483688"/>
            <pc:sldLayoutMk cId="2749409723" sldId="2147483690"/>
          </pc:sldLayoutMkLst>
        </pc:sldLayoutChg>
      </pc:sldMasterChg>
    </pc:docChg>
  </pc:docChgLst>
  <pc:docChgLst>
    <pc:chgData name="嘉展 張" userId="56c0cc265fef7f12" providerId="LiveId" clId="{4409F9D8-FA24-44EF-8020-254A52CDBD6B}"/>
    <pc:docChg chg="undo custSel addSld delSld modSld modMainMaster">
      <pc:chgData name="嘉展 張" userId="56c0cc265fef7f12" providerId="LiveId" clId="{4409F9D8-FA24-44EF-8020-254A52CDBD6B}" dt="2025-07-11T23:49:18.575" v="183" actId="20577"/>
      <pc:docMkLst>
        <pc:docMk/>
      </pc:docMkLst>
      <pc:sldChg chg="modSp mod">
        <pc:chgData name="嘉展 張" userId="56c0cc265fef7f12" providerId="LiveId" clId="{4409F9D8-FA24-44EF-8020-254A52CDBD6B}" dt="2025-07-11T23:40:58.792" v="23" actId="20577"/>
        <pc:sldMkLst>
          <pc:docMk/>
          <pc:sldMk cId="1698366788" sldId="274"/>
        </pc:sldMkLst>
      </pc:sldChg>
      <pc:sldChg chg="modSp mod">
        <pc:chgData name="嘉展 張" userId="56c0cc265fef7f12" providerId="LiveId" clId="{4409F9D8-FA24-44EF-8020-254A52CDBD6B}" dt="2025-07-11T23:49:18.575" v="183" actId="20577"/>
        <pc:sldMkLst>
          <pc:docMk/>
          <pc:sldMk cId="3383698067" sldId="342"/>
        </pc:sldMkLst>
      </pc:sldChg>
      <pc:sldChg chg="modSp mod">
        <pc:chgData name="嘉展 張" userId="56c0cc265fef7f12" providerId="LiveId" clId="{4409F9D8-FA24-44EF-8020-254A52CDBD6B}" dt="2025-07-11T23:46:45.169" v="146" actId="6549"/>
        <pc:sldMkLst>
          <pc:docMk/>
          <pc:sldMk cId="345017411" sldId="343"/>
        </pc:sldMkLst>
      </pc:sldChg>
      <pc:sldChg chg="modSp mod">
        <pc:chgData name="嘉展 張" userId="56c0cc265fef7f12" providerId="LiveId" clId="{4409F9D8-FA24-44EF-8020-254A52CDBD6B}" dt="2025-07-11T23:44:45.539" v="120" actId="15"/>
        <pc:sldMkLst>
          <pc:docMk/>
          <pc:sldMk cId="3752334464" sldId="345"/>
        </pc:sldMkLst>
      </pc:sldChg>
      <pc:sldChg chg="modSp mod">
        <pc:chgData name="嘉展 張" userId="56c0cc265fef7f12" providerId="LiveId" clId="{4409F9D8-FA24-44EF-8020-254A52CDBD6B}" dt="2025-07-11T23:45:23.356" v="127" actId="15"/>
        <pc:sldMkLst>
          <pc:docMk/>
          <pc:sldMk cId="1115666099" sldId="346"/>
        </pc:sldMkLst>
      </pc:sldChg>
      <pc:sldChg chg="modSp mod">
        <pc:chgData name="嘉展 張" userId="56c0cc265fef7f12" providerId="LiveId" clId="{4409F9D8-FA24-44EF-8020-254A52CDBD6B}" dt="2025-07-11T23:45:47.305" v="131"/>
        <pc:sldMkLst>
          <pc:docMk/>
          <pc:sldMk cId="3822570613" sldId="347"/>
        </pc:sldMkLst>
      </pc:sldChg>
      <pc:sldChg chg="modSp mod">
        <pc:chgData name="嘉展 張" userId="56c0cc265fef7f12" providerId="LiveId" clId="{4409F9D8-FA24-44EF-8020-254A52CDBD6B}" dt="2025-07-11T23:44:22.209" v="117" actId="207"/>
        <pc:sldMkLst>
          <pc:docMk/>
          <pc:sldMk cId="732333138" sldId="351"/>
        </pc:sldMkLst>
      </pc:sldChg>
      <pc:sldChg chg="modSp mod">
        <pc:chgData name="嘉展 張" userId="56c0cc265fef7f12" providerId="LiveId" clId="{4409F9D8-FA24-44EF-8020-254A52CDBD6B}" dt="2025-07-11T23:46:02.119" v="133" actId="15"/>
        <pc:sldMkLst>
          <pc:docMk/>
          <pc:sldMk cId="2503062332" sldId="354"/>
        </pc:sldMkLst>
      </pc:sldChg>
      <pc:sldChg chg="modSp mod">
        <pc:chgData name="嘉展 張" userId="56c0cc265fef7f12" providerId="LiveId" clId="{4409F9D8-FA24-44EF-8020-254A52CDBD6B}" dt="2025-07-11T23:46:21.269" v="136"/>
        <pc:sldMkLst>
          <pc:docMk/>
          <pc:sldMk cId="2169278876" sldId="355"/>
        </pc:sldMkLst>
      </pc:sldChg>
      <pc:sldChg chg="modSp mod">
        <pc:chgData name="嘉展 張" userId="56c0cc265fef7f12" providerId="LiveId" clId="{4409F9D8-FA24-44EF-8020-254A52CDBD6B}" dt="2025-07-11T23:45:10.882" v="125" actId="6549"/>
        <pc:sldMkLst>
          <pc:docMk/>
          <pc:sldMk cId="4193172206" sldId="358"/>
        </pc:sldMkLst>
      </pc:sldChg>
      <pc:sldChg chg="modSp mod">
        <pc:chgData name="嘉展 張" userId="56c0cc265fef7f12" providerId="LiveId" clId="{4409F9D8-FA24-44EF-8020-254A52CDBD6B}" dt="2025-07-11T23:43:01.538" v="78" actId="207"/>
        <pc:sldMkLst>
          <pc:docMk/>
          <pc:sldMk cId="3585428774" sldId="359"/>
        </pc:sldMkLst>
      </pc:sldChg>
      <pc:sldChg chg="del">
        <pc:chgData name="嘉展 張" userId="56c0cc265fef7f12" providerId="LiveId" clId="{4409F9D8-FA24-44EF-8020-254A52CDBD6B}" dt="2025-07-11T23:43:08.834" v="79" actId="47"/>
        <pc:sldMkLst>
          <pc:docMk/>
          <pc:sldMk cId="2901890192" sldId="364"/>
        </pc:sldMkLst>
      </pc:sldChg>
      <pc:sldChg chg="del">
        <pc:chgData name="嘉展 張" userId="56c0cc265fef7f12" providerId="LiveId" clId="{4409F9D8-FA24-44EF-8020-254A52CDBD6B}" dt="2025-07-11T23:44:29.335" v="118" actId="47"/>
        <pc:sldMkLst>
          <pc:docMk/>
          <pc:sldMk cId="4208653585" sldId="365"/>
        </pc:sldMkLst>
      </pc:sldChg>
      <pc:sldChg chg="add">
        <pc:chgData name="嘉展 張" userId="56c0cc265fef7f12" providerId="LiveId" clId="{4409F9D8-FA24-44EF-8020-254A52CDBD6B}" dt="2025-07-11T23:42:57.506" v="77"/>
        <pc:sldMkLst>
          <pc:docMk/>
          <pc:sldMk cId="3330119125" sldId="366"/>
        </pc:sldMkLst>
      </pc:sldChg>
      <pc:sldChg chg="add">
        <pc:chgData name="嘉展 張" userId="56c0cc265fef7f12" providerId="LiveId" clId="{4409F9D8-FA24-44EF-8020-254A52CDBD6B}" dt="2025-07-11T23:44:15.134" v="116"/>
        <pc:sldMkLst>
          <pc:docMk/>
          <pc:sldMk cId="1800767988" sldId="367"/>
        </pc:sldMkLst>
      </pc:sldChg>
      <pc:sldMasterChg chg="modSldLayout">
        <pc:chgData name="嘉展 張" userId="56c0cc265fef7f12" providerId="LiveId" clId="{4409F9D8-FA24-44EF-8020-254A52CDBD6B}" dt="2025-07-11T23:41:22.191" v="34" actId="6549"/>
        <pc:sldMasterMkLst>
          <pc:docMk/>
          <pc:sldMasterMk cId="2733321511" sldId="2147483688"/>
        </pc:sldMasterMkLst>
        <pc:sldLayoutChg chg="modSp mod">
          <pc:chgData name="嘉展 張" userId="56c0cc265fef7f12" providerId="LiveId" clId="{4409F9D8-FA24-44EF-8020-254A52CDBD6B}" dt="2025-07-11T23:41:22.191" v="34" actId="6549"/>
          <pc:sldLayoutMkLst>
            <pc:docMk/>
            <pc:sldMasterMk cId="2733321511" sldId="2147483688"/>
            <pc:sldLayoutMk cId="2749409723" sldId="2147483690"/>
          </pc:sldLayoutMkLst>
        </pc:sldLayoutChg>
      </pc:sldMasterChg>
    </pc:docChg>
  </pc:docChgLst>
  <pc:docChgLst>
    <pc:chgData name="嘉展 張" userId="56c0cc265fef7f12" providerId="LiveId" clId="{6490EF86-C587-4E8A-87DA-6584A4DA6CA7}"/>
    <pc:docChg chg="undo custSel addSld delSld modSld sldOrd modMainMaster">
      <pc:chgData name="嘉展 張" userId="56c0cc265fef7f12" providerId="LiveId" clId="{6490EF86-C587-4E8A-87DA-6584A4DA6CA7}" dt="2025-08-24T07:50:23.572" v="292" actId="207"/>
      <pc:docMkLst>
        <pc:docMk/>
      </pc:docMkLst>
      <pc:sldChg chg="addSp delSp modSp mod">
        <pc:chgData name="嘉展 張" userId="56c0cc265fef7f12" providerId="LiveId" clId="{6490EF86-C587-4E8A-87DA-6584A4DA6CA7}" dt="2025-07-14T13:03:00.967" v="85" actId="207"/>
        <pc:sldMkLst>
          <pc:docMk/>
          <pc:sldMk cId="3585428774" sldId="359"/>
        </pc:sldMkLst>
      </pc:sldChg>
      <pc:sldChg chg="addSp delSp modSp mod">
        <pc:chgData name="嘉展 張" userId="56c0cc265fef7f12" providerId="LiveId" clId="{6490EF86-C587-4E8A-87DA-6584A4DA6CA7}" dt="2025-07-14T13:27:07.447" v="237" actId="20577"/>
        <pc:sldMkLst>
          <pc:docMk/>
          <pc:sldMk cId="988387482" sldId="370"/>
        </pc:sldMkLst>
      </pc:sldChg>
      <pc:sldChg chg="del">
        <pc:chgData name="嘉展 張" userId="56c0cc265fef7f12" providerId="LiveId" clId="{6490EF86-C587-4E8A-87DA-6584A4DA6CA7}" dt="2025-07-14T13:02:56.930" v="83" actId="47"/>
        <pc:sldMkLst>
          <pc:docMk/>
          <pc:sldMk cId="3132866523" sldId="371"/>
        </pc:sldMkLst>
      </pc:sldChg>
      <pc:sldChg chg="del">
        <pc:chgData name="嘉展 張" userId="56c0cc265fef7f12" providerId="LiveId" clId="{6490EF86-C587-4E8A-87DA-6584A4DA6CA7}" dt="2025-07-14T13:15:19.272" v="226" actId="47"/>
        <pc:sldMkLst>
          <pc:docMk/>
          <pc:sldMk cId="620344238" sldId="372"/>
        </pc:sldMkLst>
      </pc:sldChg>
      <pc:sldChg chg="add">
        <pc:chgData name="嘉展 張" userId="56c0cc265fef7f12" providerId="LiveId" clId="{6490EF86-C587-4E8A-87DA-6584A4DA6CA7}" dt="2025-07-14T13:02:52.714" v="82"/>
        <pc:sldMkLst>
          <pc:docMk/>
          <pc:sldMk cId="1553796753" sldId="373"/>
        </pc:sldMkLst>
      </pc:sldChg>
      <pc:sldChg chg="add">
        <pc:chgData name="嘉展 張" userId="56c0cc265fef7f12" providerId="LiveId" clId="{6490EF86-C587-4E8A-87DA-6584A4DA6CA7}" dt="2025-07-14T13:15:17.021" v="225"/>
        <pc:sldMkLst>
          <pc:docMk/>
          <pc:sldMk cId="1667836262" sldId="374"/>
        </pc:sldMkLst>
      </pc:sldChg>
    </pc:docChg>
  </pc:docChgLst>
  <pc:docChgLst>
    <pc:chgData name="嘉展 張" userId="56c0cc265fef7f12" providerId="LiveId" clId="{7F69A522-7DAF-4A02-BC46-5EFA4FA51996}"/>
    <pc:docChg chg="undo redo custSel addSld delSld modSld sldOrd modMainMaster">
      <pc:chgData name="嘉展 張" userId="56c0cc265fef7f12" providerId="LiveId" clId="{7F69A522-7DAF-4A02-BC46-5EFA4FA51996}" dt="2025-07-07T11:43:59.783" v="1614" actId="20577"/>
      <pc:docMkLst>
        <pc:docMk/>
      </pc:docMkLst>
      <pc:sldChg chg="addSp modSp mod">
        <pc:chgData name="嘉展 張" userId="56c0cc265fef7f12" providerId="LiveId" clId="{7F69A522-7DAF-4A02-BC46-5EFA4FA51996}" dt="2025-07-07T07:12:49.739" v="133" actId="6549"/>
        <pc:sldMkLst>
          <pc:docMk/>
          <pc:sldMk cId="1698366788" sldId="274"/>
        </pc:sldMkLst>
      </pc:sldChg>
      <pc:sldChg chg="modSp mod">
        <pc:chgData name="嘉展 張" userId="56c0cc265fef7f12" providerId="LiveId" clId="{7F69A522-7DAF-4A02-BC46-5EFA4FA51996}" dt="2025-07-07T10:47:32.083" v="879" actId="15"/>
        <pc:sldMkLst>
          <pc:docMk/>
          <pc:sldMk cId="516855969" sldId="328"/>
        </pc:sldMkLst>
      </pc:sldChg>
      <pc:sldChg chg="del">
        <pc:chgData name="嘉展 張" userId="56c0cc265fef7f12" providerId="LiveId" clId="{7F69A522-7DAF-4A02-BC46-5EFA4FA51996}" dt="2025-07-07T10:48:34.374" v="888" actId="47"/>
        <pc:sldMkLst>
          <pc:docMk/>
          <pc:sldMk cId="1848417769" sldId="329"/>
        </pc:sldMkLst>
      </pc:sldChg>
      <pc:sldChg chg="del">
        <pc:chgData name="嘉展 張" userId="56c0cc265fef7f12" providerId="LiveId" clId="{7F69A522-7DAF-4A02-BC46-5EFA4FA51996}" dt="2025-07-07T10:48:34.374" v="888" actId="47"/>
        <pc:sldMkLst>
          <pc:docMk/>
          <pc:sldMk cId="725604826" sldId="330"/>
        </pc:sldMkLst>
      </pc:sldChg>
      <pc:sldChg chg="modSp mod">
        <pc:chgData name="嘉展 張" userId="56c0cc265fef7f12" providerId="LiveId" clId="{7F69A522-7DAF-4A02-BC46-5EFA4FA51996}" dt="2025-07-07T07:34:37.926" v="646" actId="20577"/>
        <pc:sldMkLst>
          <pc:docMk/>
          <pc:sldMk cId="1652940647" sldId="335"/>
        </pc:sldMkLst>
      </pc:sldChg>
      <pc:sldChg chg="modSp mod">
        <pc:chgData name="嘉展 張" userId="56c0cc265fef7f12" providerId="LiveId" clId="{7F69A522-7DAF-4A02-BC46-5EFA4FA51996}" dt="2025-07-07T10:41:39.183" v="813" actId="20577"/>
        <pc:sldMkLst>
          <pc:docMk/>
          <pc:sldMk cId="3676040206" sldId="336"/>
        </pc:sldMkLst>
      </pc:sldChg>
      <pc:sldChg chg="modSp mod">
        <pc:chgData name="嘉展 張" userId="56c0cc265fef7f12" providerId="LiveId" clId="{7F69A522-7DAF-4A02-BC46-5EFA4FA51996}" dt="2025-07-07T07:37:27.551" v="655"/>
        <pc:sldMkLst>
          <pc:docMk/>
          <pc:sldMk cId="2128628793" sldId="337"/>
        </pc:sldMkLst>
      </pc:sldChg>
      <pc:sldChg chg="del">
        <pc:chgData name="嘉展 張" userId="56c0cc265fef7f12" providerId="LiveId" clId="{7F69A522-7DAF-4A02-BC46-5EFA4FA51996}" dt="2025-07-07T07:14:28.904" v="169" actId="47"/>
        <pc:sldMkLst>
          <pc:docMk/>
          <pc:sldMk cId="4036497139" sldId="338"/>
        </pc:sldMkLst>
      </pc:sldChg>
      <pc:sldChg chg="modSp del mod">
        <pc:chgData name="嘉展 張" userId="56c0cc265fef7f12" providerId="LiveId" clId="{7F69A522-7DAF-4A02-BC46-5EFA4FA51996}" dt="2025-07-07T10:47:46.757" v="882" actId="47"/>
        <pc:sldMkLst>
          <pc:docMk/>
          <pc:sldMk cId="2939669483" sldId="339"/>
        </pc:sldMkLst>
      </pc:sldChg>
      <pc:sldChg chg="del">
        <pc:chgData name="嘉展 張" userId="56c0cc265fef7f12" providerId="LiveId" clId="{7F69A522-7DAF-4A02-BC46-5EFA4FA51996}" dt="2025-07-07T10:48:34.374" v="888" actId="47"/>
        <pc:sldMkLst>
          <pc:docMk/>
          <pc:sldMk cId="1195771477" sldId="340"/>
        </pc:sldMkLst>
      </pc:sldChg>
      <pc:sldChg chg="del">
        <pc:chgData name="嘉展 張" userId="56c0cc265fef7f12" providerId="LiveId" clId="{7F69A522-7DAF-4A02-BC46-5EFA4FA51996}" dt="2025-07-07T10:48:34.374" v="888" actId="47"/>
        <pc:sldMkLst>
          <pc:docMk/>
          <pc:sldMk cId="3653896156" sldId="341"/>
        </pc:sldMkLst>
      </pc:sldChg>
      <pc:sldChg chg="modSp mod">
        <pc:chgData name="嘉展 張" userId="56c0cc265fef7f12" providerId="LiveId" clId="{7F69A522-7DAF-4A02-BC46-5EFA4FA51996}" dt="2025-07-07T11:43:47.461" v="1596" actId="20577"/>
        <pc:sldMkLst>
          <pc:docMk/>
          <pc:sldMk cId="345017411" sldId="343"/>
        </pc:sldMkLst>
      </pc:sldChg>
      <pc:sldChg chg="modSp add mod">
        <pc:chgData name="嘉展 張" userId="56c0cc265fef7f12" providerId="LiveId" clId="{7F69A522-7DAF-4A02-BC46-5EFA4FA51996}" dt="2025-07-07T10:42:22.726" v="848" actId="207"/>
        <pc:sldMkLst>
          <pc:docMk/>
          <pc:sldMk cId="919750547" sldId="344"/>
        </pc:sldMkLst>
      </pc:sldChg>
      <pc:sldChg chg="add del">
        <pc:chgData name="嘉展 張" userId="56c0cc265fef7f12" providerId="LiveId" clId="{7F69A522-7DAF-4A02-BC46-5EFA4FA51996}" dt="2025-07-07T10:47:26.562" v="877" actId="47"/>
        <pc:sldMkLst>
          <pc:docMk/>
          <pc:sldMk cId="1590898524" sldId="345"/>
        </pc:sldMkLst>
      </pc:sldChg>
      <pc:sldChg chg="addSp modSp add del">
        <pc:chgData name="嘉展 張" userId="56c0cc265fef7f12" providerId="LiveId" clId="{7F69A522-7DAF-4A02-BC46-5EFA4FA51996}" dt="2025-07-07T10:46:57.549" v="873"/>
        <pc:sldMkLst>
          <pc:docMk/>
          <pc:sldMk cId="2963216146" sldId="345"/>
        </pc:sldMkLst>
      </pc:sldChg>
      <pc:sldChg chg="addSp modSp add mod">
        <pc:chgData name="嘉展 張" userId="56c0cc265fef7f12" providerId="LiveId" clId="{7F69A522-7DAF-4A02-BC46-5EFA4FA51996}" dt="2025-07-07T10:48:51.726" v="905" actId="20577"/>
        <pc:sldMkLst>
          <pc:docMk/>
          <pc:sldMk cId="3752334464" sldId="345"/>
        </pc:sldMkLst>
      </pc:sldChg>
      <pc:sldChg chg="modSp add mod ord">
        <pc:chgData name="嘉展 張" userId="56c0cc265fef7f12" providerId="LiveId" clId="{7F69A522-7DAF-4A02-BC46-5EFA4FA51996}" dt="2025-07-07T10:50:38.949" v="944" actId="20577"/>
        <pc:sldMkLst>
          <pc:docMk/>
          <pc:sldMk cId="1115666099" sldId="346"/>
        </pc:sldMkLst>
      </pc:sldChg>
      <pc:sldChg chg="add del">
        <pc:chgData name="嘉展 張" userId="56c0cc265fef7f12" providerId="LiveId" clId="{7F69A522-7DAF-4A02-BC46-5EFA4FA51996}" dt="2025-07-07T10:48:34.374" v="888" actId="47"/>
        <pc:sldMkLst>
          <pc:docMk/>
          <pc:sldMk cId="2840440202" sldId="346"/>
        </pc:sldMkLst>
      </pc:sldChg>
      <pc:sldChg chg="addSp modSp add mod">
        <pc:chgData name="嘉展 張" userId="56c0cc265fef7f12" providerId="LiveId" clId="{7F69A522-7DAF-4A02-BC46-5EFA4FA51996}" dt="2025-07-07T10:51:30.889" v="950" actId="20577"/>
        <pc:sldMkLst>
          <pc:docMk/>
          <pc:sldMk cId="3822570613" sldId="347"/>
        </pc:sldMkLst>
      </pc:sldChg>
      <pc:sldChg chg="modSp add mod ord">
        <pc:chgData name="嘉展 張" userId="56c0cc265fef7f12" providerId="LiveId" clId="{7F69A522-7DAF-4A02-BC46-5EFA4FA51996}" dt="2025-07-07T10:52:46.104" v="983" actId="6549"/>
        <pc:sldMkLst>
          <pc:docMk/>
          <pc:sldMk cId="2652490174" sldId="348"/>
        </pc:sldMkLst>
      </pc:sldChg>
      <pc:sldChg chg="addSp modSp add mod">
        <pc:chgData name="嘉展 張" userId="56c0cc265fef7f12" providerId="LiveId" clId="{7F69A522-7DAF-4A02-BC46-5EFA4FA51996}" dt="2025-07-07T10:53:10.646" v="989" actId="207"/>
        <pc:sldMkLst>
          <pc:docMk/>
          <pc:sldMk cId="2056490660" sldId="349"/>
        </pc:sldMkLst>
      </pc:sldChg>
      <pc:sldChg chg="modSp add del mod">
        <pc:chgData name="嘉展 張" userId="56c0cc265fef7f12" providerId="LiveId" clId="{7F69A522-7DAF-4A02-BC46-5EFA4FA51996}" dt="2025-07-07T11:43:02.907" v="1552" actId="47"/>
        <pc:sldMkLst>
          <pc:docMk/>
          <pc:sldMk cId="1303398649" sldId="350"/>
        </pc:sldMkLst>
      </pc:sldChg>
      <pc:sldMasterChg chg="modSldLayout">
        <pc:chgData name="嘉展 張" userId="56c0cc265fef7f12" providerId="LiveId" clId="{7F69A522-7DAF-4A02-BC46-5EFA4FA51996}" dt="2025-07-07T06:57:29.419" v="122" actId="20577"/>
        <pc:sldMasterMkLst>
          <pc:docMk/>
          <pc:sldMasterMk cId="2733321511" sldId="2147483688"/>
        </pc:sldMasterMkLst>
        <pc:sldLayoutChg chg="delSp mod">
          <pc:chgData name="嘉展 張" userId="56c0cc265fef7f12" providerId="LiveId" clId="{7F69A522-7DAF-4A02-BC46-5EFA4FA51996}" dt="2025-07-07T04:33:12.003" v="0" actId="21"/>
          <pc:sldLayoutMkLst>
            <pc:docMk/>
            <pc:sldMasterMk cId="2733321511" sldId="2147483688"/>
            <pc:sldLayoutMk cId="810264706" sldId="2147483689"/>
          </pc:sldLayoutMkLst>
        </pc:sldLayoutChg>
        <pc:sldLayoutChg chg="modSp mod">
          <pc:chgData name="嘉展 張" userId="56c0cc265fef7f12" providerId="LiveId" clId="{7F69A522-7DAF-4A02-BC46-5EFA4FA51996}" dt="2025-07-07T06:57:29.419" v="122" actId="20577"/>
          <pc:sldLayoutMkLst>
            <pc:docMk/>
            <pc:sldMasterMk cId="2733321511" sldId="2147483688"/>
            <pc:sldLayoutMk cId="2749409723" sldId="2147483690"/>
          </pc:sldLayoutMkLst>
        </pc:sldLayoutChg>
      </pc:sldMasterChg>
    </pc:docChg>
  </pc:docChgLst>
  <pc:docChgLst>
    <pc:chgData name="嘉展 張" userId="56c0cc265fef7f12" providerId="LiveId" clId="{9EFC1317-6306-48EB-9B4B-2FDE30204D08}"/>
    <pc:docChg chg="modSld">
      <pc:chgData name="嘉展 張" userId="56c0cc265fef7f12" providerId="LiveId" clId="{9EFC1317-6306-48EB-9B4B-2FDE30204D08}" dt="2025-09-20T02:57:30.506" v="11" actId="20577"/>
      <pc:docMkLst>
        <pc:docMk/>
      </pc:docMkLst>
      <pc:sldChg chg="modSp mod">
        <pc:chgData name="嘉展 張" userId="56c0cc265fef7f12" providerId="LiveId" clId="{9EFC1317-6306-48EB-9B4B-2FDE30204D08}" dt="2025-09-20T02:57:30.506" v="11" actId="20577"/>
        <pc:sldMkLst>
          <pc:docMk/>
          <pc:sldMk cId="3383698067" sldId="342"/>
        </pc:sldMkLst>
        <pc:spChg chg="mod">
          <ac:chgData name="嘉展 張" userId="56c0cc265fef7f12" providerId="LiveId" clId="{9EFC1317-6306-48EB-9B4B-2FDE30204D08}" dt="2025-09-20T02:57:30.506" v="11" actId="20577"/>
          <ac:spMkLst>
            <pc:docMk/>
            <pc:sldMk cId="3383698067" sldId="342"/>
            <ac:spMk id="9" creationId="{0CAF9C41-14FE-17B0-CE76-741338CCF4CA}"/>
          </ac:spMkLst>
        </pc:spChg>
      </pc:sldChg>
    </pc:docChg>
  </pc:docChgLst>
  <pc:docChgLst>
    <pc:chgData name="嘉展 張" userId="56c0cc265fef7f12" providerId="LiveId" clId="{8C17DC2B-5918-4C2A-ABAD-E0796C8BEBAA}"/>
    <pc:docChg chg="undo custSel addSld delSld modSld modMainMaster">
      <pc:chgData name="嘉展 張" userId="56c0cc265fef7f12" providerId="LiveId" clId="{8C17DC2B-5918-4C2A-ABAD-E0796C8BEBAA}" dt="2025-07-09T09:31:06.934" v="373" actId="2711"/>
      <pc:docMkLst>
        <pc:docMk/>
      </pc:docMkLst>
      <pc:sldChg chg="modSp mod">
        <pc:chgData name="嘉展 張" userId="56c0cc265fef7f12" providerId="LiveId" clId="{8C17DC2B-5918-4C2A-ABAD-E0796C8BEBAA}" dt="2025-07-09T09:14:09.580" v="41"/>
        <pc:sldMkLst>
          <pc:docMk/>
          <pc:sldMk cId="1698366788" sldId="274"/>
        </pc:sldMkLst>
      </pc:sldChg>
      <pc:sldChg chg="modSp mod">
        <pc:chgData name="嘉展 張" userId="56c0cc265fef7f12" providerId="LiveId" clId="{8C17DC2B-5918-4C2A-ABAD-E0796C8BEBAA}" dt="2025-07-09T09:23:28.904" v="318" actId="207"/>
        <pc:sldMkLst>
          <pc:docMk/>
          <pc:sldMk cId="3676040206" sldId="336"/>
        </pc:sldMkLst>
      </pc:sldChg>
      <pc:sldChg chg="modSp mod">
        <pc:chgData name="嘉展 張" userId="56c0cc265fef7f12" providerId="LiveId" clId="{8C17DC2B-5918-4C2A-ABAD-E0796C8BEBAA}" dt="2025-07-09T09:31:06.934" v="373" actId="2711"/>
        <pc:sldMkLst>
          <pc:docMk/>
          <pc:sldMk cId="3383698067" sldId="342"/>
        </pc:sldMkLst>
      </pc:sldChg>
      <pc:sldChg chg="modSp mod">
        <pc:chgData name="嘉展 張" userId="56c0cc265fef7f12" providerId="LiveId" clId="{8C17DC2B-5918-4C2A-ABAD-E0796C8BEBAA}" dt="2025-07-09T09:29:41.625" v="352" actId="20577"/>
        <pc:sldMkLst>
          <pc:docMk/>
          <pc:sldMk cId="345017411" sldId="343"/>
        </pc:sldMkLst>
      </pc:sldChg>
      <pc:sldChg chg="modSp mod">
        <pc:chgData name="嘉展 張" userId="56c0cc265fef7f12" providerId="LiveId" clId="{8C17DC2B-5918-4C2A-ABAD-E0796C8BEBAA}" dt="2025-07-09T09:25:12.609" v="320" actId="15"/>
        <pc:sldMkLst>
          <pc:docMk/>
          <pc:sldMk cId="3752334464" sldId="345"/>
        </pc:sldMkLst>
      </pc:sldChg>
      <pc:sldChg chg="modSp mod">
        <pc:chgData name="嘉展 張" userId="56c0cc265fef7f12" providerId="LiveId" clId="{8C17DC2B-5918-4C2A-ABAD-E0796C8BEBAA}" dt="2025-07-09T09:26:11.378" v="327" actId="15"/>
        <pc:sldMkLst>
          <pc:docMk/>
          <pc:sldMk cId="1115666099" sldId="346"/>
        </pc:sldMkLst>
      </pc:sldChg>
      <pc:sldChg chg="modSp mod">
        <pc:chgData name="嘉展 張" userId="56c0cc265fef7f12" providerId="LiveId" clId="{8C17DC2B-5918-4C2A-ABAD-E0796C8BEBAA}" dt="2025-07-09T09:26:39.415" v="331" actId="20577"/>
        <pc:sldMkLst>
          <pc:docMk/>
          <pc:sldMk cId="3822570613" sldId="347"/>
        </pc:sldMkLst>
      </pc:sldChg>
      <pc:sldChg chg="modSp mod">
        <pc:chgData name="嘉展 張" userId="56c0cc265fef7f12" providerId="LiveId" clId="{8C17DC2B-5918-4C2A-ABAD-E0796C8BEBAA}" dt="2025-07-09T09:19:45.557" v="174" actId="6549"/>
        <pc:sldMkLst>
          <pc:docMk/>
          <pc:sldMk cId="732333138" sldId="351"/>
        </pc:sldMkLst>
      </pc:sldChg>
      <pc:sldChg chg="modSp mod">
        <pc:chgData name="嘉展 張" userId="56c0cc265fef7f12" providerId="LiveId" clId="{8C17DC2B-5918-4C2A-ABAD-E0796C8BEBAA}" dt="2025-07-09T09:27:03.141" v="333" actId="15"/>
        <pc:sldMkLst>
          <pc:docMk/>
          <pc:sldMk cId="2503062332" sldId="354"/>
        </pc:sldMkLst>
      </pc:sldChg>
      <pc:sldChg chg="modSp mod">
        <pc:chgData name="嘉展 張" userId="56c0cc265fef7f12" providerId="LiveId" clId="{8C17DC2B-5918-4C2A-ABAD-E0796C8BEBAA}" dt="2025-07-09T09:28:04.992" v="336"/>
        <pc:sldMkLst>
          <pc:docMk/>
          <pc:sldMk cId="2169278876" sldId="355"/>
        </pc:sldMkLst>
      </pc:sldChg>
      <pc:sldChg chg="del">
        <pc:chgData name="嘉展 張" userId="56c0cc265fef7f12" providerId="LiveId" clId="{8C17DC2B-5918-4C2A-ABAD-E0796C8BEBAA}" dt="2025-07-09T09:20:12.217" v="177" actId="47"/>
        <pc:sldMkLst>
          <pc:docMk/>
          <pc:sldMk cId="3052656619" sldId="356"/>
        </pc:sldMkLst>
      </pc:sldChg>
      <pc:sldChg chg="del">
        <pc:chgData name="嘉展 張" userId="56c0cc265fef7f12" providerId="LiveId" clId="{8C17DC2B-5918-4C2A-ABAD-E0796C8BEBAA}" dt="2025-07-09T09:21:06.418" v="281" actId="47"/>
        <pc:sldMkLst>
          <pc:docMk/>
          <pc:sldMk cId="185642437" sldId="357"/>
        </pc:sldMkLst>
      </pc:sldChg>
      <pc:sldChg chg="modSp mod">
        <pc:chgData name="嘉展 張" userId="56c0cc265fef7f12" providerId="LiveId" clId="{8C17DC2B-5918-4C2A-ABAD-E0796C8BEBAA}" dt="2025-07-09T09:25:48.444" v="325" actId="207"/>
        <pc:sldMkLst>
          <pc:docMk/>
          <pc:sldMk cId="4193172206" sldId="358"/>
        </pc:sldMkLst>
      </pc:sldChg>
      <pc:sldChg chg="modSp add mod">
        <pc:chgData name="嘉展 張" userId="56c0cc265fef7f12" providerId="LiveId" clId="{8C17DC2B-5918-4C2A-ABAD-E0796C8BEBAA}" dt="2025-07-09T09:19:57.814" v="176" actId="207"/>
        <pc:sldMkLst>
          <pc:docMk/>
          <pc:sldMk cId="3585428774" sldId="359"/>
        </pc:sldMkLst>
      </pc:sldChg>
      <pc:sldChg chg="add">
        <pc:chgData name="嘉展 張" userId="56c0cc265fef7f12" providerId="LiveId" clId="{8C17DC2B-5918-4C2A-ABAD-E0796C8BEBAA}" dt="2025-07-09T09:23:26.053" v="317"/>
        <pc:sldMkLst>
          <pc:docMk/>
          <pc:sldMk cId="1907735413" sldId="360"/>
        </pc:sldMkLst>
      </pc:sldChg>
      <pc:sldMasterChg chg="modSldLayout">
        <pc:chgData name="嘉展 張" userId="56c0cc265fef7f12" providerId="LiveId" clId="{8C17DC2B-5918-4C2A-ABAD-E0796C8BEBAA}" dt="2025-07-09T09:18:08.998" v="120" actId="6549"/>
        <pc:sldMasterMkLst>
          <pc:docMk/>
          <pc:sldMasterMk cId="2733321511" sldId="2147483688"/>
        </pc:sldMasterMkLst>
        <pc:sldLayoutChg chg="modSp mod">
          <pc:chgData name="嘉展 張" userId="56c0cc265fef7f12" providerId="LiveId" clId="{8C17DC2B-5918-4C2A-ABAD-E0796C8BEBAA}" dt="2025-07-09T09:18:08.998" v="120" actId="6549"/>
          <pc:sldLayoutMkLst>
            <pc:docMk/>
            <pc:sldMasterMk cId="2733321511" sldId="2147483688"/>
            <pc:sldLayoutMk cId="2749409723" sldId="2147483690"/>
          </pc:sldLayoutMkLst>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a:extLst>
              <a:ext uri="{FF2B5EF4-FFF2-40B4-BE49-F238E27FC236}">
                <a16:creationId xmlns:a16="http://schemas.microsoft.com/office/drawing/2014/main" id="{08BF25A6-087F-D6D2-267D-B40DBA7EE1A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a:extLst>
              <a:ext uri="{FF2B5EF4-FFF2-40B4-BE49-F238E27FC236}">
                <a16:creationId xmlns:a16="http://schemas.microsoft.com/office/drawing/2014/main" id="{AA0814FC-58BC-3550-CD96-55E744A2254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C02A62F-168C-441A-BD3A-3CBD0D8996EF}" type="datetimeFigureOut">
              <a:rPr lang="zh-TW" altLang="en-US" smtClean="0"/>
              <a:t>2025/9/20</a:t>
            </a:fld>
            <a:endParaRPr lang="zh-TW" altLang="en-US"/>
          </a:p>
        </p:txBody>
      </p:sp>
      <p:sp>
        <p:nvSpPr>
          <p:cNvPr id="4" name="頁尾版面配置區 3">
            <a:extLst>
              <a:ext uri="{FF2B5EF4-FFF2-40B4-BE49-F238E27FC236}">
                <a16:creationId xmlns:a16="http://schemas.microsoft.com/office/drawing/2014/main" id="{79AE01F6-5383-DDC4-7D41-985AFCC1FBA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5" name="投影片編號版面配置區 4">
            <a:extLst>
              <a:ext uri="{FF2B5EF4-FFF2-40B4-BE49-F238E27FC236}">
                <a16:creationId xmlns:a16="http://schemas.microsoft.com/office/drawing/2014/main" id="{94AF33B8-A6BA-F9CB-9D1A-F0E84114756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DF976BC-45D2-4837-B745-B3BC93427B15}" type="slidenum">
              <a:rPr lang="zh-TW" altLang="en-US" smtClean="0"/>
              <a:t>‹#›</a:t>
            </a:fld>
            <a:endParaRPr lang="zh-TW" altLang="en-US"/>
          </a:p>
        </p:txBody>
      </p:sp>
    </p:spTree>
    <p:extLst>
      <p:ext uri="{BB962C8B-B14F-4D97-AF65-F5344CB8AC3E}">
        <p14:creationId xmlns:p14="http://schemas.microsoft.com/office/powerpoint/2010/main" val="215845105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 name="Google Shape;4;n"/>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28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28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28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28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28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28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28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28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28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BIZ UDGothic" panose="020B0400000000000000" pitchFamily="33" charset="-128"/>
        <a:ea typeface="BIZ UDGothic" panose="020B0400000000000000" pitchFamily="33" charset="-128"/>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0716CA-870F-4ACF-1F51-47ED9CD402CC}"/>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68C42929-7443-D7D8-BBAA-ED91915C57E7}"/>
              </a:ext>
            </a:extLst>
          </p:cNvPr>
          <p:cNvSpPr>
            <a:spLocks noGrp="1" noRot="1" noChangeAspect="1"/>
          </p:cNvSpPr>
          <p:nvPr>
            <p:ph type="sldImg"/>
          </p:nvPr>
        </p:nvSpPr>
        <p:spPr>
          <a:xfrm>
            <a:off x="381000" y="685800"/>
            <a:ext cx="6096000" cy="3429000"/>
          </a:xfrm>
        </p:spPr>
      </p:sp>
      <p:sp>
        <p:nvSpPr>
          <p:cNvPr id="3" name="備忘稿版面配置區 2">
            <a:extLst>
              <a:ext uri="{FF2B5EF4-FFF2-40B4-BE49-F238E27FC236}">
                <a16:creationId xmlns:a16="http://schemas.microsoft.com/office/drawing/2014/main" id="{35FD30CA-9BCA-487F-E75C-0123C4ECCB92}"/>
              </a:ext>
            </a:extLst>
          </p:cNvPr>
          <p:cNvSpPr>
            <a:spLocks noGrp="1"/>
          </p:cNvSpPr>
          <p:nvPr>
            <p:ph type="body" idx="1"/>
          </p:nvPr>
        </p:nvSpPr>
        <p:spPr/>
        <p:txBody>
          <a:bodyPr/>
          <a:lstStyle/>
          <a:p>
            <a:endParaRPr lang="zh-TW" altLang="en-US">
              <a:latin typeface="BIZ UDGothic" panose="020B0400000000000000" pitchFamily="33" charset="-128"/>
              <a:ea typeface="BIZ UDGothic" panose="020B0400000000000000" pitchFamily="33" charset="-128"/>
            </a:endParaRPr>
          </a:p>
        </p:txBody>
      </p:sp>
    </p:spTree>
    <p:extLst>
      <p:ext uri="{BB962C8B-B14F-4D97-AF65-F5344CB8AC3E}">
        <p14:creationId xmlns:p14="http://schemas.microsoft.com/office/powerpoint/2010/main" val="19890553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4BE067-0155-F040-7989-1331A2C0A491}"/>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D6F61BC1-0CF3-630E-B9E5-7555E6F841E4}"/>
              </a:ext>
            </a:extLst>
          </p:cNvPr>
          <p:cNvSpPr>
            <a:spLocks noGrp="1" noRot="1" noChangeAspect="1"/>
          </p:cNvSpPr>
          <p:nvPr>
            <p:ph type="sldImg"/>
          </p:nvPr>
        </p:nvSpPr>
        <p:spPr>
          <a:xfrm>
            <a:off x="381000" y="685800"/>
            <a:ext cx="6096000" cy="3429000"/>
          </a:xfrm>
        </p:spPr>
      </p:sp>
      <p:sp>
        <p:nvSpPr>
          <p:cNvPr id="3" name="備忘稿版面配置區 2">
            <a:extLst>
              <a:ext uri="{FF2B5EF4-FFF2-40B4-BE49-F238E27FC236}">
                <a16:creationId xmlns:a16="http://schemas.microsoft.com/office/drawing/2014/main" id="{BE457BEF-FC92-99FD-B1FE-3CFC6CF6985E}"/>
              </a:ext>
            </a:extLst>
          </p:cNvPr>
          <p:cNvSpPr>
            <a:spLocks noGrp="1"/>
          </p:cNvSpPr>
          <p:nvPr>
            <p:ph type="body" idx="1"/>
          </p:nvPr>
        </p:nvSpPr>
        <p:spPr/>
        <p:txBody>
          <a:bodyPr/>
          <a:lstStyle/>
          <a:p>
            <a:endParaRPr lang="zh-TW" altLang="en-US">
              <a:latin typeface="BIZ UDGothic" panose="020B0400000000000000" pitchFamily="33" charset="-128"/>
              <a:ea typeface="BIZ UDGothic" panose="020B0400000000000000" pitchFamily="33" charset="-128"/>
            </a:endParaRPr>
          </a:p>
        </p:txBody>
      </p:sp>
    </p:spTree>
    <p:extLst>
      <p:ext uri="{BB962C8B-B14F-4D97-AF65-F5344CB8AC3E}">
        <p14:creationId xmlns:p14="http://schemas.microsoft.com/office/powerpoint/2010/main" val="2915308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52A350-B6C1-742F-B5AE-2819E48B8337}"/>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75FDB47E-6094-D346-2799-A8C066C3B8A3}"/>
              </a:ext>
            </a:extLst>
          </p:cNvPr>
          <p:cNvSpPr>
            <a:spLocks noGrp="1" noRot="1" noChangeAspect="1"/>
          </p:cNvSpPr>
          <p:nvPr>
            <p:ph type="sldImg"/>
          </p:nvPr>
        </p:nvSpPr>
        <p:spPr>
          <a:xfrm>
            <a:off x="381000" y="685800"/>
            <a:ext cx="6096000" cy="3429000"/>
          </a:xfrm>
        </p:spPr>
      </p:sp>
      <p:sp>
        <p:nvSpPr>
          <p:cNvPr id="3" name="備忘稿版面配置區 2">
            <a:extLst>
              <a:ext uri="{FF2B5EF4-FFF2-40B4-BE49-F238E27FC236}">
                <a16:creationId xmlns:a16="http://schemas.microsoft.com/office/drawing/2014/main" id="{8477B647-F565-395E-D257-4836AFA7E5BD}"/>
              </a:ext>
            </a:extLst>
          </p:cNvPr>
          <p:cNvSpPr>
            <a:spLocks noGrp="1"/>
          </p:cNvSpPr>
          <p:nvPr>
            <p:ph type="body" idx="1"/>
          </p:nvPr>
        </p:nvSpPr>
        <p:spPr/>
        <p:txBody>
          <a:bodyPr/>
          <a:lstStyle/>
          <a:p>
            <a:endParaRPr lang="zh-TW" altLang="en-US">
              <a:latin typeface="BIZ UDGothic" panose="020B0400000000000000" pitchFamily="33" charset="-128"/>
              <a:ea typeface="BIZ UDGothic" panose="020B0400000000000000" pitchFamily="33" charset="-128"/>
            </a:endParaRPr>
          </a:p>
        </p:txBody>
      </p:sp>
    </p:spTree>
    <p:extLst>
      <p:ext uri="{BB962C8B-B14F-4D97-AF65-F5344CB8AC3E}">
        <p14:creationId xmlns:p14="http://schemas.microsoft.com/office/powerpoint/2010/main" val="40668615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B0ECB6-C63C-4DCF-11E9-708608A65371}"/>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2E72C56E-EEE9-0419-FD8D-1291BD362CFD}"/>
              </a:ext>
            </a:extLst>
          </p:cNvPr>
          <p:cNvSpPr>
            <a:spLocks noGrp="1" noRot="1" noChangeAspect="1"/>
          </p:cNvSpPr>
          <p:nvPr>
            <p:ph type="sldImg"/>
          </p:nvPr>
        </p:nvSpPr>
        <p:spPr>
          <a:xfrm>
            <a:off x="381000" y="685800"/>
            <a:ext cx="6096000" cy="3429000"/>
          </a:xfrm>
        </p:spPr>
      </p:sp>
      <p:sp>
        <p:nvSpPr>
          <p:cNvPr id="3" name="備忘稿版面配置區 2">
            <a:extLst>
              <a:ext uri="{FF2B5EF4-FFF2-40B4-BE49-F238E27FC236}">
                <a16:creationId xmlns:a16="http://schemas.microsoft.com/office/drawing/2014/main" id="{CCFC7DFC-AF47-636E-92FF-FACA36424BFE}"/>
              </a:ext>
            </a:extLst>
          </p:cNvPr>
          <p:cNvSpPr>
            <a:spLocks noGrp="1"/>
          </p:cNvSpPr>
          <p:nvPr>
            <p:ph type="body" idx="1"/>
          </p:nvPr>
        </p:nvSpPr>
        <p:spPr/>
        <p:txBody>
          <a:bodyPr/>
          <a:lstStyle/>
          <a:p>
            <a:endParaRPr lang="zh-TW" altLang="en-US">
              <a:latin typeface="BIZ UDGothic" panose="020B0400000000000000" pitchFamily="33" charset="-128"/>
              <a:ea typeface="BIZ UDGothic" panose="020B0400000000000000" pitchFamily="33" charset="-128"/>
            </a:endParaRPr>
          </a:p>
        </p:txBody>
      </p:sp>
    </p:spTree>
    <p:extLst>
      <p:ext uri="{BB962C8B-B14F-4D97-AF65-F5344CB8AC3E}">
        <p14:creationId xmlns:p14="http://schemas.microsoft.com/office/powerpoint/2010/main" val="3117994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A6B379-66A6-8293-506C-29E51887A06C}"/>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4F9A3887-4357-E0FE-7DDD-A2FAFC324C66}"/>
              </a:ext>
            </a:extLst>
          </p:cNvPr>
          <p:cNvSpPr>
            <a:spLocks noGrp="1" noRot="1" noChangeAspect="1"/>
          </p:cNvSpPr>
          <p:nvPr>
            <p:ph type="sldImg"/>
          </p:nvPr>
        </p:nvSpPr>
        <p:spPr>
          <a:xfrm>
            <a:off x="381000" y="685800"/>
            <a:ext cx="6096000" cy="3429000"/>
          </a:xfrm>
        </p:spPr>
      </p:sp>
      <p:sp>
        <p:nvSpPr>
          <p:cNvPr id="3" name="備忘稿版面配置區 2">
            <a:extLst>
              <a:ext uri="{FF2B5EF4-FFF2-40B4-BE49-F238E27FC236}">
                <a16:creationId xmlns:a16="http://schemas.microsoft.com/office/drawing/2014/main" id="{E37AB0E6-6396-E25F-0096-5941418CD854}"/>
              </a:ext>
            </a:extLst>
          </p:cNvPr>
          <p:cNvSpPr>
            <a:spLocks noGrp="1"/>
          </p:cNvSpPr>
          <p:nvPr>
            <p:ph type="body" idx="1"/>
          </p:nvPr>
        </p:nvSpPr>
        <p:spPr/>
        <p:txBody>
          <a:bodyPr/>
          <a:lstStyle/>
          <a:p>
            <a:endParaRPr lang="zh-TW" altLang="en-US">
              <a:latin typeface="BIZ UDGothic" panose="020B0400000000000000" pitchFamily="33" charset="-128"/>
              <a:ea typeface="BIZ UDGothic" panose="020B0400000000000000" pitchFamily="33" charset="-128"/>
            </a:endParaRPr>
          </a:p>
        </p:txBody>
      </p:sp>
    </p:spTree>
    <p:extLst>
      <p:ext uri="{BB962C8B-B14F-4D97-AF65-F5344CB8AC3E}">
        <p14:creationId xmlns:p14="http://schemas.microsoft.com/office/powerpoint/2010/main" val="15287842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54D6FF-0C0D-83F3-612A-BBDD094E043B}"/>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73CCD3CD-9121-CCD1-AFFD-FDC8BEC79642}"/>
              </a:ext>
            </a:extLst>
          </p:cNvPr>
          <p:cNvSpPr>
            <a:spLocks noGrp="1" noRot="1" noChangeAspect="1"/>
          </p:cNvSpPr>
          <p:nvPr>
            <p:ph type="sldImg"/>
          </p:nvPr>
        </p:nvSpPr>
        <p:spPr>
          <a:xfrm>
            <a:off x="381000" y="685800"/>
            <a:ext cx="6096000" cy="3429000"/>
          </a:xfrm>
        </p:spPr>
      </p:sp>
      <p:sp>
        <p:nvSpPr>
          <p:cNvPr id="3" name="備忘稿版面配置區 2">
            <a:extLst>
              <a:ext uri="{FF2B5EF4-FFF2-40B4-BE49-F238E27FC236}">
                <a16:creationId xmlns:a16="http://schemas.microsoft.com/office/drawing/2014/main" id="{50A8C1D2-90A8-9103-56B9-E33BF3DB8359}"/>
              </a:ext>
            </a:extLst>
          </p:cNvPr>
          <p:cNvSpPr>
            <a:spLocks noGrp="1"/>
          </p:cNvSpPr>
          <p:nvPr>
            <p:ph type="body" idx="1"/>
          </p:nvPr>
        </p:nvSpPr>
        <p:spPr/>
        <p:txBody>
          <a:bodyPr/>
          <a:lstStyle/>
          <a:p>
            <a:endParaRPr lang="zh-TW" altLang="en-US">
              <a:latin typeface="BIZ UDGothic" panose="020B0400000000000000" pitchFamily="33" charset="-128"/>
              <a:ea typeface="BIZ UDGothic" panose="020B0400000000000000" pitchFamily="33" charset="-128"/>
            </a:endParaRPr>
          </a:p>
        </p:txBody>
      </p:sp>
    </p:spTree>
    <p:extLst>
      <p:ext uri="{BB962C8B-B14F-4D97-AF65-F5344CB8AC3E}">
        <p14:creationId xmlns:p14="http://schemas.microsoft.com/office/powerpoint/2010/main" val="5866297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89704E-7EED-C2D2-AB0C-9735446DFE51}"/>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9EC38AC2-0366-3164-A5DC-828EC5C85F9E}"/>
              </a:ext>
            </a:extLst>
          </p:cNvPr>
          <p:cNvSpPr>
            <a:spLocks noGrp="1" noRot="1" noChangeAspect="1"/>
          </p:cNvSpPr>
          <p:nvPr>
            <p:ph type="sldImg"/>
          </p:nvPr>
        </p:nvSpPr>
        <p:spPr>
          <a:xfrm>
            <a:off x="381000" y="685800"/>
            <a:ext cx="6096000" cy="3429000"/>
          </a:xfrm>
        </p:spPr>
      </p:sp>
      <p:sp>
        <p:nvSpPr>
          <p:cNvPr id="3" name="備忘稿版面配置區 2">
            <a:extLst>
              <a:ext uri="{FF2B5EF4-FFF2-40B4-BE49-F238E27FC236}">
                <a16:creationId xmlns:a16="http://schemas.microsoft.com/office/drawing/2014/main" id="{821BE83F-F2D0-7D4D-6FCD-F1A7DC9883A3}"/>
              </a:ext>
            </a:extLst>
          </p:cNvPr>
          <p:cNvSpPr>
            <a:spLocks noGrp="1"/>
          </p:cNvSpPr>
          <p:nvPr>
            <p:ph type="body" idx="1"/>
          </p:nvPr>
        </p:nvSpPr>
        <p:spPr/>
        <p:txBody>
          <a:bodyPr/>
          <a:lstStyle/>
          <a:p>
            <a:endParaRPr lang="zh-TW" altLang="en-US">
              <a:latin typeface="BIZ UDGothic" panose="020B0400000000000000" pitchFamily="33" charset="-128"/>
              <a:ea typeface="BIZ UDGothic" panose="020B0400000000000000" pitchFamily="33" charset="-128"/>
            </a:endParaRPr>
          </a:p>
        </p:txBody>
      </p:sp>
    </p:spTree>
    <p:extLst>
      <p:ext uri="{BB962C8B-B14F-4D97-AF65-F5344CB8AC3E}">
        <p14:creationId xmlns:p14="http://schemas.microsoft.com/office/powerpoint/2010/main" val="20394766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7C7D44-8515-EA05-78FF-A15CE5600A0A}"/>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47F962DF-1858-3443-38F9-00426D551466}"/>
              </a:ext>
            </a:extLst>
          </p:cNvPr>
          <p:cNvSpPr>
            <a:spLocks noGrp="1" noRot="1" noChangeAspect="1"/>
          </p:cNvSpPr>
          <p:nvPr>
            <p:ph type="sldImg"/>
          </p:nvPr>
        </p:nvSpPr>
        <p:spPr>
          <a:xfrm>
            <a:off x="381000" y="685800"/>
            <a:ext cx="6096000" cy="3429000"/>
          </a:xfrm>
        </p:spPr>
      </p:sp>
      <p:sp>
        <p:nvSpPr>
          <p:cNvPr id="3" name="備忘稿版面配置區 2">
            <a:extLst>
              <a:ext uri="{FF2B5EF4-FFF2-40B4-BE49-F238E27FC236}">
                <a16:creationId xmlns:a16="http://schemas.microsoft.com/office/drawing/2014/main" id="{D4104576-44CB-1017-4E20-3C5F49A08F45}"/>
              </a:ext>
            </a:extLst>
          </p:cNvPr>
          <p:cNvSpPr>
            <a:spLocks noGrp="1"/>
          </p:cNvSpPr>
          <p:nvPr>
            <p:ph type="body" idx="1"/>
          </p:nvPr>
        </p:nvSpPr>
        <p:spPr/>
        <p:txBody>
          <a:bodyPr/>
          <a:lstStyle/>
          <a:p>
            <a:endParaRPr lang="zh-TW" altLang="en-US">
              <a:latin typeface="BIZ UDGothic" panose="020B0400000000000000" pitchFamily="33" charset="-128"/>
              <a:ea typeface="BIZ UDGothic" panose="020B0400000000000000" pitchFamily="33" charset="-128"/>
            </a:endParaRPr>
          </a:p>
        </p:txBody>
      </p:sp>
    </p:spTree>
    <p:extLst>
      <p:ext uri="{BB962C8B-B14F-4D97-AF65-F5344CB8AC3E}">
        <p14:creationId xmlns:p14="http://schemas.microsoft.com/office/powerpoint/2010/main" val="43288548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A1817C-F287-F065-8882-D7A4DE98C6AB}"/>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AEDAC0BE-EE20-BA6B-0516-1B9B0FE68528}"/>
              </a:ext>
            </a:extLst>
          </p:cNvPr>
          <p:cNvSpPr>
            <a:spLocks noGrp="1" noRot="1" noChangeAspect="1"/>
          </p:cNvSpPr>
          <p:nvPr>
            <p:ph type="sldImg"/>
          </p:nvPr>
        </p:nvSpPr>
        <p:spPr>
          <a:xfrm>
            <a:off x="381000" y="685800"/>
            <a:ext cx="6096000" cy="3429000"/>
          </a:xfrm>
        </p:spPr>
      </p:sp>
      <p:sp>
        <p:nvSpPr>
          <p:cNvPr id="3" name="備忘稿版面配置區 2">
            <a:extLst>
              <a:ext uri="{FF2B5EF4-FFF2-40B4-BE49-F238E27FC236}">
                <a16:creationId xmlns:a16="http://schemas.microsoft.com/office/drawing/2014/main" id="{1C8B431F-7A24-FB64-CF33-07FADF8305AE}"/>
              </a:ext>
            </a:extLst>
          </p:cNvPr>
          <p:cNvSpPr>
            <a:spLocks noGrp="1"/>
          </p:cNvSpPr>
          <p:nvPr>
            <p:ph type="body" idx="1"/>
          </p:nvPr>
        </p:nvSpPr>
        <p:spPr/>
        <p:txBody>
          <a:bodyPr/>
          <a:lstStyle/>
          <a:p>
            <a:endParaRPr lang="zh-TW" altLang="en-US">
              <a:latin typeface="BIZ UDGothic" panose="020B0400000000000000" pitchFamily="33" charset="-128"/>
              <a:ea typeface="BIZ UDGothic" panose="020B0400000000000000" pitchFamily="33" charset="-128"/>
            </a:endParaRPr>
          </a:p>
        </p:txBody>
      </p:sp>
    </p:spTree>
    <p:extLst>
      <p:ext uri="{BB962C8B-B14F-4D97-AF65-F5344CB8AC3E}">
        <p14:creationId xmlns:p14="http://schemas.microsoft.com/office/powerpoint/2010/main" val="20806188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2AF310-7F58-FA17-6341-7E5E80802E2A}"/>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B57D5293-8193-FF20-FA48-8B4F97398583}"/>
              </a:ext>
            </a:extLst>
          </p:cNvPr>
          <p:cNvSpPr>
            <a:spLocks noGrp="1" noRot="1" noChangeAspect="1"/>
          </p:cNvSpPr>
          <p:nvPr>
            <p:ph type="sldImg"/>
          </p:nvPr>
        </p:nvSpPr>
        <p:spPr>
          <a:xfrm>
            <a:off x="381000" y="685800"/>
            <a:ext cx="6096000" cy="3429000"/>
          </a:xfrm>
        </p:spPr>
      </p:sp>
      <p:sp>
        <p:nvSpPr>
          <p:cNvPr id="3" name="備忘稿版面配置區 2">
            <a:extLst>
              <a:ext uri="{FF2B5EF4-FFF2-40B4-BE49-F238E27FC236}">
                <a16:creationId xmlns:a16="http://schemas.microsoft.com/office/drawing/2014/main" id="{6804C5F3-E8CC-A1B4-0A04-FF293BA05143}"/>
              </a:ext>
            </a:extLst>
          </p:cNvPr>
          <p:cNvSpPr>
            <a:spLocks noGrp="1"/>
          </p:cNvSpPr>
          <p:nvPr>
            <p:ph type="body" idx="1"/>
          </p:nvPr>
        </p:nvSpPr>
        <p:spPr/>
        <p:txBody>
          <a:bodyPr/>
          <a:lstStyle/>
          <a:p>
            <a:endParaRPr lang="zh-TW" altLang="en-US">
              <a:latin typeface="BIZ UDGothic" panose="020B0400000000000000" pitchFamily="33" charset="-128"/>
              <a:ea typeface="BIZ UDGothic" panose="020B0400000000000000" pitchFamily="33" charset="-128"/>
            </a:endParaRPr>
          </a:p>
        </p:txBody>
      </p:sp>
    </p:spTree>
    <p:extLst>
      <p:ext uri="{BB962C8B-B14F-4D97-AF65-F5344CB8AC3E}">
        <p14:creationId xmlns:p14="http://schemas.microsoft.com/office/powerpoint/2010/main" val="392469905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4BE18B-9284-4C34-1C60-E918802CD2F1}"/>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3E8BB489-F93C-819E-5985-79CFC6810C93}"/>
              </a:ext>
            </a:extLst>
          </p:cNvPr>
          <p:cNvSpPr>
            <a:spLocks noGrp="1" noRot="1" noChangeAspect="1"/>
          </p:cNvSpPr>
          <p:nvPr>
            <p:ph type="sldImg"/>
          </p:nvPr>
        </p:nvSpPr>
        <p:spPr>
          <a:xfrm>
            <a:off x="381000" y="685800"/>
            <a:ext cx="6096000" cy="3429000"/>
          </a:xfrm>
        </p:spPr>
      </p:sp>
      <p:sp>
        <p:nvSpPr>
          <p:cNvPr id="3" name="備忘稿版面配置區 2">
            <a:extLst>
              <a:ext uri="{FF2B5EF4-FFF2-40B4-BE49-F238E27FC236}">
                <a16:creationId xmlns:a16="http://schemas.microsoft.com/office/drawing/2014/main" id="{D2245CC0-BD14-DF5C-7A17-EFCD00FFE3D1}"/>
              </a:ext>
            </a:extLst>
          </p:cNvPr>
          <p:cNvSpPr>
            <a:spLocks noGrp="1"/>
          </p:cNvSpPr>
          <p:nvPr>
            <p:ph type="body" idx="1"/>
          </p:nvPr>
        </p:nvSpPr>
        <p:spPr/>
        <p:txBody>
          <a:bodyPr/>
          <a:lstStyle/>
          <a:p>
            <a:endParaRPr lang="zh-TW" altLang="en-US">
              <a:latin typeface="BIZ UDGothic" panose="020B0400000000000000" pitchFamily="33" charset="-128"/>
              <a:ea typeface="BIZ UDGothic" panose="020B0400000000000000" pitchFamily="33" charset="-128"/>
            </a:endParaRPr>
          </a:p>
        </p:txBody>
      </p:sp>
    </p:spTree>
    <p:extLst>
      <p:ext uri="{BB962C8B-B14F-4D97-AF65-F5344CB8AC3E}">
        <p14:creationId xmlns:p14="http://schemas.microsoft.com/office/powerpoint/2010/main" val="369686293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B9F13D-1ED7-DF52-F6AD-DA3481E6ACF2}"/>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517BBF0B-7D7D-D6A0-63D5-6153918B7293}"/>
              </a:ext>
            </a:extLst>
          </p:cNvPr>
          <p:cNvSpPr>
            <a:spLocks noGrp="1" noRot="1" noChangeAspect="1"/>
          </p:cNvSpPr>
          <p:nvPr>
            <p:ph type="sldImg"/>
          </p:nvPr>
        </p:nvSpPr>
        <p:spPr>
          <a:xfrm>
            <a:off x="381000" y="685800"/>
            <a:ext cx="6096000" cy="3429000"/>
          </a:xfrm>
        </p:spPr>
      </p:sp>
      <p:sp>
        <p:nvSpPr>
          <p:cNvPr id="3" name="備忘稿版面配置區 2">
            <a:extLst>
              <a:ext uri="{FF2B5EF4-FFF2-40B4-BE49-F238E27FC236}">
                <a16:creationId xmlns:a16="http://schemas.microsoft.com/office/drawing/2014/main" id="{E95CD1C0-0BA9-E1F1-B6A8-BEA3D120E687}"/>
              </a:ext>
            </a:extLst>
          </p:cNvPr>
          <p:cNvSpPr>
            <a:spLocks noGrp="1"/>
          </p:cNvSpPr>
          <p:nvPr>
            <p:ph type="body" idx="1"/>
          </p:nvPr>
        </p:nvSpPr>
        <p:spPr/>
        <p:txBody>
          <a:bodyPr/>
          <a:lstStyle/>
          <a:p>
            <a:endParaRPr lang="zh-TW" altLang="en-US">
              <a:latin typeface="BIZ UDGothic" panose="020B0400000000000000" pitchFamily="33" charset="-128"/>
              <a:ea typeface="BIZ UDGothic" panose="020B0400000000000000" pitchFamily="33" charset="-128"/>
            </a:endParaRPr>
          </a:p>
        </p:txBody>
      </p:sp>
    </p:spTree>
    <p:extLst>
      <p:ext uri="{BB962C8B-B14F-4D97-AF65-F5344CB8AC3E}">
        <p14:creationId xmlns:p14="http://schemas.microsoft.com/office/powerpoint/2010/main" val="162430895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9"/>
        <p:cNvGrpSpPr/>
        <p:nvPr/>
      </p:nvGrpSpPr>
      <p:grpSpPr>
        <a:xfrm>
          <a:off x="0" y="0"/>
          <a:ext cx="0" cy="0"/>
          <a:chOff x="0" y="0"/>
          <a:chExt cx="0" cy="0"/>
        </a:xfrm>
      </p:grpSpPr>
      <p:sp>
        <p:nvSpPr>
          <p:cNvPr id="300" name="Google Shape;300;p19: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latin typeface="BIZ UDGothic" panose="020B0400000000000000" pitchFamily="33" charset="-128"/>
              <a:ea typeface="BIZ UDGothic" panose="020B0400000000000000" pitchFamily="33" charset="-128"/>
            </a:endParaRPr>
          </a:p>
        </p:txBody>
      </p:sp>
      <p:sp>
        <p:nvSpPr>
          <p:cNvPr id="301" name="Google Shape;301;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標題投影片">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A8224893-DBDA-4BFA-9CE1-4BFE7CD0F8CF}" type="datetime1">
              <a:rPr lang="en-US" smtClean="0"/>
              <a:t>9/20/2025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000000-1234-1234-1234-123412341234}" type="slidenum">
              <a:rPr lang="en-US" smtClean="0"/>
              <a:pPr/>
              <a:t>‹#›</a:t>
            </a:fld>
            <a:endParaRPr lang="en-US" sz="1400">
              <a:solidFill>
                <a:srgbClr val="000000"/>
              </a:solidFill>
              <a:latin typeface="BIZ UDGothic" panose="020B0400000000000000" pitchFamily="33" charset="-128"/>
              <a:ea typeface="BIZ UDGothic" panose="020B0400000000000000" pitchFamily="33" charset="-128"/>
              <a:cs typeface="Arial"/>
              <a:sym typeface="Arial"/>
            </a:endParaRPr>
          </a:p>
        </p:txBody>
      </p:sp>
      <p:sp>
        <p:nvSpPr>
          <p:cNvPr id="7" name="Google Shape;173;p15">
            <a:extLst>
              <a:ext uri="{FF2B5EF4-FFF2-40B4-BE49-F238E27FC236}">
                <a16:creationId xmlns:a16="http://schemas.microsoft.com/office/drawing/2014/main" id="{1EA53AEF-F2B1-0F4B-39E7-2C1000323C5C}"/>
              </a:ext>
            </a:extLst>
          </p:cNvPr>
          <p:cNvSpPr/>
          <p:nvPr userDrawn="1"/>
        </p:nvSpPr>
        <p:spPr>
          <a:xfrm>
            <a:off x="-1" y="12529696"/>
            <a:ext cx="24384001" cy="1188793"/>
          </a:xfrm>
          <a:prstGeom prst="rect">
            <a:avLst/>
          </a:prstGeom>
          <a:solidFill>
            <a:srgbClr val="288C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3600"/>
              <a:buFont typeface="Calibri"/>
              <a:buNone/>
            </a:pPr>
            <a:endParaRPr sz="3600" b="0" i="0" u="none" strike="noStrike" cap="none" dirty="0">
              <a:solidFill>
                <a:srgbClr val="000000"/>
              </a:solidFill>
              <a:latin typeface="Gen Jyuu GothicL Bold" panose="020B0602020203020207" pitchFamily="34" charset="-120"/>
              <a:ea typeface="Gen Jyuu GothicL Bold" panose="020B0602020203020207" pitchFamily="34" charset="-120"/>
              <a:cs typeface="Gen Jyuu GothicL Bold" panose="020B0602020203020207" pitchFamily="34" charset="-120"/>
              <a:sym typeface="Calibri"/>
            </a:endParaRPr>
          </a:p>
        </p:txBody>
      </p:sp>
      <p:pic>
        <p:nvPicPr>
          <p:cNvPr id="8" name="Google Shape;175;p15" descr="00新品牌元素-55.png">
            <a:extLst>
              <a:ext uri="{FF2B5EF4-FFF2-40B4-BE49-F238E27FC236}">
                <a16:creationId xmlns:a16="http://schemas.microsoft.com/office/drawing/2014/main" id="{A1C6D771-7D6B-48B8-4879-512D53716F0E}"/>
              </a:ext>
            </a:extLst>
          </p:cNvPr>
          <p:cNvPicPr preferRelativeResize="0"/>
          <p:nvPr userDrawn="1"/>
        </p:nvPicPr>
        <p:blipFill rotWithShape="1">
          <a:blip r:embed="rId2">
            <a:alphaModFix/>
          </a:blip>
          <a:srcRect/>
          <a:stretch/>
        </p:blipFill>
        <p:spPr>
          <a:xfrm>
            <a:off x="1661141" y="12716794"/>
            <a:ext cx="4686527" cy="849086"/>
          </a:xfrm>
          <a:prstGeom prst="rect">
            <a:avLst/>
          </a:prstGeom>
          <a:noFill/>
          <a:ln>
            <a:noFill/>
          </a:ln>
        </p:spPr>
      </p:pic>
      <p:sp>
        <p:nvSpPr>
          <p:cNvPr id="9" name="Google Shape;177;p15">
            <a:extLst>
              <a:ext uri="{FF2B5EF4-FFF2-40B4-BE49-F238E27FC236}">
                <a16:creationId xmlns:a16="http://schemas.microsoft.com/office/drawing/2014/main" id="{F6E91BB9-A0CF-7DC6-E565-0F8D841B8D6A}"/>
              </a:ext>
            </a:extLst>
          </p:cNvPr>
          <p:cNvSpPr txBox="1"/>
          <p:nvPr userDrawn="1"/>
        </p:nvSpPr>
        <p:spPr>
          <a:xfrm>
            <a:off x="1779473" y="4241866"/>
            <a:ext cx="5726816" cy="1415743"/>
          </a:xfrm>
          <a:prstGeom prst="rect">
            <a:avLst/>
          </a:prstGeom>
          <a:solidFill>
            <a:srgbClr val="288CCC"/>
          </a:solidFill>
          <a:ln>
            <a:noFill/>
          </a:ln>
        </p:spPr>
        <p:txBody>
          <a:bodyPr spcFirstLastPara="1" wrap="square" lIns="91425" tIns="91425" rIns="91425" bIns="91425" anchor="ctr" anchorCtr="0">
            <a:spAutoFit/>
          </a:bodyPr>
          <a:lstStyle/>
          <a:p>
            <a:pPr marL="0" marR="0" lvl="0" indent="0" algn="ctr" rtl="0">
              <a:lnSpc>
                <a:spcPct val="100000"/>
              </a:lnSpc>
              <a:spcBef>
                <a:spcPts val="0"/>
              </a:spcBef>
              <a:spcAft>
                <a:spcPts val="0"/>
              </a:spcAft>
              <a:buClr>
                <a:srgbClr val="FFFFFF"/>
              </a:buClr>
              <a:buSzPts val="8000"/>
              <a:buFont typeface="Arial"/>
              <a:buNone/>
            </a:pPr>
            <a:r>
              <a:rPr lang="en-US" sz="8000" b="0" i="0" u="none" strike="noStrike" cap="none" err="1">
                <a:solidFill>
                  <a:srgbClr val="FFFFFF"/>
                </a:solidFill>
                <a:effectLst>
                  <a:outerShdw blurRad="38100" dist="38100" dir="2700000" algn="tl">
                    <a:srgbClr val="000000">
                      <a:alpha val="43137"/>
                    </a:srgbClr>
                  </a:outerShdw>
                </a:effectLst>
                <a:latin typeface="Gen Jyuu GothicL Bold" panose="020B0602020203020207" pitchFamily="34" charset="-120"/>
                <a:ea typeface="Gen Jyuu GothicL Bold" panose="020B0602020203020207" pitchFamily="34" charset="-120"/>
                <a:cs typeface="Gen Jyuu GothicL Bold" panose="020B0602020203020207" pitchFamily="34" charset="-120"/>
                <a:sym typeface="Arial"/>
              </a:rPr>
              <a:t>本課文型</a:t>
            </a:r>
            <a:endParaRPr sz="1400" b="0" i="0" u="none" strike="noStrike" cap="none">
              <a:solidFill>
                <a:srgbClr val="000000"/>
              </a:solidFill>
              <a:effectLst>
                <a:outerShdw blurRad="38100" dist="38100" dir="2700000" algn="tl">
                  <a:srgbClr val="000000">
                    <a:alpha val="43137"/>
                  </a:srgbClr>
                </a:outerShdw>
              </a:effectLst>
              <a:latin typeface="Gen Jyuu GothicL Bold" panose="020B0602020203020207" pitchFamily="34" charset="-120"/>
              <a:ea typeface="Gen Jyuu GothicL Bold" panose="020B0602020203020207" pitchFamily="34" charset="-120"/>
              <a:cs typeface="Gen Jyuu GothicL Bold" panose="020B0602020203020207" pitchFamily="34" charset="-120"/>
              <a:sym typeface="Arial"/>
            </a:endParaRPr>
          </a:p>
        </p:txBody>
      </p:sp>
      <p:pic>
        <p:nvPicPr>
          <p:cNvPr id="11" name="Google Shape;180;p15" descr="新品牌元素-04.png">
            <a:extLst>
              <a:ext uri="{FF2B5EF4-FFF2-40B4-BE49-F238E27FC236}">
                <a16:creationId xmlns:a16="http://schemas.microsoft.com/office/drawing/2014/main" id="{9706B59E-0CCB-A03D-5962-B885D023C539}"/>
              </a:ext>
            </a:extLst>
          </p:cNvPr>
          <p:cNvPicPr preferRelativeResize="0"/>
          <p:nvPr userDrawn="1"/>
        </p:nvPicPr>
        <p:blipFill rotWithShape="1">
          <a:blip r:embed="rId3">
            <a:alphaModFix amt="70000"/>
          </a:blip>
          <a:srcRect/>
          <a:stretch/>
        </p:blipFill>
        <p:spPr>
          <a:xfrm>
            <a:off x="21137221" y="1024091"/>
            <a:ext cx="2776561" cy="1589427"/>
          </a:xfrm>
          <a:prstGeom prst="rect">
            <a:avLst/>
          </a:prstGeom>
          <a:noFill/>
          <a:ln>
            <a:noFill/>
          </a:ln>
        </p:spPr>
      </p:pic>
      <p:pic>
        <p:nvPicPr>
          <p:cNvPr id="12" name="Google Shape;181;p15" descr="00新品牌元素-47.png">
            <a:extLst>
              <a:ext uri="{FF2B5EF4-FFF2-40B4-BE49-F238E27FC236}">
                <a16:creationId xmlns:a16="http://schemas.microsoft.com/office/drawing/2014/main" id="{816445DC-2A49-15E8-A162-AB44553F104E}"/>
              </a:ext>
            </a:extLst>
          </p:cNvPr>
          <p:cNvPicPr preferRelativeResize="0"/>
          <p:nvPr userDrawn="1"/>
        </p:nvPicPr>
        <p:blipFill rotWithShape="1">
          <a:blip r:embed="rId4">
            <a:alphaModFix/>
            <a:duotone>
              <a:schemeClr val="accent3">
                <a:shade val="45000"/>
                <a:satMod val="135000"/>
              </a:schemeClr>
              <a:prstClr val="white"/>
            </a:duotone>
          </a:blip>
          <a:srcRect/>
          <a:stretch/>
        </p:blipFill>
        <p:spPr>
          <a:xfrm>
            <a:off x="20832421" y="8763000"/>
            <a:ext cx="3780876" cy="4361092"/>
          </a:xfrm>
          <a:prstGeom prst="rect">
            <a:avLst/>
          </a:prstGeom>
          <a:noFill/>
          <a:ln>
            <a:noFill/>
          </a:ln>
        </p:spPr>
      </p:pic>
      <p:sp>
        <p:nvSpPr>
          <p:cNvPr id="18" name="文字版面配置區 17">
            <a:extLst>
              <a:ext uri="{FF2B5EF4-FFF2-40B4-BE49-F238E27FC236}">
                <a16:creationId xmlns:a16="http://schemas.microsoft.com/office/drawing/2014/main" id="{945131EA-FBA2-5A69-36FD-4A242A80AB22}"/>
              </a:ext>
            </a:extLst>
          </p:cNvPr>
          <p:cNvSpPr>
            <a:spLocks noGrp="1"/>
          </p:cNvSpPr>
          <p:nvPr>
            <p:ph type="body" sz="quarter" idx="13"/>
          </p:nvPr>
        </p:nvSpPr>
        <p:spPr>
          <a:xfrm>
            <a:off x="1679070" y="6660848"/>
            <a:ext cx="17113623" cy="5032117"/>
          </a:xfrm>
        </p:spPr>
        <p:txBody>
          <a:bodyPr numCol="2">
            <a:normAutofit/>
          </a:bodyPr>
          <a:lstStyle>
            <a:lvl1pPr marL="0" indent="0">
              <a:buNone/>
              <a:defRPr sz="4200">
                <a:solidFill>
                  <a:srgbClr val="3B3838"/>
                </a:solidFill>
                <a:latin typeface="Gen Jyuu GothicL Bold" panose="020B0602020203020207" pitchFamily="34" charset="-120"/>
                <a:ea typeface="Gen Jyuu GothicL Bold" panose="020B0602020203020207" pitchFamily="34" charset="-120"/>
                <a:cs typeface="Gen Jyuu GothicL Bold" panose="020B0602020203020207" pitchFamily="34" charset="-120"/>
              </a:defRPr>
            </a:lvl1pPr>
            <a:lvl2pPr marL="914400" indent="0">
              <a:buNone/>
              <a:defRPr sz="4200">
                <a:latin typeface="Gen Jyuu GothicL Bold" panose="020B0602020203020207" pitchFamily="34" charset="-120"/>
                <a:ea typeface="Gen Jyuu GothicL Bold" panose="020B0602020203020207" pitchFamily="34" charset="-120"/>
                <a:cs typeface="Gen Jyuu GothicL Bold" panose="020B0602020203020207" pitchFamily="34" charset="-120"/>
              </a:defRPr>
            </a:lvl2pPr>
            <a:lvl3pPr>
              <a:defRPr sz="4200">
                <a:latin typeface="Gen Jyuu GothicL Bold" panose="020B0602020203020207" pitchFamily="34" charset="-120"/>
                <a:ea typeface="Gen Jyuu GothicL Bold" panose="020B0602020203020207" pitchFamily="34" charset="-120"/>
                <a:cs typeface="Gen Jyuu GothicL Bold" panose="020B0602020203020207" pitchFamily="34" charset="-120"/>
              </a:defRPr>
            </a:lvl3pPr>
            <a:lvl4pPr>
              <a:defRPr sz="4200">
                <a:latin typeface="Gen Jyuu GothicL Bold" panose="020B0602020203020207" pitchFamily="34" charset="-120"/>
                <a:ea typeface="Gen Jyuu GothicL Bold" panose="020B0602020203020207" pitchFamily="34" charset="-120"/>
                <a:cs typeface="Gen Jyuu GothicL Bold" panose="020B0602020203020207" pitchFamily="34" charset="-120"/>
              </a:defRPr>
            </a:lvl4pPr>
            <a:lvl5pPr>
              <a:defRPr sz="4200">
                <a:latin typeface="Gen Jyuu GothicL Bold" panose="020B0602020203020207" pitchFamily="34" charset="-120"/>
                <a:ea typeface="Gen Jyuu GothicL Bold" panose="020B0602020203020207" pitchFamily="34" charset="-120"/>
                <a:cs typeface="Gen Jyuu GothicL Bold" panose="020B0602020203020207" pitchFamily="34" charset="-120"/>
              </a:defRPr>
            </a:lvl5pPr>
          </a:lstStyle>
          <a:p>
            <a:pPr lvl="0"/>
            <a:r>
              <a:rPr lang="zh-TW" altLang="en-US" dirty="0"/>
              <a:t>按一下以編輯母片文字樣式</a:t>
            </a:r>
            <a:endParaRPr lang="en-US" altLang="zh-TW" dirty="0"/>
          </a:p>
        </p:txBody>
      </p:sp>
      <p:sp>
        <p:nvSpPr>
          <p:cNvPr id="19" name="Google Shape;179;p15">
            <a:extLst>
              <a:ext uri="{FF2B5EF4-FFF2-40B4-BE49-F238E27FC236}">
                <a16:creationId xmlns:a16="http://schemas.microsoft.com/office/drawing/2014/main" id="{3F54C1E6-3D7F-502D-6C15-E0DC042557B2}"/>
              </a:ext>
            </a:extLst>
          </p:cNvPr>
          <p:cNvSpPr txBox="1"/>
          <p:nvPr userDrawn="1"/>
        </p:nvSpPr>
        <p:spPr>
          <a:xfrm>
            <a:off x="18036333" y="12735798"/>
            <a:ext cx="5266463" cy="830966"/>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FFFFFF"/>
              </a:buClr>
              <a:buSzPts val="4200"/>
              <a:buFont typeface="Arial"/>
              <a:buNone/>
            </a:pPr>
            <a:r>
              <a:rPr lang="ja-JP" altLang="en-US" sz="4200" b="1" i="0" u="none" strike="noStrike" kern="1200" cap="none" dirty="0">
                <a:solidFill>
                  <a:srgbClr val="FFFFFF"/>
                </a:solidFill>
                <a:effectLst>
                  <a:outerShdw blurRad="38100" dist="38100" dir="2700000" algn="tl">
                    <a:srgbClr val="000000">
                      <a:alpha val="43137"/>
                    </a:srgbClr>
                  </a:outerShdw>
                </a:effectLst>
                <a:latin typeface="Gen Jyuu Gothic Bold" panose="020B0602020203020207" pitchFamily="50" charset="-128"/>
                <a:ea typeface="Gen Jyuu Gothic Bold" panose="020B0602020203020207" pitchFamily="50" charset="-128"/>
                <a:cs typeface="Gen Jyuu Gothic Bold" panose="020B0602020203020207" pitchFamily="50" charset="-128"/>
                <a:sym typeface="Arial"/>
              </a:rPr>
              <a:t>學習導師・中級</a:t>
            </a:r>
          </a:p>
        </p:txBody>
      </p:sp>
    </p:spTree>
    <p:extLst>
      <p:ext uri="{BB962C8B-B14F-4D97-AF65-F5344CB8AC3E}">
        <p14:creationId xmlns:p14="http://schemas.microsoft.com/office/powerpoint/2010/main" val="810264706"/>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標題及內容">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381500" y="-36844"/>
            <a:ext cx="19983450" cy="1148734"/>
          </a:xfrm>
          <a:prstGeom prst="rect">
            <a:avLst/>
          </a:prstGeom>
        </p:spPr>
        <p:txBody>
          <a:bodyPr>
            <a:normAutofit/>
          </a:bodyPr>
          <a:lstStyle>
            <a:lvl1pPr>
              <a:defRPr lang="en-US" sz="6000" b="0" i="0" u="none" strike="noStrike" kern="1200" cap="none" dirty="0">
                <a:solidFill>
                  <a:srgbClr val="E46D4B"/>
                </a:solidFill>
                <a:latin typeface="Gen Jyuu GothicL Bold" panose="020B0602020203020207" pitchFamily="34" charset="-120"/>
                <a:ea typeface="Gen Jyuu GothicL Bold" panose="020B0602020203020207" pitchFamily="34" charset="-120"/>
                <a:cs typeface="Gen Jyuu GothicL Bold" panose="020B0602020203020207" pitchFamily="34" charset="-120"/>
              </a:defRPr>
            </a:lvl1pPr>
          </a:lstStyle>
          <a:p>
            <a:r>
              <a:rPr lang="zh-TW" altLang="en-US"/>
              <a:t>按一下以編輯母片標題樣式 </a:t>
            </a:r>
            <a:endParaRPr lang="en-US"/>
          </a:p>
        </p:txBody>
      </p:sp>
      <p:sp>
        <p:nvSpPr>
          <p:cNvPr id="7" name="矩形 6">
            <a:extLst>
              <a:ext uri="{FF2B5EF4-FFF2-40B4-BE49-F238E27FC236}">
                <a16:creationId xmlns:a16="http://schemas.microsoft.com/office/drawing/2014/main" id="{1AC0EF03-D6B3-CE56-533B-535D9DFA0793}"/>
              </a:ext>
            </a:extLst>
          </p:cNvPr>
          <p:cNvSpPr/>
          <p:nvPr userDrawn="1"/>
        </p:nvSpPr>
        <p:spPr>
          <a:xfrm>
            <a:off x="-38100" y="-151233"/>
            <a:ext cx="24403050" cy="1891362"/>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9" name="Google Shape;191;p60" descr="00新品牌元素-50.png">
            <a:extLst>
              <a:ext uri="{FF2B5EF4-FFF2-40B4-BE49-F238E27FC236}">
                <a16:creationId xmlns:a16="http://schemas.microsoft.com/office/drawing/2014/main" id="{30CA417C-C8B7-0AFC-3F11-7B07400254AC}"/>
              </a:ext>
            </a:extLst>
          </p:cNvPr>
          <p:cNvPicPr preferRelativeResize="0"/>
          <p:nvPr userDrawn="1"/>
        </p:nvPicPr>
        <p:blipFill rotWithShape="1">
          <a:blip r:embed="rId2">
            <a:alphaModFix/>
          </a:blip>
          <a:srcRect/>
          <a:stretch/>
        </p:blipFill>
        <p:spPr>
          <a:xfrm>
            <a:off x="76200" y="-165077"/>
            <a:ext cx="1371600" cy="1469989"/>
          </a:xfrm>
          <a:prstGeom prst="rect">
            <a:avLst/>
          </a:prstGeom>
          <a:noFill/>
          <a:ln>
            <a:noFill/>
          </a:ln>
        </p:spPr>
      </p:pic>
      <p:pic>
        <p:nvPicPr>
          <p:cNvPr id="11" name="Google Shape;190;p60" descr="浮水印.png">
            <a:extLst>
              <a:ext uri="{FF2B5EF4-FFF2-40B4-BE49-F238E27FC236}">
                <a16:creationId xmlns:a16="http://schemas.microsoft.com/office/drawing/2014/main" id="{151502A3-5726-B337-1182-245A2ADF7D85}"/>
              </a:ext>
            </a:extLst>
          </p:cNvPr>
          <p:cNvPicPr preferRelativeResize="0"/>
          <p:nvPr userDrawn="1"/>
        </p:nvPicPr>
        <p:blipFill rotWithShape="1">
          <a:blip r:embed="rId3">
            <a:alphaModFix/>
          </a:blip>
          <a:srcRect/>
          <a:stretch/>
        </p:blipFill>
        <p:spPr>
          <a:xfrm>
            <a:off x="22574250" y="145476"/>
            <a:ext cx="1580320" cy="886984"/>
          </a:xfrm>
          <a:prstGeom prst="rect">
            <a:avLst/>
          </a:prstGeom>
          <a:noFill/>
          <a:ln>
            <a:noFill/>
          </a:ln>
        </p:spPr>
      </p:pic>
      <p:sp>
        <p:nvSpPr>
          <p:cNvPr id="18" name="文字方塊 17">
            <a:extLst>
              <a:ext uri="{FF2B5EF4-FFF2-40B4-BE49-F238E27FC236}">
                <a16:creationId xmlns:a16="http://schemas.microsoft.com/office/drawing/2014/main" id="{286F6F29-2332-3D9E-E40D-AF2D204D300D}"/>
              </a:ext>
            </a:extLst>
          </p:cNvPr>
          <p:cNvSpPr txBox="1"/>
          <p:nvPr userDrawn="1"/>
        </p:nvSpPr>
        <p:spPr>
          <a:xfrm>
            <a:off x="1346200" y="-1056222"/>
            <a:ext cx="3098800" cy="2646878"/>
          </a:xfrm>
          <a:prstGeom prst="rect">
            <a:avLst/>
          </a:prstGeom>
          <a:noFill/>
        </p:spPr>
        <p:txBody>
          <a:bodyPr wrap="square" rtlCol="0">
            <a:spAutoFit/>
          </a:bodyPr>
          <a:lstStyle/>
          <a:p>
            <a:r>
              <a:rPr kumimoji="1" lang="en-US" altLang="zh-TW" sz="9600" b="1" dirty="0">
                <a:solidFill>
                  <a:srgbClr val="1C85C9"/>
                </a:solidFill>
                <a:latin typeface="HGPSoeiKakugothicUB" panose="020B0900000000000000" pitchFamily="34" charset="-128"/>
                <a:ea typeface="HGPSoeiKakugothicUB" panose="020B0900000000000000" pitchFamily="34" charset="-128"/>
                <a:cs typeface="Cascadia Mono SemiBold" panose="020B0609020000020004" pitchFamily="49" charset="0"/>
              </a:rPr>
              <a:t>14</a:t>
            </a:r>
            <a:r>
              <a:rPr kumimoji="1" lang="zh-TW" altLang="en-US" sz="16600" b="1" dirty="0">
                <a:solidFill>
                  <a:srgbClr val="1C85C9"/>
                </a:solidFill>
                <a:latin typeface="HGPSoeiKakugothicUB" panose="020B0900000000000000" pitchFamily="34" charset="-128"/>
                <a:ea typeface="HGPSoeiKakugothicUB" panose="020B0900000000000000" pitchFamily="34" charset="-128"/>
                <a:cs typeface="Cascadia Mono SemiBold" panose="020B0609020000020004" pitchFamily="49" charset="0"/>
              </a:rPr>
              <a:t>    </a:t>
            </a:r>
            <a:endParaRPr kumimoji="1" lang="ja-JP" altLang="en-US" sz="16600" b="1" dirty="0">
              <a:solidFill>
                <a:srgbClr val="1C85C9"/>
              </a:solidFill>
              <a:latin typeface="HGPSoeiKakugothicUB" panose="020B0900000000000000" pitchFamily="34" charset="-128"/>
              <a:ea typeface="HGPSoeiKakugothicUB" panose="020B0900000000000000" pitchFamily="34" charset="-128"/>
              <a:cs typeface="Cascadia Mono SemiBold" panose="020B0609020000020004" pitchFamily="49" charset="0"/>
            </a:endParaRPr>
          </a:p>
        </p:txBody>
      </p:sp>
      <p:sp>
        <p:nvSpPr>
          <p:cNvPr id="19" name="文字方塊 18">
            <a:extLst>
              <a:ext uri="{FF2B5EF4-FFF2-40B4-BE49-F238E27FC236}">
                <a16:creationId xmlns:a16="http://schemas.microsoft.com/office/drawing/2014/main" id="{666ED131-2A2B-58C7-4569-0A0957402ACC}"/>
              </a:ext>
            </a:extLst>
          </p:cNvPr>
          <p:cNvSpPr txBox="1"/>
          <p:nvPr userDrawn="1"/>
        </p:nvSpPr>
        <p:spPr>
          <a:xfrm>
            <a:off x="3071004" y="355598"/>
            <a:ext cx="7961940" cy="892552"/>
          </a:xfrm>
          <a:prstGeom prst="rect">
            <a:avLst/>
          </a:prstGeom>
          <a:noFill/>
        </p:spPr>
        <p:txBody>
          <a:bodyPr wrap="square" rtlCol="0">
            <a:spAutoFit/>
          </a:bodyPr>
          <a:lstStyle/>
          <a:p>
            <a:r>
              <a:rPr kumimoji="1" lang="ja-JP" altLang="en-US" sz="2800" b="0" dirty="0">
                <a:solidFill>
                  <a:srgbClr val="1C85C9"/>
                </a:solidFill>
                <a:latin typeface="HGPSoeiKakugothicUB" panose="020B0900000000000000" pitchFamily="34" charset="-128"/>
                <a:ea typeface="HGPSoeiKakugothicUB" panose="020B0900000000000000" pitchFamily="34" charset="-128"/>
                <a:cs typeface="Cascadia Mono SemiBold" panose="020B0609020000020004" pitchFamily="49" charset="0"/>
              </a:rPr>
              <a:t>彼の夢</a:t>
            </a:r>
            <a:endParaRPr kumimoji="1" lang="en-US" altLang="ja-JP" sz="2800" b="0" dirty="0">
              <a:solidFill>
                <a:srgbClr val="1C85C9"/>
              </a:solidFill>
              <a:latin typeface="HGPSoeiKakugothicUB" panose="020B0900000000000000" pitchFamily="34" charset="-128"/>
              <a:ea typeface="HGPSoeiKakugothicUB" panose="020B0900000000000000" pitchFamily="34" charset="-128"/>
              <a:cs typeface="Cascadia Mono SemiBold" panose="020B0609020000020004" pitchFamily="49" charset="0"/>
            </a:endParaRPr>
          </a:p>
          <a:p>
            <a:r>
              <a:rPr kumimoji="1" lang="ja-JP" altLang="en-US" sz="2400" b="0" dirty="0">
                <a:solidFill>
                  <a:srgbClr val="1C85C9"/>
                </a:solidFill>
                <a:latin typeface="BIZ UDGothic" panose="020B0400000000000000" pitchFamily="33" charset="-128"/>
                <a:ea typeface="BIZ UDGothic" panose="020B0400000000000000" pitchFamily="33" charset="-128"/>
                <a:cs typeface="Cascadia Mono SemiBold" panose="020B0609020000020004" pitchFamily="49" charset="0"/>
              </a:rPr>
              <a:t>第十四課</a:t>
            </a:r>
          </a:p>
        </p:txBody>
      </p:sp>
    </p:spTree>
    <p:extLst>
      <p:ext uri="{BB962C8B-B14F-4D97-AF65-F5344CB8AC3E}">
        <p14:creationId xmlns:p14="http://schemas.microsoft.com/office/powerpoint/2010/main" val="27494097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Title 1"/>
          <p:cNvSpPr>
            <a:spLocks noGrp="1"/>
          </p:cNvSpPr>
          <p:nvPr>
            <p:ph type="title"/>
          </p:nvPr>
        </p:nvSpPr>
        <p:spPr>
          <a:xfrm>
            <a:off x="1663700" y="3424846"/>
            <a:ext cx="21031200" cy="5702416"/>
          </a:xfrm>
          <a:prstGeom prst="rect">
            <a:avLst/>
          </a:prstGeom>
        </p:spPr>
        <p:txBody>
          <a:bodyPr anchor="b">
            <a:normAutofit/>
          </a:bodyPr>
          <a:lstStyle>
            <a:lvl1pPr>
              <a:defRPr sz="12000" b="0"/>
            </a:lvl1pPr>
          </a:lstStyle>
          <a:p>
            <a:r>
              <a:rPr lang="zh-TW" altLang="en-US"/>
              <a:t>按一下以編輯母片標題樣式</a:t>
            </a:r>
            <a:endParaRPr lang="en-US"/>
          </a:p>
        </p:txBody>
      </p:sp>
      <p:sp>
        <p:nvSpPr>
          <p:cNvPr id="3" name="Text Placeholder 2"/>
          <p:cNvSpPr>
            <a:spLocks noGrp="1"/>
          </p:cNvSpPr>
          <p:nvPr>
            <p:ph type="body" idx="1"/>
          </p:nvPr>
        </p:nvSpPr>
        <p:spPr>
          <a:xfrm>
            <a:off x="1663700" y="9105267"/>
            <a:ext cx="21031200" cy="3000374"/>
          </a:xfrm>
          <a:prstGeom prst="rect">
            <a:avLst/>
          </a:prstGeom>
        </p:spPr>
        <p:txBody>
          <a:bodyPr anchor="t">
            <a:normAutofit/>
          </a:bodyPr>
          <a:lstStyle>
            <a:lvl1pPr marL="0" indent="0">
              <a:buNone/>
              <a:defRPr sz="4800">
                <a:solidFill>
                  <a:schemeClr val="tx1">
                    <a:lumMod val="75000"/>
                    <a:lumOff val="25000"/>
                  </a:schemeClr>
                </a:solidFill>
              </a:defRPr>
            </a:lvl1pPr>
            <a:lvl2pPr marL="914400" indent="0">
              <a:buNone/>
              <a:defRPr sz="3600">
                <a:solidFill>
                  <a:schemeClr val="tx1">
                    <a:tint val="75000"/>
                  </a:schemeClr>
                </a:solidFill>
              </a:defRPr>
            </a:lvl2pPr>
            <a:lvl3pPr marL="1828800" indent="0">
              <a:buNone/>
              <a:defRPr sz="3200">
                <a:solidFill>
                  <a:schemeClr val="tx1">
                    <a:tint val="75000"/>
                  </a:schemeClr>
                </a:solidFill>
              </a:defRPr>
            </a:lvl3pPr>
            <a:lvl4pPr marL="2743200" indent="0">
              <a:buNone/>
              <a:defRPr sz="2800">
                <a:solidFill>
                  <a:schemeClr val="tx1">
                    <a:tint val="75000"/>
                  </a:schemeClr>
                </a:solidFill>
              </a:defRPr>
            </a:lvl4pPr>
            <a:lvl5pPr marL="3657600" indent="0">
              <a:buNone/>
              <a:defRPr sz="2800">
                <a:solidFill>
                  <a:schemeClr val="tx1">
                    <a:tint val="75000"/>
                  </a:schemeClr>
                </a:solidFill>
              </a:defRPr>
            </a:lvl5pPr>
            <a:lvl6pPr marL="4572000" indent="0">
              <a:buNone/>
              <a:defRPr sz="2800">
                <a:solidFill>
                  <a:schemeClr val="tx1">
                    <a:tint val="75000"/>
                  </a:schemeClr>
                </a:solidFill>
              </a:defRPr>
            </a:lvl6pPr>
            <a:lvl7pPr marL="5486400" indent="0">
              <a:buNone/>
              <a:defRPr sz="2800">
                <a:solidFill>
                  <a:schemeClr val="tx1">
                    <a:tint val="75000"/>
                  </a:schemeClr>
                </a:solidFill>
              </a:defRPr>
            </a:lvl7pPr>
            <a:lvl8pPr marL="6400800" indent="0">
              <a:buNone/>
              <a:defRPr sz="2800">
                <a:solidFill>
                  <a:schemeClr val="tx1">
                    <a:tint val="75000"/>
                  </a:schemeClr>
                </a:solidFill>
              </a:defRPr>
            </a:lvl8pPr>
            <a:lvl9pPr marL="7315200" indent="0">
              <a:buNone/>
              <a:defRPr sz="2800">
                <a:solidFill>
                  <a:schemeClr val="tx1">
                    <a:tint val="75000"/>
                  </a:schemeClr>
                </a:solidFill>
              </a:defRPr>
            </a:lvl9pPr>
          </a:lstStyle>
          <a:p>
            <a:pPr lvl="0"/>
            <a:r>
              <a:rPr lang="zh-TW" altLang="en-US"/>
              <a:t>按一下以編輯母片文字樣式</a:t>
            </a:r>
          </a:p>
        </p:txBody>
      </p:sp>
      <p:sp>
        <p:nvSpPr>
          <p:cNvPr id="4" name="Date Placeholder 3"/>
          <p:cNvSpPr>
            <a:spLocks noGrp="1"/>
          </p:cNvSpPr>
          <p:nvPr>
            <p:ph type="dt" sz="half" idx="10"/>
          </p:nvPr>
        </p:nvSpPr>
        <p:spPr/>
        <p:txBody>
          <a:bodyPr/>
          <a:lstStyle/>
          <a:p>
            <a:fld id="{A50F84E2-2D7A-43CF-AC90-352A289A783A}" type="datetime1">
              <a:rPr lang="en-US" smtClean="0"/>
              <a:t>9/20/2025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000000-1234-1234-1234-123412341234}" type="slidenum">
              <a:rPr lang="en-US" smtClean="0"/>
              <a:pPr/>
              <a:t>‹#›</a:t>
            </a:fld>
            <a:endParaRPr lang="en-US" sz="1400">
              <a:solidFill>
                <a:srgbClr val="000000"/>
              </a:solidFill>
              <a:latin typeface="BIZ UDGothic" panose="020B0400000000000000" pitchFamily="33" charset="-128"/>
              <a:ea typeface="BIZ UDGothic" panose="020B0400000000000000" pitchFamily="33" charset="-128"/>
              <a:cs typeface="Arial"/>
              <a:sym typeface="Arial"/>
            </a:endParaRPr>
          </a:p>
        </p:txBody>
      </p:sp>
    </p:spTree>
    <p:extLst>
      <p:ext uri="{BB962C8B-B14F-4D97-AF65-F5344CB8AC3E}">
        <p14:creationId xmlns:p14="http://schemas.microsoft.com/office/powerpoint/2010/main" val="1749661842"/>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Title 1"/>
          <p:cNvSpPr>
            <a:spLocks noGrp="1"/>
          </p:cNvSpPr>
          <p:nvPr>
            <p:ph type="title"/>
          </p:nvPr>
        </p:nvSpPr>
        <p:spPr>
          <a:xfrm>
            <a:off x="1690254" y="731520"/>
            <a:ext cx="21031200" cy="2651124"/>
          </a:xfrm>
          <a:prstGeom prst="rect">
            <a:avLst/>
          </a:prstGeom>
        </p:spPr>
        <p:txBody>
          <a:bodyPr/>
          <a:lstStyle/>
          <a:p>
            <a:r>
              <a:rPr lang="zh-TW" altLang="en-US"/>
              <a:t>按一下以編輯母片標題樣式</a:t>
            </a:r>
            <a:endParaRPr lang="en-US"/>
          </a:p>
        </p:txBody>
      </p:sp>
      <p:sp>
        <p:nvSpPr>
          <p:cNvPr id="3" name="Content Placeholder 2"/>
          <p:cNvSpPr>
            <a:spLocks noGrp="1"/>
          </p:cNvSpPr>
          <p:nvPr>
            <p:ph sz="half" idx="1"/>
          </p:nvPr>
        </p:nvSpPr>
        <p:spPr>
          <a:xfrm>
            <a:off x="1690254" y="3657601"/>
            <a:ext cx="10363200" cy="8702674"/>
          </a:xfrm>
          <a:prstGeom prst="rect">
            <a:avLst/>
          </a:prstGeo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a:p>
        </p:txBody>
      </p:sp>
      <p:sp>
        <p:nvSpPr>
          <p:cNvPr id="4" name="Content Placeholder 3"/>
          <p:cNvSpPr>
            <a:spLocks noGrp="1"/>
          </p:cNvSpPr>
          <p:nvPr>
            <p:ph sz="half" idx="2"/>
          </p:nvPr>
        </p:nvSpPr>
        <p:spPr>
          <a:xfrm>
            <a:off x="12344400" y="3657601"/>
            <a:ext cx="10363200" cy="8702674"/>
          </a:xfrm>
          <a:prstGeom prst="rect">
            <a:avLst/>
          </a:prstGeo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a:p>
        </p:txBody>
      </p:sp>
      <p:sp>
        <p:nvSpPr>
          <p:cNvPr id="5" name="Date Placeholder 4"/>
          <p:cNvSpPr>
            <a:spLocks noGrp="1"/>
          </p:cNvSpPr>
          <p:nvPr>
            <p:ph type="dt" sz="half" idx="10"/>
          </p:nvPr>
        </p:nvSpPr>
        <p:spPr/>
        <p:txBody>
          <a:bodyPr/>
          <a:lstStyle/>
          <a:p>
            <a:fld id="{F12952B5-7A2F-4CC8-B7CE-9234E21C2837}" type="datetime1">
              <a:rPr lang="en-US" smtClean="0"/>
              <a:t>9/20/2025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0000000-1234-1234-1234-123412341234}" type="slidenum">
              <a:rPr lang="en-US" smtClean="0"/>
              <a:pPr/>
              <a:t>‹#›</a:t>
            </a:fld>
            <a:endParaRPr lang="en-US" sz="1400">
              <a:solidFill>
                <a:srgbClr val="000000"/>
              </a:solidFill>
              <a:latin typeface="BIZ UDGothic" panose="020B0400000000000000" pitchFamily="33" charset="-128"/>
              <a:ea typeface="BIZ UDGothic" panose="020B0400000000000000" pitchFamily="33" charset="-128"/>
              <a:cs typeface="Arial"/>
              <a:sym typeface="Arial"/>
            </a:endParaRPr>
          </a:p>
        </p:txBody>
      </p:sp>
    </p:spTree>
    <p:extLst>
      <p:ext uri="{BB962C8B-B14F-4D97-AF65-F5344CB8AC3E}">
        <p14:creationId xmlns:p14="http://schemas.microsoft.com/office/powerpoint/2010/main" val="3386114649"/>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比較">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690254" y="3363701"/>
            <a:ext cx="10312400" cy="1651398"/>
          </a:xfrm>
          <a:prstGeom prst="rect">
            <a:avLst/>
          </a:prstGeom>
        </p:spPr>
        <p:txBody>
          <a:bodyPr anchor="b">
            <a:normAutofit/>
          </a:bodyPr>
          <a:lstStyle>
            <a:lvl1pPr marL="0" indent="0">
              <a:spcBef>
                <a:spcPts val="0"/>
              </a:spcBef>
              <a:buNone/>
              <a:defRPr sz="4800" b="1"/>
            </a:lvl1pPr>
            <a:lvl2pPr marL="914400" indent="0">
              <a:buNone/>
              <a:defRPr sz="4000" b="1"/>
            </a:lvl2pPr>
            <a:lvl3pPr marL="1828800" indent="0">
              <a:buNone/>
              <a:defRPr sz="3600" b="1"/>
            </a:lvl3pPr>
            <a:lvl4pPr marL="2743200" indent="0">
              <a:buNone/>
              <a:defRPr sz="3200" b="1"/>
            </a:lvl4pPr>
            <a:lvl5pPr marL="3657600" indent="0">
              <a:buNone/>
              <a:defRPr sz="3200" b="1"/>
            </a:lvl5pPr>
            <a:lvl6pPr marL="4572000" indent="0">
              <a:buNone/>
              <a:defRPr sz="3200" b="1"/>
            </a:lvl6pPr>
            <a:lvl7pPr marL="5486400" indent="0">
              <a:buNone/>
              <a:defRPr sz="3200" b="1"/>
            </a:lvl7pPr>
            <a:lvl8pPr marL="6400800" indent="0">
              <a:buNone/>
              <a:defRPr sz="3200" b="1"/>
            </a:lvl8pPr>
            <a:lvl9pPr marL="7315200" indent="0">
              <a:buNone/>
              <a:defRPr sz="3200" b="1"/>
            </a:lvl9pPr>
          </a:lstStyle>
          <a:p>
            <a:pPr lvl="0"/>
            <a:r>
              <a:rPr lang="zh-TW" altLang="en-US"/>
              <a:t>按一下以編輯母片文字樣式</a:t>
            </a:r>
          </a:p>
        </p:txBody>
      </p:sp>
      <p:sp>
        <p:nvSpPr>
          <p:cNvPr id="4" name="Content Placeholder 3"/>
          <p:cNvSpPr>
            <a:spLocks noGrp="1"/>
          </p:cNvSpPr>
          <p:nvPr>
            <p:ph sz="half" idx="2"/>
          </p:nvPr>
        </p:nvSpPr>
        <p:spPr>
          <a:xfrm>
            <a:off x="1690254" y="5015101"/>
            <a:ext cx="10312400" cy="7361050"/>
          </a:xfrm>
          <a:prstGeom prst="rect">
            <a:avLst/>
          </a:prstGeo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a:p>
        </p:txBody>
      </p:sp>
      <p:sp>
        <p:nvSpPr>
          <p:cNvPr id="5" name="Text Placeholder 4"/>
          <p:cNvSpPr>
            <a:spLocks noGrp="1"/>
          </p:cNvSpPr>
          <p:nvPr>
            <p:ph type="body" sz="quarter" idx="3"/>
          </p:nvPr>
        </p:nvSpPr>
        <p:spPr>
          <a:xfrm>
            <a:off x="12344401" y="3363702"/>
            <a:ext cx="10363202" cy="1651396"/>
          </a:xfrm>
          <a:prstGeom prst="rect">
            <a:avLst/>
          </a:prstGeom>
        </p:spPr>
        <p:txBody>
          <a:bodyPr anchor="b"/>
          <a:lstStyle>
            <a:lvl1pPr marL="0" indent="0">
              <a:spcBef>
                <a:spcPts val="0"/>
              </a:spcBef>
              <a:buNone/>
              <a:defRPr sz="4800" b="1"/>
            </a:lvl1pPr>
            <a:lvl2pPr marL="914400" indent="0">
              <a:buNone/>
              <a:defRPr sz="4000" b="1"/>
            </a:lvl2pPr>
            <a:lvl3pPr marL="1828800" indent="0">
              <a:buNone/>
              <a:defRPr sz="3600" b="1"/>
            </a:lvl3pPr>
            <a:lvl4pPr marL="2743200" indent="0">
              <a:buNone/>
              <a:defRPr sz="3200" b="1"/>
            </a:lvl4pPr>
            <a:lvl5pPr marL="3657600" indent="0">
              <a:buNone/>
              <a:defRPr sz="3200" b="1"/>
            </a:lvl5pPr>
            <a:lvl6pPr marL="4572000" indent="0">
              <a:buNone/>
              <a:defRPr sz="3200" b="1"/>
            </a:lvl6pPr>
            <a:lvl7pPr marL="5486400" indent="0">
              <a:buNone/>
              <a:defRPr sz="3200" b="1"/>
            </a:lvl7pPr>
            <a:lvl8pPr marL="6400800" indent="0">
              <a:buNone/>
              <a:defRPr sz="3200" b="1"/>
            </a:lvl8pPr>
            <a:lvl9pPr marL="7315200" indent="0">
              <a:buNone/>
              <a:defRPr sz="3200" b="1"/>
            </a:lvl9pPr>
          </a:lstStyle>
          <a:p>
            <a:pPr lvl="0"/>
            <a:r>
              <a:rPr lang="zh-TW" altLang="en-US"/>
              <a:t>按一下以編輯母片文字樣式</a:t>
            </a:r>
          </a:p>
        </p:txBody>
      </p:sp>
      <p:sp>
        <p:nvSpPr>
          <p:cNvPr id="6" name="Content Placeholder 5"/>
          <p:cNvSpPr>
            <a:spLocks noGrp="1"/>
          </p:cNvSpPr>
          <p:nvPr>
            <p:ph sz="quarter" idx="4"/>
          </p:nvPr>
        </p:nvSpPr>
        <p:spPr>
          <a:xfrm>
            <a:off x="12344401" y="5015101"/>
            <a:ext cx="10363202" cy="7361050"/>
          </a:xfrm>
          <a:prstGeom prst="rect">
            <a:avLst/>
          </a:prstGeo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a:p>
        </p:txBody>
      </p:sp>
      <p:sp>
        <p:nvSpPr>
          <p:cNvPr id="7" name="Date Placeholder 6"/>
          <p:cNvSpPr>
            <a:spLocks noGrp="1"/>
          </p:cNvSpPr>
          <p:nvPr>
            <p:ph type="dt" sz="half" idx="10"/>
          </p:nvPr>
        </p:nvSpPr>
        <p:spPr/>
        <p:txBody>
          <a:bodyPr/>
          <a:lstStyle/>
          <a:p>
            <a:fld id="{CE1DA07A-9201-4B4B-BAF2-015AFA30F520}" type="datetime1">
              <a:rPr lang="en-US" smtClean="0"/>
              <a:t>9/20/2025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0000000-1234-1234-1234-123412341234}" type="slidenum">
              <a:rPr lang="en-US" smtClean="0"/>
              <a:pPr/>
              <a:t>‹#›</a:t>
            </a:fld>
            <a:endParaRPr lang="en-US" sz="1400">
              <a:solidFill>
                <a:srgbClr val="000000"/>
              </a:solidFill>
              <a:latin typeface="BIZ UDGothic" panose="020B0400000000000000" pitchFamily="33" charset="-128"/>
              <a:ea typeface="BIZ UDGothic" panose="020B0400000000000000" pitchFamily="33" charset="-128"/>
              <a:cs typeface="Arial"/>
              <a:sym typeface="Arial"/>
            </a:endParaRPr>
          </a:p>
        </p:txBody>
      </p:sp>
      <p:sp>
        <p:nvSpPr>
          <p:cNvPr id="10" name="Title 9"/>
          <p:cNvSpPr>
            <a:spLocks noGrp="1"/>
          </p:cNvSpPr>
          <p:nvPr>
            <p:ph type="title"/>
          </p:nvPr>
        </p:nvSpPr>
        <p:spPr>
          <a:xfrm>
            <a:off x="1690254" y="731520"/>
            <a:ext cx="21031200" cy="2651124"/>
          </a:xfrm>
          <a:prstGeom prst="rect">
            <a:avLst/>
          </a:prstGeom>
        </p:spPr>
        <p:txBody>
          <a:bodyPr/>
          <a:lstStyle/>
          <a:p>
            <a:r>
              <a:rPr lang="zh-TW" altLang="en-US"/>
              <a:t>按一下以編輯母片標題樣式</a:t>
            </a:r>
            <a:endParaRPr lang="en-US"/>
          </a:p>
        </p:txBody>
      </p:sp>
    </p:spTree>
    <p:extLst>
      <p:ext uri="{BB962C8B-B14F-4D97-AF65-F5344CB8AC3E}">
        <p14:creationId xmlns:p14="http://schemas.microsoft.com/office/powerpoint/2010/main" val="359343573"/>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只有標題">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73D7E00A-486F-4252-8B1D-E32645521F49}" type="datetime1">
              <a:rPr lang="en-US" smtClean="0"/>
              <a:t>9/20/2025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0000000-1234-1234-1234-123412341234}" type="slidenum">
              <a:rPr lang="en-US" smtClean="0"/>
              <a:pPr/>
              <a:t>‹#›</a:t>
            </a:fld>
            <a:endParaRPr lang="en-US" sz="1400">
              <a:solidFill>
                <a:srgbClr val="000000"/>
              </a:solidFill>
              <a:latin typeface="BIZ UDGothic" panose="020B0400000000000000" pitchFamily="33" charset="-128"/>
              <a:ea typeface="BIZ UDGothic" panose="020B0400000000000000" pitchFamily="33" charset="-128"/>
              <a:cs typeface="Arial"/>
              <a:sym typeface="Arial"/>
            </a:endParaRPr>
          </a:p>
        </p:txBody>
      </p:sp>
      <p:sp>
        <p:nvSpPr>
          <p:cNvPr id="6" name="Title 5"/>
          <p:cNvSpPr>
            <a:spLocks noGrp="1"/>
          </p:cNvSpPr>
          <p:nvPr>
            <p:ph type="title"/>
          </p:nvPr>
        </p:nvSpPr>
        <p:spPr>
          <a:xfrm>
            <a:off x="1690254" y="731520"/>
            <a:ext cx="21031200" cy="2651124"/>
          </a:xfrm>
          <a:prstGeom prst="rect">
            <a:avLst/>
          </a:prstGeom>
        </p:spPr>
        <p:txBody>
          <a:bodyPr/>
          <a:lstStyle/>
          <a:p>
            <a:r>
              <a:rPr lang="zh-TW" altLang="en-US"/>
              <a:t>按一下以編輯母片標題樣式</a:t>
            </a:r>
            <a:endParaRPr lang="en-US"/>
          </a:p>
        </p:txBody>
      </p:sp>
    </p:spTree>
    <p:extLst>
      <p:ext uri="{BB962C8B-B14F-4D97-AF65-F5344CB8AC3E}">
        <p14:creationId xmlns:p14="http://schemas.microsoft.com/office/powerpoint/2010/main" val="366916354"/>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DDF5F92-E675-4B36-9A60-69A962A68675}" type="datetime1">
              <a:rPr lang="en-US" smtClean="0"/>
              <a:t>9/20/2025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0224663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Title 1"/>
          <p:cNvSpPr>
            <a:spLocks noGrp="1"/>
          </p:cNvSpPr>
          <p:nvPr>
            <p:ph type="title"/>
          </p:nvPr>
        </p:nvSpPr>
        <p:spPr>
          <a:xfrm>
            <a:off x="1682496" y="914401"/>
            <a:ext cx="7863840" cy="3200394"/>
          </a:xfrm>
          <a:prstGeom prst="rect">
            <a:avLst/>
          </a:prstGeom>
        </p:spPr>
        <p:txBody>
          <a:bodyPr anchor="b">
            <a:normAutofit/>
          </a:bodyPr>
          <a:lstStyle>
            <a:lvl1pPr>
              <a:defRPr sz="6400" b="0"/>
            </a:lvl1pPr>
          </a:lstStyle>
          <a:p>
            <a:r>
              <a:rPr lang="zh-TW" altLang="en-US"/>
              <a:t>按一下以編輯母片標題樣式</a:t>
            </a:r>
            <a:endParaRPr lang="en-US"/>
          </a:p>
        </p:txBody>
      </p:sp>
      <p:sp>
        <p:nvSpPr>
          <p:cNvPr id="3" name="Content Placeholder 2"/>
          <p:cNvSpPr>
            <a:spLocks noGrp="1"/>
          </p:cNvSpPr>
          <p:nvPr>
            <p:ph idx="1"/>
          </p:nvPr>
        </p:nvSpPr>
        <p:spPr>
          <a:xfrm>
            <a:off x="10363200" y="1981200"/>
            <a:ext cx="12344400" cy="9753600"/>
          </a:xfrm>
          <a:prstGeom prst="rect">
            <a:avLst/>
          </a:prstGeom>
        </p:spPr>
        <p:txBody>
          <a:bodyPr/>
          <a:lstStyle>
            <a:lvl1pPr>
              <a:defRPr sz="6400"/>
            </a:lvl1pPr>
            <a:lvl2pPr>
              <a:defRPr sz="5600"/>
            </a:lvl2pPr>
            <a:lvl3pPr>
              <a:defRPr sz="4800"/>
            </a:lvl3pPr>
            <a:lvl4pPr>
              <a:defRPr sz="4000"/>
            </a:lvl4pPr>
            <a:lvl5pPr>
              <a:defRPr sz="4000"/>
            </a:lvl5pPr>
            <a:lvl6pPr>
              <a:defRPr sz="4000"/>
            </a:lvl6pPr>
            <a:lvl7pPr>
              <a:defRPr sz="4000"/>
            </a:lvl7pPr>
            <a:lvl8pPr>
              <a:defRPr sz="4000"/>
            </a:lvl8pPr>
            <a:lvl9pPr>
              <a:defRPr sz="4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a:p>
        </p:txBody>
      </p:sp>
      <p:sp>
        <p:nvSpPr>
          <p:cNvPr id="4" name="Text Placeholder 3"/>
          <p:cNvSpPr>
            <a:spLocks noGrp="1"/>
          </p:cNvSpPr>
          <p:nvPr>
            <p:ph type="body" sz="half" idx="2"/>
          </p:nvPr>
        </p:nvSpPr>
        <p:spPr>
          <a:xfrm>
            <a:off x="1682496" y="4114799"/>
            <a:ext cx="7863840" cy="7620002"/>
          </a:xfrm>
          <a:prstGeom prst="rect">
            <a:avLst/>
          </a:prstGeom>
        </p:spPr>
        <p:txBody>
          <a:bodyPr>
            <a:normAutofit/>
          </a:bodyPr>
          <a:lstStyle>
            <a:lvl1pPr marL="0" indent="0">
              <a:lnSpc>
                <a:spcPct val="90000"/>
              </a:lnSpc>
              <a:buNone/>
              <a:defRPr sz="3200"/>
            </a:lvl1pPr>
            <a:lvl2pPr marL="914400" indent="0">
              <a:buNone/>
              <a:defRPr sz="2400"/>
            </a:lvl2pPr>
            <a:lvl3pPr marL="1828800" indent="0">
              <a:buNone/>
              <a:defRPr sz="2000"/>
            </a:lvl3pPr>
            <a:lvl4pPr marL="2743200" indent="0">
              <a:buNone/>
              <a:defRPr sz="1800"/>
            </a:lvl4pPr>
            <a:lvl5pPr marL="3657600" indent="0">
              <a:buNone/>
              <a:defRPr sz="1800"/>
            </a:lvl5pPr>
            <a:lvl6pPr marL="4572000" indent="0">
              <a:buNone/>
              <a:defRPr sz="1800"/>
            </a:lvl6pPr>
            <a:lvl7pPr marL="5486400" indent="0">
              <a:buNone/>
              <a:defRPr sz="1800"/>
            </a:lvl7pPr>
            <a:lvl8pPr marL="6400800" indent="0">
              <a:buNone/>
              <a:defRPr sz="1800"/>
            </a:lvl8pPr>
            <a:lvl9pPr marL="7315200" indent="0">
              <a:buNone/>
              <a:defRPr sz="1800"/>
            </a:lvl9pPr>
          </a:lstStyle>
          <a:p>
            <a:pPr lvl="0"/>
            <a:r>
              <a:rPr lang="zh-TW" altLang="en-US"/>
              <a:t>按一下以編輯母片文字樣式</a:t>
            </a:r>
          </a:p>
        </p:txBody>
      </p:sp>
      <p:sp>
        <p:nvSpPr>
          <p:cNvPr id="5" name="Date Placeholder 4"/>
          <p:cNvSpPr>
            <a:spLocks noGrp="1"/>
          </p:cNvSpPr>
          <p:nvPr>
            <p:ph type="dt" sz="half" idx="10"/>
          </p:nvPr>
        </p:nvSpPr>
        <p:spPr/>
        <p:txBody>
          <a:bodyPr/>
          <a:lstStyle/>
          <a:p>
            <a:fld id="{AF6E2C9B-5FA2-460D-9BE7-B0812FC2A6FF}" type="datetime1">
              <a:rPr lang="en-US" smtClean="0"/>
              <a:t>9/20/2025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0000000-1234-1234-1234-123412341234}" type="slidenum">
              <a:rPr lang="en-US" smtClean="0"/>
              <a:pPr/>
              <a:t>‹#›</a:t>
            </a:fld>
            <a:endParaRPr lang="en-US" sz="1400">
              <a:solidFill>
                <a:srgbClr val="000000"/>
              </a:solidFill>
              <a:latin typeface="BIZ UDGothic" panose="020B0400000000000000" pitchFamily="33" charset="-128"/>
              <a:ea typeface="BIZ UDGothic" panose="020B0400000000000000" pitchFamily="33" charset="-128"/>
              <a:cs typeface="Arial"/>
              <a:sym typeface="Arial"/>
            </a:endParaRPr>
          </a:p>
        </p:txBody>
      </p:sp>
    </p:spTree>
    <p:extLst>
      <p:ext uri="{BB962C8B-B14F-4D97-AF65-F5344CB8AC3E}">
        <p14:creationId xmlns:p14="http://schemas.microsoft.com/office/powerpoint/2010/main" val="3061178734"/>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Title 1"/>
          <p:cNvSpPr>
            <a:spLocks noGrp="1"/>
          </p:cNvSpPr>
          <p:nvPr>
            <p:ph type="title"/>
          </p:nvPr>
        </p:nvSpPr>
        <p:spPr>
          <a:xfrm>
            <a:off x="1682496" y="914400"/>
            <a:ext cx="7863840" cy="3200400"/>
          </a:xfrm>
          <a:prstGeom prst="rect">
            <a:avLst/>
          </a:prstGeom>
        </p:spPr>
        <p:txBody>
          <a:bodyPr anchor="b">
            <a:normAutofit/>
          </a:bodyPr>
          <a:lstStyle>
            <a:lvl1pPr>
              <a:defRPr sz="6400" b="0"/>
            </a:lvl1pPr>
          </a:lstStyle>
          <a:p>
            <a:r>
              <a:rPr lang="zh-TW" altLang="en-US"/>
              <a:t>按一下以編輯母片標題樣式</a:t>
            </a:r>
            <a:endParaRPr lang="en-US"/>
          </a:p>
        </p:txBody>
      </p:sp>
      <p:sp>
        <p:nvSpPr>
          <p:cNvPr id="3" name="Picture Placeholder 2"/>
          <p:cNvSpPr>
            <a:spLocks noGrp="1"/>
          </p:cNvSpPr>
          <p:nvPr>
            <p:ph type="pic" idx="1"/>
          </p:nvPr>
        </p:nvSpPr>
        <p:spPr>
          <a:xfrm>
            <a:off x="10363200" y="1981200"/>
            <a:ext cx="12344400" cy="9753600"/>
          </a:xfrm>
          <a:prstGeom prst="rect">
            <a:avLst/>
          </a:prstGeom>
        </p:spPr>
        <p:txBody>
          <a:bodyPr/>
          <a:lstStyle>
            <a:lvl1pPr marL="0" indent="0">
              <a:buNone/>
              <a:defRPr sz="6400"/>
            </a:lvl1pPr>
            <a:lvl2pPr marL="914400" indent="0">
              <a:buNone/>
              <a:defRPr sz="5600"/>
            </a:lvl2pPr>
            <a:lvl3pPr marL="1828800" indent="0">
              <a:buNone/>
              <a:defRPr sz="4800"/>
            </a:lvl3pPr>
            <a:lvl4pPr marL="2743200" indent="0">
              <a:buNone/>
              <a:defRPr sz="4000"/>
            </a:lvl4pPr>
            <a:lvl5pPr marL="3657600" indent="0">
              <a:buNone/>
              <a:defRPr sz="4000"/>
            </a:lvl5pPr>
            <a:lvl6pPr marL="4572000" indent="0">
              <a:buNone/>
              <a:defRPr sz="4000"/>
            </a:lvl6pPr>
            <a:lvl7pPr marL="5486400" indent="0">
              <a:buNone/>
              <a:defRPr sz="4000"/>
            </a:lvl7pPr>
            <a:lvl8pPr marL="6400800" indent="0">
              <a:buNone/>
              <a:defRPr sz="4000"/>
            </a:lvl8pPr>
            <a:lvl9pPr marL="7315200" indent="0">
              <a:buNone/>
              <a:defRPr sz="4000"/>
            </a:lvl9pPr>
          </a:lstStyle>
          <a:p>
            <a:r>
              <a:rPr lang="zh-TW" altLang="en-US"/>
              <a:t>按一下圖示以新增圖片</a:t>
            </a:r>
            <a:endParaRPr lang="en-US"/>
          </a:p>
        </p:txBody>
      </p:sp>
      <p:sp>
        <p:nvSpPr>
          <p:cNvPr id="4" name="Text Placeholder 3"/>
          <p:cNvSpPr>
            <a:spLocks noGrp="1"/>
          </p:cNvSpPr>
          <p:nvPr>
            <p:ph type="body" sz="half" idx="2"/>
          </p:nvPr>
        </p:nvSpPr>
        <p:spPr>
          <a:xfrm>
            <a:off x="1682496" y="4114800"/>
            <a:ext cx="7863840" cy="7620000"/>
          </a:xfrm>
          <a:prstGeom prst="rect">
            <a:avLst/>
          </a:prstGeom>
        </p:spPr>
        <p:txBody>
          <a:bodyPr>
            <a:normAutofit/>
          </a:bodyPr>
          <a:lstStyle>
            <a:lvl1pPr marL="0" indent="0">
              <a:lnSpc>
                <a:spcPct val="90000"/>
              </a:lnSpc>
              <a:buNone/>
              <a:defRPr sz="3200"/>
            </a:lvl1pPr>
            <a:lvl2pPr marL="914400" indent="0">
              <a:buNone/>
              <a:defRPr sz="2400"/>
            </a:lvl2pPr>
            <a:lvl3pPr marL="1828800" indent="0">
              <a:buNone/>
              <a:defRPr sz="2000"/>
            </a:lvl3pPr>
            <a:lvl4pPr marL="2743200" indent="0">
              <a:buNone/>
              <a:defRPr sz="1800"/>
            </a:lvl4pPr>
            <a:lvl5pPr marL="3657600" indent="0">
              <a:buNone/>
              <a:defRPr sz="1800"/>
            </a:lvl5pPr>
            <a:lvl6pPr marL="4572000" indent="0">
              <a:buNone/>
              <a:defRPr sz="1800"/>
            </a:lvl6pPr>
            <a:lvl7pPr marL="5486400" indent="0">
              <a:buNone/>
              <a:defRPr sz="1800"/>
            </a:lvl7pPr>
            <a:lvl8pPr marL="6400800" indent="0">
              <a:buNone/>
              <a:defRPr sz="1800"/>
            </a:lvl8pPr>
            <a:lvl9pPr marL="7315200" indent="0">
              <a:buNone/>
              <a:defRPr sz="1800"/>
            </a:lvl9pPr>
          </a:lstStyle>
          <a:p>
            <a:pPr lvl="0"/>
            <a:r>
              <a:rPr lang="zh-TW" altLang="en-US"/>
              <a:t>按一下以編輯母片文字樣式</a:t>
            </a:r>
          </a:p>
        </p:txBody>
      </p:sp>
      <p:sp>
        <p:nvSpPr>
          <p:cNvPr id="5" name="Date Placeholder 4"/>
          <p:cNvSpPr>
            <a:spLocks noGrp="1"/>
          </p:cNvSpPr>
          <p:nvPr>
            <p:ph type="dt" sz="half" idx="10"/>
          </p:nvPr>
        </p:nvSpPr>
        <p:spPr/>
        <p:txBody>
          <a:bodyPr/>
          <a:lstStyle/>
          <a:p>
            <a:fld id="{1D374940-A916-4C8B-9648-02A2D3898F9E}" type="datetime1">
              <a:rPr lang="en-US" smtClean="0"/>
              <a:t>9/20/2025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0000000-1234-1234-1234-123412341234}" type="slidenum">
              <a:rPr lang="en-US" smtClean="0"/>
              <a:pPr/>
              <a:t>‹#›</a:t>
            </a:fld>
            <a:endParaRPr lang="en-US" sz="1400">
              <a:solidFill>
                <a:srgbClr val="000000"/>
              </a:solidFill>
              <a:latin typeface="BIZ UDGothic" panose="020B0400000000000000" pitchFamily="33" charset="-128"/>
              <a:ea typeface="BIZ UDGothic" panose="020B0400000000000000" pitchFamily="33" charset="-128"/>
              <a:cs typeface="Arial"/>
              <a:sym typeface="Arial"/>
            </a:endParaRPr>
          </a:p>
        </p:txBody>
      </p:sp>
    </p:spTree>
    <p:extLst>
      <p:ext uri="{BB962C8B-B14F-4D97-AF65-F5344CB8AC3E}">
        <p14:creationId xmlns:p14="http://schemas.microsoft.com/office/powerpoint/2010/main" val="1346350851"/>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Title 1"/>
          <p:cNvSpPr>
            <a:spLocks noGrp="1"/>
          </p:cNvSpPr>
          <p:nvPr>
            <p:ph type="title"/>
          </p:nvPr>
        </p:nvSpPr>
        <p:spPr>
          <a:xfrm>
            <a:off x="1690254" y="731520"/>
            <a:ext cx="21031200" cy="2651124"/>
          </a:xfrm>
          <a:prstGeom prst="rect">
            <a:avLst/>
          </a:prstGeom>
        </p:spPr>
        <p:txBody>
          <a:bodyPr/>
          <a:lstStyle/>
          <a:p>
            <a:r>
              <a:rPr lang="zh-TW" altLang="en-US"/>
              <a:t>按一下以編輯母片標題樣式</a:t>
            </a:r>
            <a:endParaRPr lang="en-US"/>
          </a:p>
        </p:txBody>
      </p:sp>
      <p:sp>
        <p:nvSpPr>
          <p:cNvPr id="3" name="Vertical Text Placeholder 2"/>
          <p:cNvSpPr>
            <a:spLocks noGrp="1"/>
          </p:cNvSpPr>
          <p:nvPr>
            <p:ph type="body" orient="vert" idx="1"/>
          </p:nvPr>
        </p:nvSpPr>
        <p:spPr>
          <a:xfrm>
            <a:off x="1690254" y="3657601"/>
            <a:ext cx="21031200" cy="8702674"/>
          </a:xfrm>
          <a:prstGeom prst="rect">
            <a:avLst/>
          </a:prstGeo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a:p>
        </p:txBody>
      </p:sp>
      <p:sp>
        <p:nvSpPr>
          <p:cNvPr id="4" name="Date Placeholder 3"/>
          <p:cNvSpPr>
            <a:spLocks noGrp="1"/>
          </p:cNvSpPr>
          <p:nvPr>
            <p:ph type="dt" sz="half" idx="10"/>
          </p:nvPr>
        </p:nvSpPr>
        <p:spPr/>
        <p:txBody>
          <a:bodyPr/>
          <a:lstStyle/>
          <a:p>
            <a:fld id="{5F4E5243-F52A-4D37-9694-EB26C6C31910}" type="datetime1">
              <a:rPr lang="en-US" smtClean="0"/>
              <a:t>9/20/2025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000000-1234-1234-1234-123412341234}" type="slidenum">
              <a:rPr lang="en-US" smtClean="0"/>
              <a:pPr/>
              <a:t>‹#›</a:t>
            </a:fld>
            <a:endParaRPr lang="en-US" sz="1400">
              <a:solidFill>
                <a:srgbClr val="000000"/>
              </a:solidFill>
              <a:latin typeface="BIZ UDGothic" panose="020B0400000000000000" pitchFamily="33" charset="-128"/>
              <a:ea typeface="BIZ UDGothic" panose="020B0400000000000000" pitchFamily="33" charset="-128"/>
              <a:cs typeface="Arial"/>
              <a:sym typeface="Arial"/>
            </a:endParaRPr>
          </a:p>
        </p:txBody>
      </p:sp>
    </p:spTree>
    <p:extLst>
      <p:ext uri="{BB962C8B-B14F-4D97-AF65-F5344CB8AC3E}">
        <p14:creationId xmlns:p14="http://schemas.microsoft.com/office/powerpoint/2010/main" val="3788986732"/>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7449800" y="720724"/>
            <a:ext cx="5257800" cy="11623676"/>
          </a:xfrm>
          <a:prstGeom prst="rect">
            <a:avLst/>
          </a:prstGeom>
        </p:spPr>
        <p:txBody>
          <a:bodyPr vert="eaVert"/>
          <a:lstStyle/>
          <a:p>
            <a:r>
              <a:rPr lang="zh-TW" altLang="en-US"/>
              <a:t>按一下以編輯母片標題樣式</a:t>
            </a:r>
            <a:endParaRPr lang="en-US"/>
          </a:p>
        </p:txBody>
      </p:sp>
      <p:sp>
        <p:nvSpPr>
          <p:cNvPr id="3" name="Vertical Text Placeholder 2"/>
          <p:cNvSpPr>
            <a:spLocks noGrp="1"/>
          </p:cNvSpPr>
          <p:nvPr>
            <p:ph type="body" orient="vert" idx="1"/>
          </p:nvPr>
        </p:nvSpPr>
        <p:spPr>
          <a:xfrm>
            <a:off x="1676400" y="720725"/>
            <a:ext cx="15468600" cy="11623674"/>
          </a:xfrm>
          <a:prstGeom prst="rect">
            <a:avLst/>
          </a:prstGeo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a:p>
        </p:txBody>
      </p:sp>
      <p:sp>
        <p:nvSpPr>
          <p:cNvPr id="4" name="Date Placeholder 3"/>
          <p:cNvSpPr>
            <a:spLocks noGrp="1"/>
          </p:cNvSpPr>
          <p:nvPr>
            <p:ph type="dt" sz="half" idx="10"/>
          </p:nvPr>
        </p:nvSpPr>
        <p:spPr/>
        <p:txBody>
          <a:bodyPr/>
          <a:lstStyle/>
          <a:p>
            <a:fld id="{3A77B6E1-634A-48DC-9E8B-D894023267EF}" type="datetime1">
              <a:rPr lang="en-US" smtClean="0"/>
              <a:t>9/20/2025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000000-1234-1234-1234-123412341234}" type="slidenum">
              <a:rPr lang="en-US" smtClean="0"/>
              <a:pPr/>
              <a:t>‹#›</a:t>
            </a:fld>
            <a:endParaRPr lang="en-US" sz="1400">
              <a:solidFill>
                <a:srgbClr val="000000"/>
              </a:solidFill>
              <a:latin typeface="BIZ UDGothic" panose="020B0400000000000000" pitchFamily="33" charset="-128"/>
              <a:ea typeface="BIZ UDGothic" panose="020B0400000000000000" pitchFamily="33" charset="-128"/>
              <a:cs typeface="Arial"/>
              <a:sym typeface="Arial"/>
            </a:endParaRPr>
          </a:p>
        </p:txBody>
      </p:sp>
    </p:spTree>
    <p:extLst>
      <p:ext uri="{BB962C8B-B14F-4D97-AF65-F5344CB8AC3E}">
        <p14:creationId xmlns:p14="http://schemas.microsoft.com/office/powerpoint/2010/main" val="3299469385"/>
      </p:ext>
    </p:extLst>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690254" y="731520"/>
            <a:ext cx="21031200" cy="2651124"/>
          </a:xfrm>
          <a:prstGeom prst="rect">
            <a:avLst/>
          </a:prstGeom>
        </p:spPr>
        <p:txBody>
          <a:bodyPr vert="horz" lIns="91440" tIns="45720" rIns="91440" bIns="45720" rtlCol="0" anchor="ctr">
            <a:normAutofit/>
          </a:bodyPr>
          <a:lstStyle/>
          <a:p>
            <a:r>
              <a:rPr lang="zh-TW" altLang="en-US"/>
              <a:t>按一下以編輯母片標題樣式</a:t>
            </a:r>
            <a:endParaRPr lang="en-US"/>
          </a:p>
        </p:txBody>
      </p:sp>
      <p:sp>
        <p:nvSpPr>
          <p:cNvPr id="3" name="Text Placeholder 2"/>
          <p:cNvSpPr>
            <a:spLocks noGrp="1"/>
          </p:cNvSpPr>
          <p:nvPr>
            <p:ph type="body" idx="1"/>
          </p:nvPr>
        </p:nvSpPr>
        <p:spPr>
          <a:xfrm>
            <a:off x="1690254" y="3657601"/>
            <a:ext cx="21031200" cy="8702674"/>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a:p>
        </p:txBody>
      </p:sp>
      <p:sp>
        <p:nvSpPr>
          <p:cNvPr id="4" name="Date Placeholder 3"/>
          <p:cNvSpPr>
            <a:spLocks noGrp="1"/>
          </p:cNvSpPr>
          <p:nvPr>
            <p:ph type="dt" sz="half" idx="2"/>
          </p:nvPr>
        </p:nvSpPr>
        <p:spPr>
          <a:xfrm>
            <a:off x="1676400" y="12712701"/>
            <a:ext cx="5486400" cy="730250"/>
          </a:xfrm>
          <a:prstGeom prst="rect">
            <a:avLst/>
          </a:prstGeom>
        </p:spPr>
        <p:txBody>
          <a:bodyPr vert="horz" lIns="91440" tIns="45720" rIns="91440" bIns="45720" rtlCol="0" anchor="ctr"/>
          <a:lstStyle>
            <a:lvl1pPr algn="l">
              <a:defRPr sz="2200">
                <a:solidFill>
                  <a:schemeClr val="tx1">
                    <a:lumMod val="65000"/>
                    <a:lumOff val="35000"/>
                  </a:schemeClr>
                </a:solidFill>
              </a:defRPr>
            </a:lvl1pPr>
          </a:lstStyle>
          <a:p>
            <a:fld id="{5586B75A-687E-405C-8A0B-8D00578BA2C3}" type="datetime1">
              <a:rPr lang="en-US" smtClean="0"/>
              <a:t>9/20/2025</a:t>
            </a:fld>
            <a:endParaRPr lang="en-US"/>
          </a:p>
        </p:txBody>
      </p:sp>
      <p:sp>
        <p:nvSpPr>
          <p:cNvPr id="5" name="Footer Placeholder 4"/>
          <p:cNvSpPr>
            <a:spLocks noGrp="1"/>
          </p:cNvSpPr>
          <p:nvPr>
            <p:ph type="ftr" sz="quarter" idx="3"/>
          </p:nvPr>
        </p:nvSpPr>
        <p:spPr>
          <a:xfrm>
            <a:off x="8077200" y="12712701"/>
            <a:ext cx="8229600" cy="730250"/>
          </a:xfrm>
          <a:prstGeom prst="rect">
            <a:avLst/>
          </a:prstGeom>
        </p:spPr>
        <p:txBody>
          <a:bodyPr vert="horz" lIns="91440" tIns="45720" rIns="91440" bIns="45720" rtlCol="0" anchor="ctr"/>
          <a:lstStyle>
            <a:lvl1pPr algn="ctr">
              <a:defRPr sz="2200">
                <a:solidFill>
                  <a:schemeClr val="tx1">
                    <a:lumMod val="65000"/>
                    <a:lumOff val="35000"/>
                  </a:schemeClr>
                </a:solidFill>
              </a:defRPr>
            </a:lvl1pPr>
          </a:lstStyle>
          <a:p>
            <a:endParaRPr lang="en-US"/>
          </a:p>
        </p:txBody>
      </p:sp>
      <p:sp>
        <p:nvSpPr>
          <p:cNvPr id="6" name="Slide Number Placeholder 5"/>
          <p:cNvSpPr>
            <a:spLocks noGrp="1"/>
          </p:cNvSpPr>
          <p:nvPr>
            <p:ph type="sldNum" sz="quarter" idx="4"/>
          </p:nvPr>
        </p:nvSpPr>
        <p:spPr>
          <a:xfrm>
            <a:off x="17235054" y="12712701"/>
            <a:ext cx="5486400" cy="730250"/>
          </a:xfrm>
          <a:prstGeom prst="rect">
            <a:avLst/>
          </a:prstGeom>
        </p:spPr>
        <p:txBody>
          <a:bodyPr vert="horz" lIns="91440" tIns="45720" rIns="91440" bIns="45720" rtlCol="0" anchor="ctr"/>
          <a:lstStyle>
            <a:lvl1pPr algn="r">
              <a:defRPr sz="2200">
                <a:solidFill>
                  <a:schemeClr val="tx1">
                    <a:tint val="75000"/>
                  </a:schemeClr>
                </a:solidFill>
              </a:defRPr>
            </a:lvl1pPr>
          </a:lstStyle>
          <a:p>
            <a:fld id="{00000000-1234-1234-1234-123412341234}" type="slidenum">
              <a:rPr lang="en-US" smtClean="0"/>
              <a:pPr/>
              <a:t>‹#›</a:t>
            </a:fld>
            <a:endParaRPr lang="en-US" sz="1400">
              <a:solidFill>
                <a:srgbClr val="000000"/>
              </a:solidFill>
              <a:latin typeface="BIZ UDGothic" panose="020B0400000000000000" pitchFamily="33" charset="-128"/>
              <a:ea typeface="BIZ UDGothic" panose="020B0400000000000000" pitchFamily="33" charset="-128"/>
              <a:cs typeface="Arial"/>
              <a:sym typeface="Arial"/>
            </a:endParaRPr>
          </a:p>
        </p:txBody>
      </p:sp>
    </p:spTree>
    <p:extLst>
      <p:ext uri="{BB962C8B-B14F-4D97-AF65-F5344CB8AC3E}">
        <p14:creationId xmlns:p14="http://schemas.microsoft.com/office/powerpoint/2010/main" val="2733321511"/>
      </p:ext>
    </p:extLst>
  </p:cSld>
  <p:clrMap bg1="lt1" tx1="dk1" bg2="lt2" tx2="dk2" accent1="accent1" accent2="accent2" accent3="accent3" accent4="accent4" accent5="accent5" accent6="accent6" hlink="hlink" folHlink="folHlink"/>
  <p:sldLayoutIdLst>
    <p:sldLayoutId id="2147483689" r:id="rId1"/>
    <p:sldLayoutId id="2147483690" r:id="rId2"/>
    <p:sldLayoutId id="2147483691" r:id="rId3"/>
    <p:sldLayoutId id="2147483692" r:id="rId4"/>
    <p:sldLayoutId id="2147483693" r:id="rId5"/>
    <p:sldLayoutId id="2147483694" r:id="rId6"/>
    <p:sldLayoutId id="2147483695" r:id="rId7"/>
    <p:sldLayoutId id="2147483696" r:id="rId8"/>
    <p:sldLayoutId id="2147483697" r:id="rId9"/>
    <p:sldLayoutId id="2147483698" r:id="rId10"/>
    <p:sldLayoutId id="2147483699" r:id="rId11"/>
  </p:sldLayoutIdLst>
  <p:hf sldNum="0" hdr="0" ftr="0" dt="0"/>
  <p:txStyles>
    <p:titleStyle>
      <a:lvl1pPr algn="l" defTabSz="1828800" rtl="0" eaLnBrk="1" latinLnBrk="0" hangingPunct="1">
        <a:lnSpc>
          <a:spcPct val="90000"/>
        </a:lnSpc>
        <a:spcBef>
          <a:spcPct val="0"/>
        </a:spcBef>
        <a:buNone/>
        <a:defRPr sz="8800" kern="1200">
          <a:solidFill>
            <a:schemeClr val="tx1"/>
          </a:solidFill>
          <a:latin typeface="+mj-lt"/>
          <a:ea typeface="+mj-ea"/>
          <a:cs typeface="+mj-cs"/>
        </a:defRPr>
      </a:lvl1pPr>
    </p:titleStyle>
    <p:bodyStyle>
      <a:lvl1pPr marL="457200" indent="-457200" algn="l" defTabSz="1828800" rtl="0" eaLnBrk="1" latinLnBrk="0" hangingPunct="1">
        <a:lnSpc>
          <a:spcPct val="90000"/>
        </a:lnSpc>
        <a:spcBef>
          <a:spcPts val="2000"/>
        </a:spcBef>
        <a:buFont typeface="Wingdings 2" pitchFamily="18" charset="2"/>
        <a:buChar char=""/>
        <a:defRPr sz="5600" kern="1200">
          <a:solidFill>
            <a:schemeClr val="tx1"/>
          </a:solidFill>
          <a:latin typeface="+mn-lt"/>
          <a:ea typeface="+mn-ea"/>
          <a:cs typeface="+mn-cs"/>
        </a:defRPr>
      </a:lvl1pPr>
      <a:lvl2pPr marL="1371600" indent="-457200" algn="l" defTabSz="1828800" rtl="0" eaLnBrk="1" latinLnBrk="0" hangingPunct="1">
        <a:lnSpc>
          <a:spcPct val="90000"/>
        </a:lnSpc>
        <a:spcBef>
          <a:spcPts val="1000"/>
        </a:spcBef>
        <a:buFont typeface="Wingdings 2" pitchFamily="18" charset="2"/>
        <a:buChar char=""/>
        <a:defRPr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Wingdings 2" pitchFamily="18" charset="2"/>
        <a:buChar char=""/>
        <a:defRPr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Wingdings 2" pitchFamily="18" charset="2"/>
        <a:buChar char=""/>
        <a:defRPr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Wingdings 2" pitchFamily="18" charset="2"/>
        <a:buChar char=""/>
        <a:defRPr sz="3600" kern="1200">
          <a:solidFill>
            <a:schemeClr val="tx1"/>
          </a:solidFill>
          <a:latin typeface="+mn-lt"/>
          <a:ea typeface="+mn-ea"/>
          <a:cs typeface="+mn-cs"/>
        </a:defRPr>
      </a:lvl5pPr>
      <a:lvl6pPr marL="5029200" indent="-457200" algn="l" defTabSz="1828800" rtl="0" eaLnBrk="1" latinLnBrk="0" hangingPunct="1">
        <a:spcBef>
          <a:spcPct val="20000"/>
        </a:spcBef>
        <a:buFont typeface="Wingdings 2" pitchFamily="18" charset="2"/>
        <a:buChar char=""/>
        <a:defRPr sz="3600" kern="1200">
          <a:solidFill>
            <a:schemeClr val="tx1"/>
          </a:solidFill>
          <a:latin typeface="+mn-lt"/>
          <a:ea typeface="+mn-ea"/>
          <a:cs typeface="+mn-cs"/>
        </a:defRPr>
      </a:lvl6pPr>
      <a:lvl7pPr marL="5943600" indent="-457200" algn="l" defTabSz="1828800" rtl="0" eaLnBrk="1" latinLnBrk="0" hangingPunct="1">
        <a:spcBef>
          <a:spcPct val="20000"/>
        </a:spcBef>
        <a:buFont typeface="Wingdings 2" pitchFamily="18" charset="2"/>
        <a:buChar char=""/>
        <a:defRPr sz="3600" kern="1200">
          <a:solidFill>
            <a:schemeClr val="tx1"/>
          </a:solidFill>
          <a:latin typeface="+mn-lt"/>
          <a:ea typeface="+mn-ea"/>
          <a:cs typeface="+mn-cs"/>
        </a:defRPr>
      </a:lvl7pPr>
      <a:lvl8pPr marL="6858000" indent="-457200" algn="l" defTabSz="1828800" rtl="0" eaLnBrk="1" latinLnBrk="0" hangingPunct="1">
        <a:spcBef>
          <a:spcPct val="20000"/>
        </a:spcBef>
        <a:buFont typeface="Wingdings 2" pitchFamily="18" charset="2"/>
        <a:buChar char=""/>
        <a:defRPr sz="3600" kern="1200">
          <a:solidFill>
            <a:schemeClr val="tx1"/>
          </a:solidFill>
          <a:latin typeface="+mn-lt"/>
          <a:ea typeface="+mn-ea"/>
          <a:cs typeface="+mn-cs"/>
        </a:defRPr>
      </a:lvl8pPr>
      <a:lvl9pPr marL="7772400" indent="-457200" algn="l" defTabSz="1828800" rtl="0" eaLnBrk="1" latinLnBrk="0" hangingPunct="1">
        <a:spcBef>
          <a:spcPct val="20000"/>
        </a:spcBef>
        <a:buFont typeface="Wingdings 2" pitchFamily="18" charset="2"/>
        <a:buChar char=""/>
        <a:defRPr sz="3600" kern="1200">
          <a:solidFill>
            <a:schemeClr val="tx1"/>
          </a:solidFill>
          <a:latin typeface="+mn-lt"/>
          <a:ea typeface="+mn-ea"/>
          <a:cs typeface="+mn-cs"/>
        </a:defRPr>
      </a:lvl9pPr>
    </p:bodyStyle>
    <p:otherStyle>
      <a:defPPr>
        <a:defRPr lang="en-US"/>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字版面配置區 1">
            <a:extLst>
              <a:ext uri="{FF2B5EF4-FFF2-40B4-BE49-F238E27FC236}">
                <a16:creationId xmlns:a16="http://schemas.microsoft.com/office/drawing/2014/main" id="{42978BFF-C9BA-D65A-A597-87A395CE7CCE}"/>
              </a:ext>
            </a:extLst>
          </p:cNvPr>
          <p:cNvSpPr>
            <a:spLocks noGrp="1" noRot="1" noMove="1" noResize="1" noEditPoints="1" noAdjustHandles="1" noChangeArrowheads="1" noChangeShapeType="1"/>
          </p:cNvSpPr>
          <p:nvPr>
            <p:ph type="body" sz="quarter" idx="13"/>
          </p:nvPr>
        </p:nvSpPr>
        <p:spPr>
          <a:xfrm>
            <a:off x="1679070" y="6660848"/>
            <a:ext cx="21314280" cy="5032117"/>
          </a:xfrm>
        </p:spPr>
        <p:txBody>
          <a:bodyPr numCol="2">
            <a:normAutofit/>
          </a:bodyPr>
          <a:lstStyle/>
          <a:p>
            <a:pPr marL="685800" indent="-685800">
              <a:buFont typeface="Arial" panose="020B0604020202020204" pitchFamily="34" charset="0"/>
              <a:buChar char="•"/>
            </a:pPr>
            <a:r>
              <a:rPr lang="ja-JP" altLang="en-US" sz="4800" dirty="0">
                <a:latin typeface="BIZ UDGothic" panose="020B0600070205080204" charset="-128"/>
                <a:ea typeface="BIZ UDGothic" panose="020B0600070205080204" charset="-128"/>
              </a:rPr>
              <a:t>～を通じる</a:t>
            </a:r>
          </a:p>
          <a:p>
            <a:pPr marL="685800" indent="-685800">
              <a:buFont typeface="Arial" panose="020B0604020202020204" pitchFamily="34" charset="0"/>
              <a:buChar char="•"/>
            </a:pPr>
            <a:r>
              <a:rPr lang="en-US" altLang="ja-JP" sz="4800" dirty="0">
                <a:latin typeface="BIZ UDGothic" panose="020B0600070205080204" charset="-128"/>
                <a:ea typeface="BIZ UDGothic" panose="020B0600070205080204" charset="-128"/>
              </a:rPr>
              <a:t>A</a:t>
            </a:r>
            <a:r>
              <a:rPr lang="ja-JP" altLang="en-US" sz="4800" dirty="0">
                <a:latin typeface="BIZ UDGothic" panose="020B0600070205080204" charset="-128"/>
                <a:ea typeface="BIZ UDGothic" panose="020B0600070205080204" charset="-128"/>
              </a:rPr>
              <a:t>ばかりでなく</a:t>
            </a:r>
            <a:r>
              <a:rPr lang="en-US" altLang="ja-JP" sz="4800" dirty="0">
                <a:latin typeface="BIZ UDGothic" panose="020B0600070205080204" charset="-128"/>
                <a:ea typeface="BIZ UDGothic" panose="020B0600070205080204" charset="-128"/>
              </a:rPr>
              <a:t>B</a:t>
            </a:r>
            <a:r>
              <a:rPr lang="ja-JP" altLang="en-US" sz="4800" dirty="0">
                <a:latin typeface="BIZ UDGothic" panose="020B0600070205080204" charset="-128"/>
                <a:ea typeface="BIZ UDGothic" panose="020B0600070205080204" charset="-128"/>
              </a:rPr>
              <a:t>（も）</a:t>
            </a:r>
          </a:p>
          <a:p>
            <a:pPr marL="685800" indent="-685800">
              <a:buFont typeface="Arial" panose="020B0604020202020204" pitchFamily="34" charset="0"/>
              <a:buChar char="•"/>
            </a:pPr>
            <a:r>
              <a:rPr lang="en-US" altLang="ja-JP" sz="4800" dirty="0">
                <a:latin typeface="BIZ UDGothic" panose="020B0600070205080204" charset="-128"/>
                <a:ea typeface="BIZ UDGothic" panose="020B0600070205080204" charset="-128"/>
              </a:rPr>
              <a:t>A</a:t>
            </a:r>
            <a:r>
              <a:rPr lang="ja-JP" altLang="en-US" sz="4800" dirty="0">
                <a:latin typeface="BIZ UDGothic" panose="020B0600070205080204" charset="-128"/>
                <a:ea typeface="BIZ UDGothic" panose="020B0600070205080204" charset="-128"/>
              </a:rPr>
              <a:t>からこそ</a:t>
            </a:r>
            <a:r>
              <a:rPr lang="en-US" altLang="ja-JP" sz="4800" dirty="0">
                <a:latin typeface="BIZ UDGothic" panose="020B0600070205080204" charset="-128"/>
                <a:ea typeface="BIZ UDGothic" panose="020B0600070205080204" charset="-128"/>
              </a:rPr>
              <a:t>B</a:t>
            </a:r>
          </a:p>
          <a:p>
            <a:pPr marL="685800" indent="-685800">
              <a:buFont typeface="Arial" panose="020B0604020202020204" pitchFamily="34" charset="0"/>
              <a:buChar char="•"/>
            </a:pPr>
            <a:r>
              <a:rPr lang="ja-JP" altLang="en-US" sz="4800" dirty="0">
                <a:latin typeface="BIZ UDGothic" panose="020B0600070205080204" charset="-128"/>
                <a:ea typeface="BIZ UDGothic" panose="020B0600070205080204" charset="-128"/>
              </a:rPr>
              <a:t>～でも</a:t>
            </a:r>
          </a:p>
          <a:p>
            <a:pPr marL="685800" indent="-685800">
              <a:buFont typeface="Arial" panose="020B0604020202020204" pitchFamily="34" charset="0"/>
              <a:buChar char="•"/>
            </a:pPr>
            <a:r>
              <a:rPr lang="en-US" altLang="ja-JP" sz="4800" dirty="0">
                <a:latin typeface="BIZ UDGothic" panose="020B0600070205080204" charset="-128"/>
                <a:ea typeface="BIZ UDGothic" panose="020B0600070205080204" charset="-128"/>
              </a:rPr>
              <a:t>A</a:t>
            </a:r>
            <a:r>
              <a:rPr lang="ja-JP" altLang="en-US" sz="4800" dirty="0">
                <a:latin typeface="BIZ UDGothic" panose="020B0600070205080204" charset="-128"/>
                <a:ea typeface="BIZ UDGothic" panose="020B0600070205080204" charset="-128"/>
              </a:rPr>
              <a:t>からには</a:t>
            </a:r>
            <a:r>
              <a:rPr lang="en-US" altLang="ja-JP" sz="4800" dirty="0">
                <a:latin typeface="BIZ UDGothic" panose="020B0600070205080204" charset="-128"/>
                <a:ea typeface="BIZ UDGothic" panose="020B0600070205080204" charset="-128"/>
              </a:rPr>
              <a:t>B</a:t>
            </a:r>
          </a:p>
          <a:p>
            <a:pPr marL="685800" indent="-685800">
              <a:buFont typeface="Arial" panose="020B0604020202020204" pitchFamily="34" charset="0"/>
              <a:buChar char="•"/>
            </a:pPr>
            <a:r>
              <a:rPr lang="ja-JP" altLang="en-US" sz="4800" dirty="0">
                <a:latin typeface="BIZ UDGothic" panose="020B0600070205080204" charset="-128"/>
                <a:ea typeface="BIZ UDGothic" panose="020B0600070205080204" charset="-128"/>
              </a:rPr>
              <a:t>～回る</a:t>
            </a:r>
          </a:p>
          <a:p>
            <a:pPr marL="685800" indent="-685800">
              <a:buFont typeface="Arial" panose="020B0604020202020204" pitchFamily="34" charset="0"/>
              <a:buChar char="•"/>
            </a:pPr>
            <a:r>
              <a:rPr lang="en-US" altLang="ja-JP" sz="4800" dirty="0">
                <a:latin typeface="BIZ UDGothic" panose="020B0600070205080204" charset="-128"/>
                <a:ea typeface="BIZ UDGothic" panose="020B0600070205080204" charset="-128"/>
              </a:rPr>
              <a:t>A</a:t>
            </a:r>
            <a:r>
              <a:rPr lang="ja-JP" altLang="en-US" sz="4800" dirty="0">
                <a:latin typeface="BIZ UDGothic" panose="020B0600070205080204" charset="-128"/>
                <a:ea typeface="BIZ UDGothic" panose="020B0600070205080204" charset="-128"/>
              </a:rPr>
              <a:t>ないと</a:t>
            </a:r>
            <a:r>
              <a:rPr lang="en-US" altLang="ja-JP" sz="4800" dirty="0">
                <a:latin typeface="BIZ UDGothic" panose="020B0600070205080204" charset="-128"/>
                <a:ea typeface="BIZ UDGothic" panose="020B0600070205080204" charset="-128"/>
              </a:rPr>
              <a:t>B</a:t>
            </a:r>
            <a:r>
              <a:rPr lang="ja-JP" altLang="en-US" sz="4800" dirty="0">
                <a:latin typeface="BIZ UDGothic" panose="020B0600070205080204" charset="-128"/>
                <a:ea typeface="BIZ UDGothic" panose="020B0600070205080204" charset="-128"/>
              </a:rPr>
              <a:t>ない</a:t>
            </a:r>
          </a:p>
          <a:p>
            <a:pPr marL="685800" indent="-685800">
              <a:buFont typeface="Arial" panose="020B0604020202020204" pitchFamily="34" charset="0"/>
              <a:buChar char="•"/>
            </a:pPr>
            <a:r>
              <a:rPr lang="ja-JP" altLang="en-US" sz="4800" dirty="0">
                <a:latin typeface="BIZ UDGothic" panose="020B0600070205080204" charset="-128"/>
                <a:ea typeface="BIZ UDGothic" panose="020B0600070205080204" charset="-128"/>
              </a:rPr>
              <a:t>どんなに～だろう</a:t>
            </a:r>
          </a:p>
          <a:p>
            <a:pPr marL="685800" indent="-685800">
              <a:buFont typeface="Arial" panose="020B0604020202020204" pitchFamily="34" charset="0"/>
              <a:buChar char="•"/>
            </a:pPr>
            <a:r>
              <a:rPr lang="ja-JP" altLang="en-US" sz="4800" dirty="0">
                <a:latin typeface="BIZ UDGothic" panose="020B0600070205080204" charset="-128"/>
                <a:ea typeface="BIZ UDGothic" panose="020B0600070205080204" charset="-128"/>
              </a:rPr>
              <a:t>～をもとに</a:t>
            </a:r>
          </a:p>
          <a:p>
            <a:pPr marL="685800" indent="-685800">
              <a:buFont typeface="Arial" panose="020B0604020202020204" pitchFamily="34" charset="0"/>
              <a:buChar char="•"/>
            </a:pPr>
            <a:r>
              <a:rPr lang="ja-JP" altLang="en-US" sz="4800" dirty="0">
                <a:latin typeface="BIZ UDGothic" panose="020B0600070205080204" charset="-128"/>
                <a:ea typeface="BIZ UDGothic" panose="020B0600070205080204" charset="-128"/>
              </a:rPr>
              <a:t>～ことはない</a:t>
            </a:r>
          </a:p>
        </p:txBody>
      </p:sp>
      <p:sp>
        <p:nvSpPr>
          <p:cNvPr id="10" name="文字方塊 9">
            <a:extLst>
              <a:ext uri="{FF2B5EF4-FFF2-40B4-BE49-F238E27FC236}">
                <a16:creationId xmlns:a16="http://schemas.microsoft.com/office/drawing/2014/main" id="{ED9B722B-1BEB-4A9C-1D65-143E67B5ABB6}"/>
              </a:ext>
            </a:extLst>
          </p:cNvPr>
          <p:cNvSpPr txBox="1"/>
          <p:nvPr/>
        </p:nvSpPr>
        <p:spPr>
          <a:xfrm>
            <a:off x="1544081" y="-821209"/>
            <a:ext cx="3098800" cy="3770263"/>
          </a:xfrm>
          <a:prstGeom prst="rect">
            <a:avLst/>
          </a:prstGeom>
          <a:noFill/>
        </p:spPr>
        <p:txBody>
          <a:bodyPr wrap="square" rtlCol="0">
            <a:spAutoFit/>
          </a:bodyPr>
          <a:lstStyle/>
          <a:p>
            <a:r>
              <a:rPr kumimoji="1" lang="en-US" altLang="ja-JP" sz="13800" b="1" dirty="0">
                <a:solidFill>
                  <a:srgbClr val="1C85C9"/>
                </a:solidFill>
                <a:latin typeface="HGPSoeiKakugothicUB" panose="020B0900000000000000" pitchFamily="34" charset="-128"/>
                <a:ea typeface="HGPSoeiKakugothicUB" panose="020B0900000000000000" pitchFamily="34" charset="-128"/>
                <a:cs typeface="Cascadia Mono SemiBold" panose="020B0609020000020004" pitchFamily="49" charset="0"/>
              </a:rPr>
              <a:t>1</a:t>
            </a:r>
            <a:r>
              <a:rPr kumimoji="1" lang="en-US" altLang="zh-TW" sz="13800" b="1" dirty="0">
                <a:solidFill>
                  <a:srgbClr val="1C85C9"/>
                </a:solidFill>
                <a:latin typeface="HGPSoeiKakugothicUB" panose="020B0900000000000000" pitchFamily="34" charset="-128"/>
                <a:ea typeface="HGPSoeiKakugothicUB" panose="020B0900000000000000" pitchFamily="34" charset="-128"/>
                <a:cs typeface="Cascadia Mono SemiBold" panose="020B0609020000020004" pitchFamily="49" charset="0"/>
              </a:rPr>
              <a:t>4</a:t>
            </a:r>
            <a:r>
              <a:rPr kumimoji="1" lang="zh-TW" altLang="en-US" sz="23900" b="1" dirty="0">
                <a:solidFill>
                  <a:srgbClr val="1C85C9"/>
                </a:solidFill>
                <a:latin typeface="HGPSoeiKakugothicUB" panose="020B0900000000000000" pitchFamily="34" charset="-128"/>
                <a:ea typeface="HGPSoeiKakugothicUB" panose="020B0900000000000000" pitchFamily="34" charset="-128"/>
                <a:cs typeface="Cascadia Mono SemiBold" panose="020B0609020000020004" pitchFamily="49" charset="0"/>
              </a:rPr>
              <a:t>   </a:t>
            </a:r>
            <a:endParaRPr kumimoji="1" lang="ja-JP" altLang="en-US" sz="23900" b="1" dirty="0">
              <a:solidFill>
                <a:srgbClr val="1C85C9"/>
              </a:solidFill>
              <a:latin typeface="HGPSoeiKakugothicUB" panose="020B0900000000000000" pitchFamily="34" charset="-128"/>
              <a:ea typeface="HGPSoeiKakugothicUB" panose="020B0900000000000000" pitchFamily="34" charset="-128"/>
              <a:cs typeface="Cascadia Mono SemiBold" panose="020B0609020000020004" pitchFamily="49" charset="0"/>
            </a:endParaRPr>
          </a:p>
        </p:txBody>
      </p:sp>
      <p:sp>
        <p:nvSpPr>
          <p:cNvPr id="13" name="文字方塊 12">
            <a:extLst>
              <a:ext uri="{FF2B5EF4-FFF2-40B4-BE49-F238E27FC236}">
                <a16:creationId xmlns:a16="http://schemas.microsoft.com/office/drawing/2014/main" id="{CE093256-7AFB-4FC3-3F91-43D09072FD5D}"/>
              </a:ext>
            </a:extLst>
          </p:cNvPr>
          <p:cNvSpPr txBox="1"/>
          <p:nvPr/>
        </p:nvSpPr>
        <p:spPr>
          <a:xfrm>
            <a:off x="4036785" y="1239585"/>
            <a:ext cx="8080829" cy="1261884"/>
          </a:xfrm>
          <a:prstGeom prst="rect">
            <a:avLst/>
          </a:prstGeom>
          <a:noFill/>
        </p:spPr>
        <p:txBody>
          <a:bodyPr wrap="square" rtlCol="0">
            <a:spAutoFit/>
          </a:bodyPr>
          <a:lstStyle/>
          <a:p>
            <a:r>
              <a:rPr kumimoji="1" lang="ja-JP" altLang="en-US" sz="4000" b="0" dirty="0">
                <a:solidFill>
                  <a:srgbClr val="1C85C9"/>
                </a:solidFill>
                <a:latin typeface="HGPSoeiKakugothicUB" panose="020B0900000000000000" pitchFamily="34" charset="-128"/>
                <a:ea typeface="HGPSoeiKakugothicUB" panose="020B0900000000000000" pitchFamily="34" charset="-128"/>
                <a:cs typeface="Cascadia Mono SemiBold" panose="020B0609020000020004" pitchFamily="49" charset="0"/>
              </a:rPr>
              <a:t>彼の夢</a:t>
            </a:r>
            <a:endParaRPr kumimoji="1" lang="en-US" altLang="ja-JP" sz="4000" b="0" dirty="0">
              <a:solidFill>
                <a:srgbClr val="1C85C9"/>
              </a:solidFill>
              <a:latin typeface="HGPSoeiKakugothicUB" panose="020B0900000000000000" pitchFamily="34" charset="-128"/>
              <a:ea typeface="HGPSoeiKakugothicUB" panose="020B0900000000000000" pitchFamily="34" charset="-128"/>
              <a:cs typeface="Cascadia Mono SemiBold" panose="020B0609020000020004" pitchFamily="49" charset="0"/>
            </a:endParaRPr>
          </a:p>
          <a:p>
            <a:r>
              <a:rPr kumimoji="1" lang="ja-JP" altLang="en-US" sz="3600" b="0" dirty="0">
                <a:solidFill>
                  <a:srgbClr val="1C85C9"/>
                </a:solidFill>
                <a:latin typeface="BIZ UDGothic" panose="020B0400000000000000" pitchFamily="33" charset="-128"/>
                <a:ea typeface="BIZ UDGothic" panose="020B0400000000000000" pitchFamily="33" charset="-128"/>
                <a:cs typeface="Cascadia Mono SemiBold" panose="020B0609020000020004" pitchFamily="49" charset="0"/>
              </a:rPr>
              <a:t>第</a:t>
            </a:r>
            <a:r>
              <a:rPr kumimoji="1" lang="ja-JP" altLang="en-US" sz="3600" dirty="0">
                <a:solidFill>
                  <a:srgbClr val="1C85C9"/>
                </a:solidFill>
                <a:latin typeface="BIZ UDGothic" panose="020B0400000000000000" pitchFamily="33" charset="-128"/>
                <a:ea typeface="BIZ UDGothic" panose="020B0400000000000000" pitchFamily="33" charset="-128"/>
                <a:cs typeface="Cascadia Mono SemiBold" panose="020B0609020000020004" pitchFamily="49" charset="0"/>
              </a:rPr>
              <a:t>十四</a:t>
            </a:r>
            <a:r>
              <a:rPr kumimoji="1" lang="ja-JP" altLang="en-US" sz="3600" b="0" dirty="0">
                <a:solidFill>
                  <a:srgbClr val="1C85C9"/>
                </a:solidFill>
                <a:latin typeface="BIZ UDGothic" panose="020B0400000000000000" pitchFamily="33" charset="-128"/>
                <a:ea typeface="BIZ UDGothic" panose="020B0400000000000000" pitchFamily="33" charset="-128"/>
                <a:cs typeface="Cascadia Mono SemiBold" panose="020B0609020000020004" pitchFamily="49" charset="0"/>
              </a:rPr>
              <a:t>課</a:t>
            </a:r>
          </a:p>
        </p:txBody>
      </p:sp>
    </p:spTree>
    <p:extLst>
      <p:ext uri="{BB962C8B-B14F-4D97-AF65-F5344CB8AC3E}">
        <p14:creationId xmlns:p14="http://schemas.microsoft.com/office/powerpoint/2010/main" val="16983667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1B415E-E700-A6AF-2D92-69D0CA50055C}"/>
            </a:ext>
          </a:extLst>
        </p:cNvPr>
        <p:cNvGrpSpPr/>
        <p:nvPr/>
      </p:nvGrpSpPr>
      <p:grpSpPr>
        <a:xfrm>
          <a:off x="0" y="0"/>
          <a:ext cx="0" cy="0"/>
          <a:chOff x="0" y="0"/>
          <a:chExt cx="0" cy="0"/>
        </a:xfrm>
      </p:grpSpPr>
      <p:sp>
        <p:nvSpPr>
          <p:cNvPr id="9" name="文字方塊 8">
            <a:extLst>
              <a:ext uri="{FF2B5EF4-FFF2-40B4-BE49-F238E27FC236}">
                <a16:creationId xmlns:a16="http://schemas.microsoft.com/office/drawing/2014/main" id="{9755469E-80FB-6066-BBDC-2B5FD43DC006}"/>
              </a:ext>
            </a:extLst>
          </p:cNvPr>
          <p:cNvSpPr txBox="1"/>
          <p:nvPr/>
        </p:nvSpPr>
        <p:spPr>
          <a:xfrm>
            <a:off x="1041143" y="2344617"/>
            <a:ext cx="22301713" cy="7260193"/>
          </a:xfrm>
          <a:prstGeom prst="rect">
            <a:avLst/>
          </a:prstGeom>
          <a:noFill/>
        </p:spPr>
        <p:txBody>
          <a:bodyPr wrap="square">
            <a:spAutoFit/>
          </a:bodyPr>
          <a:lstStyle/>
          <a:p>
            <a:pPr>
              <a:lnSpc>
                <a:spcPct val="200000"/>
              </a:lnSpc>
            </a:pPr>
            <a:r>
              <a:rPr lang="en-US" altLang="ja-JP" sz="4800" dirty="0"/>
              <a:t>1.	SNS</a:t>
            </a:r>
            <a:r>
              <a:rPr lang="ja-JP" altLang="en-US" sz="4800" dirty="0"/>
              <a:t>（　を通じて　／　でも　）、世界中の人とつながれる時代になった。</a:t>
            </a:r>
          </a:p>
          <a:p>
            <a:pPr>
              <a:lnSpc>
                <a:spcPct val="200000"/>
              </a:lnSpc>
            </a:pPr>
            <a:r>
              <a:rPr lang="en-US" altLang="ja-JP" sz="4800" dirty="0"/>
              <a:t>2.	</a:t>
            </a:r>
            <a:r>
              <a:rPr lang="ja-JP" altLang="en-US" sz="4800" dirty="0"/>
              <a:t>彼は英語（　からこそ　／　ばかりでなく　）、フランス語も話せる。</a:t>
            </a:r>
          </a:p>
          <a:p>
            <a:pPr>
              <a:lnSpc>
                <a:spcPct val="200000"/>
              </a:lnSpc>
            </a:pPr>
            <a:r>
              <a:rPr lang="en-US" altLang="ja-JP" sz="4800" dirty="0"/>
              <a:t>3.	</a:t>
            </a:r>
            <a:r>
              <a:rPr lang="ja-JP" altLang="en-US" sz="4800" dirty="0"/>
              <a:t>苦労した（　をもとに　／　からこそ　）、成功した時の喜びが大きい。</a:t>
            </a:r>
          </a:p>
          <a:p>
            <a:pPr>
              <a:lnSpc>
                <a:spcPct val="200000"/>
              </a:lnSpc>
            </a:pPr>
            <a:r>
              <a:rPr lang="en-US" altLang="ja-JP" sz="4800" dirty="0"/>
              <a:t>4.	</a:t>
            </a:r>
            <a:r>
              <a:rPr lang="ja-JP" altLang="en-US" sz="4800" dirty="0"/>
              <a:t>バス（　でも　／　からこそ　）行けますが、電車のほうが速いですよ。</a:t>
            </a:r>
          </a:p>
          <a:p>
            <a:pPr>
              <a:lnSpc>
                <a:spcPct val="200000"/>
              </a:lnSpc>
            </a:pPr>
            <a:r>
              <a:rPr lang="en-US" altLang="ja-JP" sz="4800" dirty="0"/>
              <a:t>5.	</a:t>
            </a:r>
            <a:r>
              <a:rPr lang="ja-JP" altLang="en-US" sz="4800" dirty="0"/>
              <a:t>やると決めた（　からには　／　ばかりでなく　）、最後までやり通すべきだ。</a:t>
            </a:r>
          </a:p>
        </p:txBody>
      </p:sp>
      <p:sp>
        <p:nvSpPr>
          <p:cNvPr id="2" name="標題 1">
            <a:extLst>
              <a:ext uri="{FF2B5EF4-FFF2-40B4-BE49-F238E27FC236}">
                <a16:creationId xmlns:a16="http://schemas.microsoft.com/office/drawing/2014/main" id="{FFB8A50F-B7E4-85B6-1380-E9C5E4DFAB6C}"/>
              </a:ext>
            </a:extLst>
          </p:cNvPr>
          <p:cNvSpPr txBox="1"/>
          <p:nvPr/>
        </p:nvSpPr>
        <p:spPr>
          <a:xfrm>
            <a:off x="6893533" y="404783"/>
            <a:ext cx="19983450" cy="1148734"/>
          </a:xfrm>
          <a:prstGeom prst="rect">
            <a:avLst/>
          </a:prstGeom>
        </p:spPr>
        <p:txBody>
          <a:bodyPr vert="horz" lIns="91440" tIns="45720" rIns="91440" bIns="45720" rtlCol="0" anchor="ctr">
            <a:noAutofit/>
          </a:bodyPr>
          <a:lstStyle>
            <a:lvl1pPr algn="l" defTabSz="1828800" rtl="0" eaLnBrk="1" latinLnBrk="0" hangingPunct="1">
              <a:lnSpc>
                <a:spcPct val="90000"/>
              </a:lnSpc>
              <a:spcBef>
                <a:spcPct val="0"/>
              </a:spcBef>
              <a:buNone/>
              <a:defRPr lang="en-US" sz="6000" b="0" i="0" u="none" strike="noStrike" kern="1200" cap="none" dirty="0">
                <a:solidFill>
                  <a:srgbClr val="E46D4B"/>
                </a:solidFill>
                <a:latin typeface="Gen Jyuu GothicL Bold" panose="020B0602020203020207" pitchFamily="34" charset="-120"/>
                <a:ea typeface="Gen Jyuu GothicL Bold" panose="020B0602020203020207" pitchFamily="34" charset="-120"/>
                <a:cs typeface="Gen Jyuu GothicL Bold" panose="020B0602020203020207" pitchFamily="34" charset="-120"/>
              </a:defRPr>
            </a:lvl1pPr>
          </a:lstStyle>
          <a:p>
            <a:r>
              <a:rPr lang="ja-JP" altLang="en-US" sz="5000" b="1" dirty="0">
                <a:solidFill>
                  <a:srgbClr val="1C85C9"/>
                </a:solidFill>
                <a:latin typeface="BIZ UDPGothic" panose="020B0400000000000000" pitchFamily="34" charset="-128"/>
                <a:ea typeface="BIZ UDPGothic" panose="020B0400000000000000" pitchFamily="34" charset="-128"/>
                <a:sym typeface="Arial"/>
              </a:rPr>
              <a:t>（</a:t>
            </a:r>
            <a:r>
              <a:rPr lang="en-US" altLang="ja-JP" sz="5000" b="1" dirty="0">
                <a:solidFill>
                  <a:srgbClr val="1C85C9"/>
                </a:solidFill>
                <a:latin typeface="BIZ UDPGothic" panose="020B0400000000000000" pitchFamily="34" charset="-128"/>
                <a:ea typeface="BIZ UDPGothic" panose="020B0400000000000000" pitchFamily="34" charset="-128"/>
                <a:sym typeface="Arial"/>
              </a:rPr>
              <a:t>1</a:t>
            </a:r>
            <a:r>
              <a:rPr lang="ja-JP" altLang="en-US" sz="5000" b="1" dirty="0">
                <a:solidFill>
                  <a:srgbClr val="1C85C9"/>
                </a:solidFill>
                <a:latin typeface="BIZ UDPGothic" panose="020B0400000000000000" pitchFamily="34" charset="-128"/>
                <a:ea typeface="BIZ UDPGothic" panose="020B0400000000000000" pitchFamily="34" charset="-128"/>
                <a:sym typeface="Arial"/>
              </a:rPr>
              <a:t>）　</a:t>
            </a:r>
            <a:r>
              <a:rPr lang="zh-TW" altLang="en-US" sz="5000" b="1" dirty="0">
                <a:solidFill>
                  <a:srgbClr val="1C85C9"/>
                </a:solidFill>
                <a:latin typeface="BIZ UDPGothic" panose="020B0400000000000000" pitchFamily="34" charset="-128"/>
                <a:ea typeface="BIZ UDPGothic" panose="020B0400000000000000" pitchFamily="34" charset="-128"/>
                <a:sym typeface="Arial"/>
              </a:rPr>
              <a:t>重點文型練習</a:t>
            </a:r>
            <a:endParaRPr lang="ja-JP" altLang="en-US" sz="5000" b="1" dirty="0">
              <a:solidFill>
                <a:srgbClr val="1C85C9"/>
              </a:solidFill>
              <a:latin typeface="BIZ UDPGothic" panose="020B0400000000000000" pitchFamily="34" charset="-128"/>
              <a:ea typeface="BIZ UDPGothic" panose="020B0400000000000000" pitchFamily="34" charset="-128"/>
              <a:cs typeface="Gen Jyuu GothicL Bold" panose="02020500000000000000" charset="-120"/>
            </a:endParaRPr>
          </a:p>
        </p:txBody>
      </p:sp>
    </p:spTree>
    <p:extLst>
      <p:ext uri="{BB962C8B-B14F-4D97-AF65-F5344CB8AC3E}">
        <p14:creationId xmlns:p14="http://schemas.microsoft.com/office/powerpoint/2010/main" val="35854287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1617FD-870B-FB6C-4AD1-750A56121880}"/>
            </a:ext>
          </a:extLst>
        </p:cNvPr>
        <p:cNvGrpSpPr/>
        <p:nvPr/>
      </p:nvGrpSpPr>
      <p:grpSpPr>
        <a:xfrm>
          <a:off x="0" y="0"/>
          <a:ext cx="0" cy="0"/>
          <a:chOff x="0" y="0"/>
          <a:chExt cx="0" cy="0"/>
        </a:xfrm>
      </p:grpSpPr>
      <p:sp>
        <p:nvSpPr>
          <p:cNvPr id="9" name="文字方塊 8">
            <a:extLst>
              <a:ext uri="{FF2B5EF4-FFF2-40B4-BE49-F238E27FC236}">
                <a16:creationId xmlns:a16="http://schemas.microsoft.com/office/drawing/2014/main" id="{CEB1DEF3-C75D-440F-17E3-ABC0BD4F7CCC}"/>
              </a:ext>
            </a:extLst>
          </p:cNvPr>
          <p:cNvSpPr txBox="1"/>
          <p:nvPr/>
        </p:nvSpPr>
        <p:spPr>
          <a:xfrm>
            <a:off x="1041143" y="2344617"/>
            <a:ext cx="22301713" cy="7260193"/>
          </a:xfrm>
          <a:prstGeom prst="rect">
            <a:avLst/>
          </a:prstGeom>
          <a:noFill/>
        </p:spPr>
        <p:txBody>
          <a:bodyPr wrap="square">
            <a:spAutoFit/>
          </a:bodyPr>
          <a:lstStyle/>
          <a:p>
            <a:pPr>
              <a:lnSpc>
                <a:spcPct val="200000"/>
              </a:lnSpc>
            </a:pPr>
            <a:r>
              <a:rPr lang="en-US" altLang="ja-JP" sz="4800" dirty="0"/>
              <a:t>1.	SNS</a:t>
            </a:r>
            <a:r>
              <a:rPr lang="ja-JP" altLang="en-US" sz="4800" dirty="0"/>
              <a:t>（　</a:t>
            </a:r>
            <a:r>
              <a:rPr lang="ja-JP" altLang="en-US" sz="4800" dirty="0">
                <a:solidFill>
                  <a:srgbClr val="1C85C9"/>
                </a:solidFill>
              </a:rPr>
              <a:t>を通じて　</a:t>
            </a:r>
            <a:r>
              <a:rPr lang="ja-JP" altLang="en-US" sz="4800" dirty="0"/>
              <a:t>／　でも　）、世界中の人とつながれる時代になった。</a:t>
            </a:r>
          </a:p>
          <a:p>
            <a:pPr>
              <a:lnSpc>
                <a:spcPct val="200000"/>
              </a:lnSpc>
            </a:pPr>
            <a:r>
              <a:rPr lang="en-US" altLang="ja-JP" sz="4800" dirty="0"/>
              <a:t>2.	</a:t>
            </a:r>
            <a:r>
              <a:rPr lang="ja-JP" altLang="en-US" sz="4800" dirty="0"/>
              <a:t>彼は英語（　からこそ　／　</a:t>
            </a:r>
            <a:r>
              <a:rPr lang="ja-JP" altLang="en-US" sz="4800" dirty="0">
                <a:solidFill>
                  <a:srgbClr val="1C85C9"/>
                </a:solidFill>
              </a:rPr>
              <a:t>ばかりでなく</a:t>
            </a:r>
            <a:r>
              <a:rPr lang="ja-JP" altLang="en-US" sz="4800" dirty="0"/>
              <a:t>　）、フランス語も話せる。</a:t>
            </a:r>
          </a:p>
          <a:p>
            <a:pPr>
              <a:lnSpc>
                <a:spcPct val="200000"/>
              </a:lnSpc>
            </a:pPr>
            <a:r>
              <a:rPr lang="en-US" altLang="ja-JP" sz="4800" dirty="0"/>
              <a:t>3.	</a:t>
            </a:r>
            <a:r>
              <a:rPr lang="ja-JP" altLang="en-US" sz="4800" dirty="0"/>
              <a:t>苦労した（　をもとに　／　</a:t>
            </a:r>
            <a:r>
              <a:rPr lang="ja-JP" altLang="en-US" sz="4800" dirty="0">
                <a:solidFill>
                  <a:srgbClr val="1C85C9"/>
                </a:solidFill>
              </a:rPr>
              <a:t>からこそ　</a:t>
            </a:r>
            <a:r>
              <a:rPr lang="ja-JP" altLang="en-US" sz="4800" dirty="0"/>
              <a:t>）、成功した時の喜びが大きい。</a:t>
            </a:r>
          </a:p>
          <a:p>
            <a:pPr>
              <a:lnSpc>
                <a:spcPct val="200000"/>
              </a:lnSpc>
            </a:pPr>
            <a:r>
              <a:rPr lang="en-US" altLang="ja-JP" sz="4800" dirty="0"/>
              <a:t>4.	</a:t>
            </a:r>
            <a:r>
              <a:rPr lang="ja-JP" altLang="en-US" sz="4800" dirty="0"/>
              <a:t>バス（　</a:t>
            </a:r>
            <a:r>
              <a:rPr lang="ja-JP" altLang="en-US" sz="4800" dirty="0">
                <a:solidFill>
                  <a:srgbClr val="1C85C9"/>
                </a:solidFill>
              </a:rPr>
              <a:t>でも</a:t>
            </a:r>
            <a:r>
              <a:rPr lang="ja-JP" altLang="en-US" sz="4800" dirty="0"/>
              <a:t>　／　からこそ　）行けますが、電車のほうが速いですよ。</a:t>
            </a:r>
          </a:p>
          <a:p>
            <a:pPr>
              <a:lnSpc>
                <a:spcPct val="200000"/>
              </a:lnSpc>
            </a:pPr>
            <a:r>
              <a:rPr lang="en-US" altLang="ja-JP" sz="4800" dirty="0"/>
              <a:t>5.	</a:t>
            </a:r>
            <a:r>
              <a:rPr lang="ja-JP" altLang="en-US" sz="4800" dirty="0"/>
              <a:t>やると決めた（　</a:t>
            </a:r>
            <a:r>
              <a:rPr lang="ja-JP" altLang="en-US" sz="4800" dirty="0">
                <a:solidFill>
                  <a:srgbClr val="1C85C9"/>
                </a:solidFill>
              </a:rPr>
              <a:t>からには　</a:t>
            </a:r>
            <a:r>
              <a:rPr lang="ja-JP" altLang="en-US" sz="4800" dirty="0"/>
              <a:t>／　ばかりでなく　）、最後までやり通すべきだ。</a:t>
            </a:r>
          </a:p>
        </p:txBody>
      </p:sp>
      <p:sp>
        <p:nvSpPr>
          <p:cNvPr id="2" name="標題 1">
            <a:extLst>
              <a:ext uri="{FF2B5EF4-FFF2-40B4-BE49-F238E27FC236}">
                <a16:creationId xmlns:a16="http://schemas.microsoft.com/office/drawing/2014/main" id="{BC4C917C-2619-E7FA-6013-577D2D7440A9}"/>
              </a:ext>
            </a:extLst>
          </p:cNvPr>
          <p:cNvSpPr txBox="1"/>
          <p:nvPr/>
        </p:nvSpPr>
        <p:spPr>
          <a:xfrm>
            <a:off x="6893533" y="404783"/>
            <a:ext cx="19983450" cy="1148734"/>
          </a:xfrm>
          <a:prstGeom prst="rect">
            <a:avLst/>
          </a:prstGeom>
        </p:spPr>
        <p:txBody>
          <a:bodyPr vert="horz" lIns="91440" tIns="45720" rIns="91440" bIns="45720" rtlCol="0" anchor="ctr">
            <a:noAutofit/>
          </a:bodyPr>
          <a:lstStyle>
            <a:lvl1pPr algn="l" defTabSz="1828800" rtl="0" eaLnBrk="1" latinLnBrk="0" hangingPunct="1">
              <a:lnSpc>
                <a:spcPct val="90000"/>
              </a:lnSpc>
              <a:spcBef>
                <a:spcPct val="0"/>
              </a:spcBef>
              <a:buNone/>
              <a:defRPr lang="en-US" sz="6000" b="0" i="0" u="none" strike="noStrike" kern="1200" cap="none" dirty="0">
                <a:solidFill>
                  <a:srgbClr val="E46D4B"/>
                </a:solidFill>
                <a:latin typeface="Gen Jyuu GothicL Bold" panose="020B0602020203020207" pitchFamily="34" charset="-120"/>
                <a:ea typeface="Gen Jyuu GothicL Bold" panose="020B0602020203020207" pitchFamily="34" charset="-120"/>
                <a:cs typeface="Gen Jyuu GothicL Bold" panose="020B0602020203020207" pitchFamily="34" charset="-120"/>
              </a:defRPr>
            </a:lvl1pPr>
          </a:lstStyle>
          <a:p>
            <a:r>
              <a:rPr lang="ja-JP" altLang="en-US" sz="5000" b="1" dirty="0">
                <a:solidFill>
                  <a:srgbClr val="1C85C9"/>
                </a:solidFill>
                <a:latin typeface="BIZ UDPGothic" panose="020B0400000000000000" pitchFamily="34" charset="-128"/>
                <a:ea typeface="BIZ UDPGothic" panose="020B0400000000000000" pitchFamily="34" charset="-128"/>
                <a:sym typeface="Arial"/>
              </a:rPr>
              <a:t>（</a:t>
            </a:r>
            <a:r>
              <a:rPr lang="en-US" altLang="ja-JP" sz="5000" b="1" dirty="0">
                <a:solidFill>
                  <a:srgbClr val="1C85C9"/>
                </a:solidFill>
                <a:latin typeface="BIZ UDPGothic" panose="020B0400000000000000" pitchFamily="34" charset="-128"/>
                <a:ea typeface="BIZ UDPGothic" panose="020B0400000000000000" pitchFamily="34" charset="-128"/>
                <a:sym typeface="Arial"/>
              </a:rPr>
              <a:t>1</a:t>
            </a:r>
            <a:r>
              <a:rPr lang="ja-JP" altLang="en-US" sz="5000" b="1" dirty="0">
                <a:solidFill>
                  <a:srgbClr val="1C85C9"/>
                </a:solidFill>
                <a:latin typeface="BIZ UDPGothic" panose="020B0400000000000000" pitchFamily="34" charset="-128"/>
                <a:ea typeface="BIZ UDPGothic" panose="020B0400000000000000" pitchFamily="34" charset="-128"/>
                <a:sym typeface="Arial"/>
              </a:rPr>
              <a:t>）　</a:t>
            </a:r>
            <a:r>
              <a:rPr lang="zh-TW" altLang="en-US" sz="5000" b="1" dirty="0">
                <a:solidFill>
                  <a:srgbClr val="1C85C9"/>
                </a:solidFill>
                <a:latin typeface="BIZ UDPGothic" panose="020B0400000000000000" pitchFamily="34" charset="-128"/>
                <a:ea typeface="BIZ UDPGothic" panose="020B0400000000000000" pitchFamily="34" charset="-128"/>
                <a:sym typeface="Arial"/>
              </a:rPr>
              <a:t>重點文型練習</a:t>
            </a:r>
            <a:endParaRPr lang="ja-JP" altLang="en-US" sz="5000" b="1" dirty="0">
              <a:solidFill>
                <a:srgbClr val="1C85C9"/>
              </a:solidFill>
              <a:latin typeface="BIZ UDPGothic" panose="020B0400000000000000" pitchFamily="34" charset="-128"/>
              <a:ea typeface="BIZ UDPGothic" panose="020B0400000000000000" pitchFamily="34" charset="-128"/>
              <a:cs typeface="Gen Jyuu GothicL Bold" panose="02020500000000000000" charset="-120"/>
            </a:endParaRPr>
          </a:p>
        </p:txBody>
      </p:sp>
    </p:spTree>
    <p:extLst>
      <p:ext uri="{BB962C8B-B14F-4D97-AF65-F5344CB8AC3E}">
        <p14:creationId xmlns:p14="http://schemas.microsoft.com/office/powerpoint/2010/main" val="15537967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800CC0-9AEB-CEDC-011A-75914E0C4750}"/>
            </a:ext>
          </a:extLst>
        </p:cNvPr>
        <p:cNvGrpSpPr/>
        <p:nvPr/>
      </p:nvGrpSpPr>
      <p:grpSpPr>
        <a:xfrm>
          <a:off x="0" y="0"/>
          <a:ext cx="0" cy="0"/>
          <a:chOff x="0" y="0"/>
          <a:chExt cx="0" cy="0"/>
        </a:xfrm>
      </p:grpSpPr>
      <p:sp>
        <p:nvSpPr>
          <p:cNvPr id="9" name="文字方塊 8">
            <a:extLst>
              <a:ext uri="{FF2B5EF4-FFF2-40B4-BE49-F238E27FC236}">
                <a16:creationId xmlns:a16="http://schemas.microsoft.com/office/drawing/2014/main" id="{DA69BD8C-0913-B381-ABCA-CA713C77BC80}"/>
              </a:ext>
            </a:extLst>
          </p:cNvPr>
          <p:cNvSpPr txBox="1"/>
          <p:nvPr/>
        </p:nvSpPr>
        <p:spPr>
          <a:xfrm>
            <a:off x="1041143" y="2344617"/>
            <a:ext cx="22301713" cy="7260193"/>
          </a:xfrm>
          <a:prstGeom prst="rect">
            <a:avLst/>
          </a:prstGeom>
          <a:noFill/>
        </p:spPr>
        <p:txBody>
          <a:bodyPr wrap="square">
            <a:spAutoFit/>
          </a:bodyPr>
          <a:lstStyle/>
          <a:p>
            <a:pPr marL="914400" indent="-914400">
              <a:lnSpc>
                <a:spcPct val="200000"/>
              </a:lnSpc>
              <a:buFont typeface="+mj-lt"/>
              <a:buAutoNum type="arabicPeriod" startAt="6"/>
            </a:pPr>
            <a:r>
              <a:rPr lang="ja-JP" altLang="en-US" sz="4800" dirty="0"/>
              <a:t>彼は忙しい中を飛び（　回って　／　出して　）、営業している。</a:t>
            </a:r>
          </a:p>
          <a:p>
            <a:pPr marL="914400" indent="-914400">
              <a:lnSpc>
                <a:spcPct val="200000"/>
              </a:lnSpc>
              <a:buFont typeface="+mj-lt"/>
              <a:buAutoNum type="arabicPeriod" startAt="6"/>
            </a:pPr>
            <a:r>
              <a:rPr lang="ja-JP" altLang="en-US" sz="4800" dirty="0"/>
              <a:t>時間がないと（　終わる　／　終わらない　）ので、早く始めましょう。</a:t>
            </a:r>
          </a:p>
          <a:p>
            <a:pPr marL="914400" indent="-914400">
              <a:lnSpc>
                <a:spcPct val="200000"/>
              </a:lnSpc>
              <a:buFont typeface="+mj-lt"/>
              <a:buAutoNum type="arabicPeriod" startAt="6"/>
            </a:pPr>
            <a:r>
              <a:rPr lang="ja-JP" altLang="en-US" sz="4800" dirty="0"/>
              <a:t>その景色は（　どんなに美しかっただろう　／　どんなに美しく見えよう　）と思う。</a:t>
            </a:r>
          </a:p>
          <a:p>
            <a:pPr marL="914400" indent="-914400">
              <a:lnSpc>
                <a:spcPct val="200000"/>
              </a:lnSpc>
              <a:buFont typeface="+mj-lt"/>
              <a:buAutoNum type="arabicPeriod" startAt="6"/>
            </a:pPr>
            <a:r>
              <a:rPr lang="ja-JP" altLang="en-US" sz="4800" dirty="0"/>
              <a:t>この映画は実際にあった事件（　からこそ　／　をもとに　）作られている。</a:t>
            </a:r>
          </a:p>
          <a:p>
            <a:pPr marL="914400" indent="-914400">
              <a:lnSpc>
                <a:spcPct val="200000"/>
              </a:lnSpc>
              <a:buFont typeface="+mj-lt"/>
              <a:buAutoNum type="arabicPeriod" startAt="6"/>
            </a:pPr>
            <a:r>
              <a:rPr lang="ja-JP" altLang="en-US" sz="4800" dirty="0"/>
              <a:t>彼のことは気にする（　ことはない　／　でもない　）。君のせいじゃないんだから。</a:t>
            </a:r>
          </a:p>
        </p:txBody>
      </p:sp>
      <p:sp>
        <p:nvSpPr>
          <p:cNvPr id="2" name="標題 1">
            <a:extLst>
              <a:ext uri="{FF2B5EF4-FFF2-40B4-BE49-F238E27FC236}">
                <a16:creationId xmlns:a16="http://schemas.microsoft.com/office/drawing/2014/main" id="{822ABB65-5595-9560-BE75-B242D3F7621E}"/>
              </a:ext>
            </a:extLst>
          </p:cNvPr>
          <p:cNvSpPr txBox="1"/>
          <p:nvPr/>
        </p:nvSpPr>
        <p:spPr>
          <a:xfrm>
            <a:off x="6893533" y="404783"/>
            <a:ext cx="19983450" cy="1148734"/>
          </a:xfrm>
          <a:prstGeom prst="rect">
            <a:avLst/>
          </a:prstGeom>
        </p:spPr>
        <p:txBody>
          <a:bodyPr vert="horz" lIns="91440" tIns="45720" rIns="91440" bIns="45720" rtlCol="0" anchor="ctr">
            <a:noAutofit/>
          </a:bodyPr>
          <a:lstStyle>
            <a:lvl1pPr algn="l" defTabSz="1828800" rtl="0" eaLnBrk="1" latinLnBrk="0" hangingPunct="1">
              <a:lnSpc>
                <a:spcPct val="90000"/>
              </a:lnSpc>
              <a:spcBef>
                <a:spcPct val="0"/>
              </a:spcBef>
              <a:buNone/>
              <a:defRPr lang="en-US" sz="6000" b="0" i="0" u="none" strike="noStrike" kern="1200" cap="none" dirty="0">
                <a:solidFill>
                  <a:srgbClr val="E46D4B"/>
                </a:solidFill>
                <a:latin typeface="Gen Jyuu GothicL Bold" panose="020B0602020203020207" pitchFamily="34" charset="-120"/>
                <a:ea typeface="Gen Jyuu GothicL Bold" panose="020B0602020203020207" pitchFamily="34" charset="-120"/>
                <a:cs typeface="Gen Jyuu GothicL Bold" panose="020B0602020203020207" pitchFamily="34" charset="-120"/>
              </a:defRPr>
            </a:lvl1pPr>
          </a:lstStyle>
          <a:p>
            <a:r>
              <a:rPr lang="ja-JP" altLang="en-US" sz="5000" b="1" dirty="0">
                <a:solidFill>
                  <a:srgbClr val="1C85C9"/>
                </a:solidFill>
                <a:latin typeface="BIZ UDPGothic" panose="020B0400000000000000" pitchFamily="34" charset="-128"/>
                <a:ea typeface="BIZ UDPGothic" panose="020B0400000000000000" pitchFamily="34" charset="-128"/>
                <a:sym typeface="Arial"/>
              </a:rPr>
              <a:t>（</a:t>
            </a:r>
            <a:r>
              <a:rPr lang="en-US" altLang="ja-JP" sz="5000" b="1" dirty="0">
                <a:solidFill>
                  <a:srgbClr val="1C85C9"/>
                </a:solidFill>
                <a:latin typeface="BIZ UDPGothic" panose="020B0400000000000000" pitchFamily="34" charset="-128"/>
                <a:ea typeface="BIZ UDPGothic" panose="020B0400000000000000" pitchFamily="34" charset="-128"/>
                <a:sym typeface="Arial"/>
              </a:rPr>
              <a:t>1</a:t>
            </a:r>
            <a:r>
              <a:rPr lang="ja-JP" altLang="en-US" sz="5000" b="1" dirty="0">
                <a:solidFill>
                  <a:srgbClr val="1C85C9"/>
                </a:solidFill>
                <a:latin typeface="BIZ UDPGothic" panose="020B0400000000000000" pitchFamily="34" charset="-128"/>
                <a:ea typeface="BIZ UDPGothic" panose="020B0400000000000000" pitchFamily="34" charset="-128"/>
                <a:sym typeface="Arial"/>
              </a:rPr>
              <a:t>）　</a:t>
            </a:r>
            <a:r>
              <a:rPr lang="zh-TW" altLang="en-US" sz="5000" b="1" dirty="0">
                <a:solidFill>
                  <a:srgbClr val="1C85C9"/>
                </a:solidFill>
                <a:latin typeface="BIZ UDPGothic" panose="020B0400000000000000" pitchFamily="34" charset="-128"/>
                <a:ea typeface="BIZ UDPGothic" panose="020B0400000000000000" pitchFamily="34" charset="-128"/>
                <a:sym typeface="Arial"/>
              </a:rPr>
              <a:t>重點文型練習</a:t>
            </a:r>
            <a:endParaRPr lang="ja-JP" altLang="en-US" sz="5000" b="1" dirty="0">
              <a:solidFill>
                <a:srgbClr val="1C85C9"/>
              </a:solidFill>
              <a:latin typeface="BIZ UDPGothic" panose="020B0400000000000000" pitchFamily="34" charset="-128"/>
              <a:ea typeface="BIZ UDPGothic" panose="020B0400000000000000" pitchFamily="34" charset="-128"/>
              <a:cs typeface="Gen Jyuu GothicL Bold" panose="02020500000000000000" charset="-120"/>
            </a:endParaRPr>
          </a:p>
        </p:txBody>
      </p:sp>
    </p:spTree>
    <p:extLst>
      <p:ext uri="{BB962C8B-B14F-4D97-AF65-F5344CB8AC3E}">
        <p14:creationId xmlns:p14="http://schemas.microsoft.com/office/powerpoint/2010/main" val="7323331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65C6A8-D466-676F-98ED-05731BA44923}"/>
            </a:ext>
          </a:extLst>
        </p:cNvPr>
        <p:cNvGrpSpPr/>
        <p:nvPr/>
      </p:nvGrpSpPr>
      <p:grpSpPr>
        <a:xfrm>
          <a:off x="0" y="0"/>
          <a:ext cx="0" cy="0"/>
          <a:chOff x="0" y="0"/>
          <a:chExt cx="0" cy="0"/>
        </a:xfrm>
      </p:grpSpPr>
      <p:sp>
        <p:nvSpPr>
          <p:cNvPr id="9" name="文字方塊 8">
            <a:extLst>
              <a:ext uri="{FF2B5EF4-FFF2-40B4-BE49-F238E27FC236}">
                <a16:creationId xmlns:a16="http://schemas.microsoft.com/office/drawing/2014/main" id="{475925F2-3A89-9209-C8C1-BDD2541D9C2B}"/>
              </a:ext>
            </a:extLst>
          </p:cNvPr>
          <p:cNvSpPr txBox="1"/>
          <p:nvPr/>
        </p:nvSpPr>
        <p:spPr>
          <a:xfrm>
            <a:off x="1041143" y="2344617"/>
            <a:ext cx="22301713" cy="7260193"/>
          </a:xfrm>
          <a:prstGeom prst="rect">
            <a:avLst/>
          </a:prstGeom>
          <a:noFill/>
        </p:spPr>
        <p:txBody>
          <a:bodyPr wrap="square">
            <a:spAutoFit/>
          </a:bodyPr>
          <a:lstStyle/>
          <a:p>
            <a:pPr marL="914400" indent="-914400">
              <a:lnSpc>
                <a:spcPct val="200000"/>
              </a:lnSpc>
              <a:buFont typeface="+mj-lt"/>
              <a:buAutoNum type="arabicPeriod" startAt="6"/>
            </a:pPr>
            <a:r>
              <a:rPr lang="ja-JP" altLang="en-US" sz="4800" dirty="0"/>
              <a:t>彼は忙しい中を飛び（　</a:t>
            </a:r>
            <a:r>
              <a:rPr lang="ja-JP" altLang="en-US" sz="4800" dirty="0">
                <a:solidFill>
                  <a:srgbClr val="1C85C9"/>
                </a:solidFill>
              </a:rPr>
              <a:t>回って</a:t>
            </a:r>
            <a:r>
              <a:rPr lang="ja-JP" altLang="en-US" sz="4800" dirty="0"/>
              <a:t>　／　出して　）、営業している。</a:t>
            </a:r>
          </a:p>
          <a:p>
            <a:pPr marL="914400" indent="-914400">
              <a:lnSpc>
                <a:spcPct val="200000"/>
              </a:lnSpc>
              <a:buFont typeface="+mj-lt"/>
              <a:buAutoNum type="arabicPeriod" startAt="6"/>
            </a:pPr>
            <a:r>
              <a:rPr lang="ja-JP" altLang="en-US" sz="4800" dirty="0"/>
              <a:t>時間がないと（　終わる　／　</a:t>
            </a:r>
            <a:r>
              <a:rPr lang="ja-JP" altLang="en-US" sz="4800" dirty="0">
                <a:solidFill>
                  <a:srgbClr val="1C85C9"/>
                </a:solidFill>
              </a:rPr>
              <a:t>終わらない</a:t>
            </a:r>
            <a:r>
              <a:rPr lang="ja-JP" altLang="en-US" sz="4800" dirty="0"/>
              <a:t>　）ので、早く始めましょう。</a:t>
            </a:r>
          </a:p>
          <a:p>
            <a:pPr marL="914400" indent="-914400">
              <a:lnSpc>
                <a:spcPct val="200000"/>
              </a:lnSpc>
              <a:buFont typeface="+mj-lt"/>
              <a:buAutoNum type="arabicPeriod" startAt="6"/>
            </a:pPr>
            <a:r>
              <a:rPr lang="ja-JP" altLang="en-US" sz="4800" dirty="0"/>
              <a:t>その景色は（　</a:t>
            </a:r>
            <a:r>
              <a:rPr lang="ja-JP" altLang="en-US" sz="4800" dirty="0">
                <a:solidFill>
                  <a:srgbClr val="1C85C9"/>
                </a:solidFill>
              </a:rPr>
              <a:t>どんなに美しかっただろう　</a:t>
            </a:r>
            <a:r>
              <a:rPr lang="ja-JP" altLang="en-US" sz="4800" dirty="0"/>
              <a:t>／　どんなに美しく見えよう　）と思う。</a:t>
            </a:r>
          </a:p>
          <a:p>
            <a:pPr marL="914400" indent="-914400">
              <a:lnSpc>
                <a:spcPct val="200000"/>
              </a:lnSpc>
              <a:buFont typeface="+mj-lt"/>
              <a:buAutoNum type="arabicPeriod" startAt="6"/>
            </a:pPr>
            <a:r>
              <a:rPr lang="ja-JP" altLang="en-US" sz="4800" dirty="0"/>
              <a:t>この映画は実際にあった事件（</a:t>
            </a:r>
            <a:r>
              <a:rPr lang="ja-JP" altLang="en-US" sz="4800" dirty="0">
                <a:solidFill>
                  <a:srgbClr val="1C85C9"/>
                </a:solidFill>
              </a:rPr>
              <a:t>　</a:t>
            </a:r>
            <a:r>
              <a:rPr lang="ja-JP" altLang="en-US" sz="4800" dirty="0"/>
              <a:t>からこそ　／　</a:t>
            </a:r>
            <a:r>
              <a:rPr lang="ja-JP" altLang="en-US" sz="4800" dirty="0">
                <a:solidFill>
                  <a:srgbClr val="1C85C9"/>
                </a:solidFill>
              </a:rPr>
              <a:t>をもとに　</a:t>
            </a:r>
            <a:r>
              <a:rPr lang="ja-JP" altLang="en-US" sz="4800" dirty="0"/>
              <a:t>）作られている。</a:t>
            </a:r>
          </a:p>
          <a:p>
            <a:pPr marL="914400" indent="-914400">
              <a:lnSpc>
                <a:spcPct val="200000"/>
              </a:lnSpc>
              <a:buFont typeface="+mj-lt"/>
              <a:buAutoNum type="arabicPeriod" startAt="6"/>
            </a:pPr>
            <a:r>
              <a:rPr lang="ja-JP" altLang="en-US" sz="4800" dirty="0"/>
              <a:t>彼のことは気にする（　</a:t>
            </a:r>
            <a:r>
              <a:rPr lang="ja-JP" altLang="en-US" sz="4800" dirty="0">
                <a:solidFill>
                  <a:srgbClr val="1C85C9"/>
                </a:solidFill>
              </a:rPr>
              <a:t>ことはない　</a:t>
            </a:r>
            <a:r>
              <a:rPr lang="ja-JP" altLang="en-US" sz="4800" dirty="0"/>
              <a:t>／　でもない　）。君のせいじゃないんだから。</a:t>
            </a:r>
          </a:p>
        </p:txBody>
      </p:sp>
      <p:sp>
        <p:nvSpPr>
          <p:cNvPr id="2" name="標題 1">
            <a:extLst>
              <a:ext uri="{FF2B5EF4-FFF2-40B4-BE49-F238E27FC236}">
                <a16:creationId xmlns:a16="http://schemas.microsoft.com/office/drawing/2014/main" id="{3CB7C4EB-30F2-90BE-8835-2F6DF749A3C1}"/>
              </a:ext>
            </a:extLst>
          </p:cNvPr>
          <p:cNvSpPr txBox="1"/>
          <p:nvPr/>
        </p:nvSpPr>
        <p:spPr>
          <a:xfrm>
            <a:off x="6893533" y="404783"/>
            <a:ext cx="19983450" cy="1148734"/>
          </a:xfrm>
          <a:prstGeom prst="rect">
            <a:avLst/>
          </a:prstGeom>
        </p:spPr>
        <p:txBody>
          <a:bodyPr vert="horz" lIns="91440" tIns="45720" rIns="91440" bIns="45720" rtlCol="0" anchor="ctr">
            <a:noAutofit/>
          </a:bodyPr>
          <a:lstStyle>
            <a:lvl1pPr algn="l" defTabSz="1828800" rtl="0" eaLnBrk="1" latinLnBrk="0" hangingPunct="1">
              <a:lnSpc>
                <a:spcPct val="90000"/>
              </a:lnSpc>
              <a:spcBef>
                <a:spcPct val="0"/>
              </a:spcBef>
              <a:buNone/>
              <a:defRPr lang="en-US" sz="6000" b="0" i="0" u="none" strike="noStrike" kern="1200" cap="none" dirty="0">
                <a:solidFill>
                  <a:srgbClr val="E46D4B"/>
                </a:solidFill>
                <a:latin typeface="Gen Jyuu GothicL Bold" panose="020B0602020203020207" pitchFamily="34" charset="-120"/>
                <a:ea typeface="Gen Jyuu GothicL Bold" panose="020B0602020203020207" pitchFamily="34" charset="-120"/>
                <a:cs typeface="Gen Jyuu GothicL Bold" panose="020B0602020203020207" pitchFamily="34" charset="-120"/>
              </a:defRPr>
            </a:lvl1pPr>
          </a:lstStyle>
          <a:p>
            <a:r>
              <a:rPr lang="ja-JP" altLang="en-US" sz="5000" b="1" dirty="0">
                <a:solidFill>
                  <a:srgbClr val="1C85C9"/>
                </a:solidFill>
                <a:latin typeface="BIZ UDPGothic" panose="020B0400000000000000" pitchFamily="34" charset="-128"/>
                <a:ea typeface="BIZ UDPGothic" panose="020B0400000000000000" pitchFamily="34" charset="-128"/>
                <a:sym typeface="Arial"/>
              </a:rPr>
              <a:t>（</a:t>
            </a:r>
            <a:r>
              <a:rPr lang="en-US" altLang="ja-JP" sz="5000" b="1" dirty="0">
                <a:solidFill>
                  <a:srgbClr val="1C85C9"/>
                </a:solidFill>
                <a:latin typeface="BIZ UDPGothic" panose="020B0400000000000000" pitchFamily="34" charset="-128"/>
                <a:ea typeface="BIZ UDPGothic" panose="020B0400000000000000" pitchFamily="34" charset="-128"/>
                <a:sym typeface="Arial"/>
              </a:rPr>
              <a:t>1</a:t>
            </a:r>
            <a:r>
              <a:rPr lang="ja-JP" altLang="en-US" sz="5000" b="1" dirty="0">
                <a:solidFill>
                  <a:srgbClr val="1C85C9"/>
                </a:solidFill>
                <a:latin typeface="BIZ UDPGothic" panose="020B0400000000000000" pitchFamily="34" charset="-128"/>
                <a:ea typeface="BIZ UDPGothic" panose="020B0400000000000000" pitchFamily="34" charset="-128"/>
                <a:sym typeface="Arial"/>
              </a:rPr>
              <a:t>）　</a:t>
            </a:r>
            <a:r>
              <a:rPr lang="zh-TW" altLang="en-US" sz="5000" b="1" dirty="0">
                <a:solidFill>
                  <a:srgbClr val="1C85C9"/>
                </a:solidFill>
                <a:latin typeface="BIZ UDPGothic" panose="020B0400000000000000" pitchFamily="34" charset="-128"/>
                <a:ea typeface="BIZ UDPGothic" panose="020B0400000000000000" pitchFamily="34" charset="-128"/>
                <a:sym typeface="Arial"/>
              </a:rPr>
              <a:t>重點文型練習</a:t>
            </a:r>
            <a:endParaRPr lang="ja-JP" altLang="en-US" sz="5000" b="1" dirty="0">
              <a:solidFill>
                <a:srgbClr val="1C85C9"/>
              </a:solidFill>
              <a:latin typeface="BIZ UDPGothic" panose="020B0400000000000000" pitchFamily="34" charset="-128"/>
              <a:ea typeface="BIZ UDPGothic" panose="020B0400000000000000" pitchFamily="34" charset="-128"/>
              <a:cs typeface="Gen Jyuu GothicL Bold" panose="02020500000000000000" charset="-120"/>
            </a:endParaRPr>
          </a:p>
        </p:txBody>
      </p:sp>
    </p:spTree>
    <p:extLst>
      <p:ext uri="{BB962C8B-B14F-4D97-AF65-F5344CB8AC3E}">
        <p14:creationId xmlns:p14="http://schemas.microsoft.com/office/powerpoint/2010/main" val="16678362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186629-D459-37DB-FF59-12980ED2CF52}"/>
            </a:ext>
          </a:extLst>
        </p:cNvPr>
        <p:cNvGrpSpPr/>
        <p:nvPr/>
      </p:nvGrpSpPr>
      <p:grpSpPr>
        <a:xfrm>
          <a:off x="0" y="0"/>
          <a:ext cx="0" cy="0"/>
          <a:chOff x="0" y="0"/>
          <a:chExt cx="0" cy="0"/>
        </a:xfrm>
      </p:grpSpPr>
      <p:sp>
        <p:nvSpPr>
          <p:cNvPr id="29" name="標題 1">
            <a:extLst>
              <a:ext uri="{FF2B5EF4-FFF2-40B4-BE49-F238E27FC236}">
                <a16:creationId xmlns:a16="http://schemas.microsoft.com/office/drawing/2014/main" id="{09D2EFBA-A6CD-CA14-0243-3CB99AB2B302}"/>
              </a:ext>
            </a:extLst>
          </p:cNvPr>
          <p:cNvSpPr txBox="1">
            <a:spLocks noGrp="1" noRot="1" noMove="1" noResize="1" noEditPoints="1" noAdjustHandles="1" noChangeArrowheads="1" noChangeShapeType="1"/>
          </p:cNvSpPr>
          <p:nvPr/>
        </p:nvSpPr>
        <p:spPr>
          <a:xfrm>
            <a:off x="6893533" y="404783"/>
            <a:ext cx="19983450" cy="1148734"/>
          </a:xfrm>
          <a:prstGeom prst="rect">
            <a:avLst/>
          </a:prstGeom>
        </p:spPr>
        <p:txBody>
          <a:bodyPr vert="horz" lIns="91440" tIns="45720" rIns="91440" bIns="45720" rtlCol="0" anchor="ctr">
            <a:noAutofit/>
          </a:bodyPr>
          <a:lstStyle>
            <a:lvl1pPr algn="l" defTabSz="1828800" rtl="0" eaLnBrk="1" latinLnBrk="0" hangingPunct="1">
              <a:lnSpc>
                <a:spcPct val="90000"/>
              </a:lnSpc>
              <a:spcBef>
                <a:spcPct val="0"/>
              </a:spcBef>
              <a:buNone/>
              <a:defRPr lang="en-US" sz="6000" b="0" i="0" u="none" strike="noStrike" kern="1200" cap="none" dirty="0">
                <a:solidFill>
                  <a:srgbClr val="E46D4B"/>
                </a:solidFill>
                <a:latin typeface="Gen Jyuu GothicL Bold" panose="020B0602020203020207" pitchFamily="34" charset="-120"/>
                <a:ea typeface="Gen Jyuu GothicL Bold" panose="020B0602020203020207" pitchFamily="34" charset="-120"/>
                <a:cs typeface="Gen Jyuu GothicL Bold" panose="020B0602020203020207" pitchFamily="34" charset="-120"/>
              </a:defRPr>
            </a:lvl1pPr>
          </a:lstStyle>
          <a:p>
            <a:r>
              <a:rPr lang="ja-JP" altLang="en-US" sz="5000" b="1" dirty="0">
                <a:solidFill>
                  <a:srgbClr val="1C85C9"/>
                </a:solidFill>
                <a:latin typeface="BIZ UDPGothic" panose="020B0400000000000000" pitchFamily="34" charset="-128"/>
                <a:ea typeface="BIZ UDPGothic" panose="020B0400000000000000" pitchFamily="34" charset="-128"/>
                <a:sym typeface="Arial"/>
              </a:rPr>
              <a:t>（</a:t>
            </a:r>
            <a:r>
              <a:rPr lang="en-US" altLang="ja-JP" sz="5000" b="1" dirty="0">
                <a:solidFill>
                  <a:srgbClr val="1C85C9"/>
                </a:solidFill>
                <a:latin typeface="BIZ UDPGothic" panose="020B0400000000000000" pitchFamily="34" charset="-128"/>
                <a:ea typeface="BIZ UDPGothic" panose="020B0400000000000000" pitchFamily="34" charset="-128"/>
                <a:sym typeface="Arial"/>
              </a:rPr>
              <a:t>2</a:t>
            </a:r>
            <a:r>
              <a:rPr lang="ja-JP" altLang="en-US" sz="5000" b="1" dirty="0">
                <a:solidFill>
                  <a:srgbClr val="1C85C9"/>
                </a:solidFill>
                <a:latin typeface="BIZ UDPGothic" panose="020B0400000000000000" pitchFamily="34" charset="-128"/>
                <a:ea typeface="BIZ UDPGothic" panose="020B0400000000000000" pitchFamily="34" charset="-128"/>
                <a:sym typeface="Arial"/>
              </a:rPr>
              <a:t>）　</a:t>
            </a:r>
            <a:r>
              <a:rPr lang="zh-TW" altLang="en-US" sz="5000" b="1" dirty="0">
                <a:solidFill>
                  <a:srgbClr val="1C85C9"/>
                </a:solidFill>
                <a:latin typeface="BIZ UDPGothic" panose="020B0400000000000000" pitchFamily="34" charset="-128"/>
                <a:ea typeface="BIZ UDPGothic" panose="020B0400000000000000" pitchFamily="34" charset="-128"/>
                <a:sym typeface="Arial"/>
              </a:rPr>
              <a:t>讀解練習</a:t>
            </a:r>
            <a:endParaRPr lang="ja-JP" altLang="en-US" sz="5000" b="1" dirty="0">
              <a:solidFill>
                <a:srgbClr val="1C85C9"/>
              </a:solidFill>
              <a:latin typeface="BIZ UDPGothic" panose="020B0400000000000000" pitchFamily="34" charset="-128"/>
              <a:ea typeface="BIZ UDPGothic" panose="020B0400000000000000" pitchFamily="34" charset="-128"/>
              <a:cs typeface="Gen Jyuu GothicL Bold" panose="02020500000000000000" charset="-120"/>
            </a:endParaRPr>
          </a:p>
        </p:txBody>
      </p:sp>
      <p:sp>
        <p:nvSpPr>
          <p:cNvPr id="3" name="文字方塊 2">
            <a:extLst>
              <a:ext uri="{FF2B5EF4-FFF2-40B4-BE49-F238E27FC236}">
                <a16:creationId xmlns:a16="http://schemas.microsoft.com/office/drawing/2014/main" id="{CE42E57B-1BE0-21FA-52A0-358900141028}"/>
              </a:ext>
            </a:extLst>
          </p:cNvPr>
          <p:cNvSpPr txBox="1"/>
          <p:nvPr/>
        </p:nvSpPr>
        <p:spPr>
          <a:xfrm>
            <a:off x="1041143" y="2048947"/>
            <a:ext cx="22301713" cy="7848302"/>
          </a:xfrm>
          <a:prstGeom prst="rect">
            <a:avLst/>
          </a:prstGeom>
          <a:noFill/>
        </p:spPr>
        <p:txBody>
          <a:bodyPr wrap="square">
            <a:spAutoFit/>
          </a:bodyPr>
          <a:lstStyle/>
          <a:p>
            <a:pPr algn="just">
              <a:buNone/>
            </a:pPr>
            <a:r>
              <a:rPr lang="ja-JP" altLang="en-US" sz="4800" b="1" dirty="0"/>
              <a:t>問題１</a:t>
            </a:r>
          </a:p>
          <a:p>
            <a:pPr algn="just">
              <a:lnSpc>
                <a:spcPct val="150000"/>
              </a:lnSpc>
              <a:buNone/>
            </a:pPr>
            <a:r>
              <a:rPr lang="ja-JP" altLang="en-US" sz="4800" dirty="0"/>
              <a:t>中谷さんカップルがデートをキャンセルした理由は何ですか。</a:t>
            </a:r>
          </a:p>
          <a:p>
            <a:pPr lvl="1" algn="just">
              <a:lnSpc>
                <a:spcPct val="150000"/>
              </a:lnSpc>
            </a:pPr>
            <a:r>
              <a:rPr lang="en-US" altLang="ja-JP" sz="4800" dirty="0"/>
              <a:t>A. </a:t>
            </a:r>
            <a:r>
              <a:rPr lang="ja-JP" altLang="en-US" sz="4800" dirty="0"/>
              <a:t>木村さんと会いたくなかったから。</a:t>
            </a:r>
          </a:p>
          <a:p>
            <a:pPr lvl="1" algn="just">
              <a:lnSpc>
                <a:spcPct val="150000"/>
              </a:lnSpc>
            </a:pPr>
            <a:r>
              <a:rPr lang="en-US" altLang="ja-JP" sz="4800" dirty="0"/>
              <a:t>B. </a:t>
            </a:r>
            <a:r>
              <a:rPr lang="ja-JP" altLang="en-US" sz="4800" dirty="0"/>
              <a:t>突然仕事が入ったから。</a:t>
            </a:r>
          </a:p>
          <a:p>
            <a:pPr lvl="1" algn="just">
              <a:lnSpc>
                <a:spcPct val="150000"/>
              </a:lnSpc>
            </a:pPr>
            <a:r>
              <a:rPr lang="en-US" altLang="ja-JP" sz="4800" dirty="0"/>
              <a:t>C. </a:t>
            </a:r>
            <a:r>
              <a:rPr lang="ja-JP" altLang="en-US" sz="4800" dirty="0"/>
              <a:t>中谷さんと岡本さんの両方が体調を崩したから。</a:t>
            </a:r>
          </a:p>
          <a:p>
            <a:pPr lvl="1" algn="just">
              <a:lnSpc>
                <a:spcPct val="150000"/>
              </a:lnSpc>
            </a:pPr>
            <a:r>
              <a:rPr lang="en-US" altLang="ja-JP" sz="4800" dirty="0"/>
              <a:t>D. </a:t>
            </a:r>
            <a:r>
              <a:rPr lang="ja-JP" altLang="en-US" sz="4800" dirty="0"/>
              <a:t>デートの場所を間違えたから。</a:t>
            </a:r>
          </a:p>
          <a:p>
            <a:pPr lvl="1" algn="just"/>
            <a:endParaRPr lang="en-US" altLang="ja-JP" sz="4800" b="1" dirty="0"/>
          </a:p>
          <a:p>
            <a:pPr algn="just"/>
            <a:endParaRPr lang="en-US" altLang="ja-JP" sz="4800" b="1" dirty="0"/>
          </a:p>
        </p:txBody>
      </p:sp>
    </p:spTree>
    <p:extLst>
      <p:ext uri="{BB962C8B-B14F-4D97-AF65-F5344CB8AC3E}">
        <p14:creationId xmlns:p14="http://schemas.microsoft.com/office/powerpoint/2010/main" val="41931722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FDC848-C4FF-C663-1960-44D81210DF3E}"/>
            </a:ext>
          </a:extLst>
        </p:cNvPr>
        <p:cNvGrpSpPr/>
        <p:nvPr/>
      </p:nvGrpSpPr>
      <p:grpSpPr>
        <a:xfrm>
          <a:off x="0" y="0"/>
          <a:ext cx="0" cy="0"/>
          <a:chOff x="0" y="0"/>
          <a:chExt cx="0" cy="0"/>
        </a:xfrm>
      </p:grpSpPr>
      <p:sp>
        <p:nvSpPr>
          <p:cNvPr id="29" name="標題 1">
            <a:extLst>
              <a:ext uri="{FF2B5EF4-FFF2-40B4-BE49-F238E27FC236}">
                <a16:creationId xmlns:a16="http://schemas.microsoft.com/office/drawing/2014/main" id="{CECA8034-B576-4204-2C35-84CD997CE065}"/>
              </a:ext>
            </a:extLst>
          </p:cNvPr>
          <p:cNvSpPr txBox="1">
            <a:spLocks noGrp="1" noRot="1" noMove="1" noResize="1" noEditPoints="1" noAdjustHandles="1" noChangeArrowheads="1" noChangeShapeType="1"/>
          </p:cNvSpPr>
          <p:nvPr/>
        </p:nvSpPr>
        <p:spPr>
          <a:xfrm>
            <a:off x="6893533" y="404783"/>
            <a:ext cx="19983450" cy="1148734"/>
          </a:xfrm>
          <a:prstGeom prst="rect">
            <a:avLst/>
          </a:prstGeom>
        </p:spPr>
        <p:txBody>
          <a:bodyPr vert="horz" lIns="91440" tIns="45720" rIns="91440" bIns="45720" rtlCol="0" anchor="ctr">
            <a:noAutofit/>
          </a:bodyPr>
          <a:lstStyle>
            <a:lvl1pPr algn="l" defTabSz="1828800" rtl="0" eaLnBrk="1" latinLnBrk="0" hangingPunct="1">
              <a:lnSpc>
                <a:spcPct val="90000"/>
              </a:lnSpc>
              <a:spcBef>
                <a:spcPct val="0"/>
              </a:spcBef>
              <a:buNone/>
              <a:defRPr lang="en-US" sz="6000" b="0" i="0" u="none" strike="noStrike" kern="1200" cap="none" dirty="0">
                <a:solidFill>
                  <a:srgbClr val="E46D4B"/>
                </a:solidFill>
                <a:latin typeface="Gen Jyuu GothicL Bold" panose="020B0602020203020207" pitchFamily="34" charset="-120"/>
                <a:ea typeface="Gen Jyuu GothicL Bold" panose="020B0602020203020207" pitchFamily="34" charset="-120"/>
                <a:cs typeface="Gen Jyuu GothicL Bold" panose="020B0602020203020207" pitchFamily="34" charset="-120"/>
              </a:defRPr>
            </a:lvl1pPr>
          </a:lstStyle>
          <a:p>
            <a:r>
              <a:rPr lang="ja-JP" altLang="en-US" sz="5000" b="1" dirty="0">
                <a:solidFill>
                  <a:srgbClr val="1C85C9"/>
                </a:solidFill>
                <a:latin typeface="BIZ UDPGothic" panose="020B0400000000000000" pitchFamily="34" charset="-128"/>
                <a:ea typeface="BIZ UDPGothic" panose="020B0400000000000000" pitchFamily="34" charset="-128"/>
                <a:sym typeface="Arial"/>
              </a:rPr>
              <a:t>（</a:t>
            </a:r>
            <a:r>
              <a:rPr lang="en-US" altLang="ja-JP" sz="5000" b="1" dirty="0">
                <a:solidFill>
                  <a:srgbClr val="1C85C9"/>
                </a:solidFill>
                <a:latin typeface="BIZ UDPGothic" panose="020B0400000000000000" pitchFamily="34" charset="-128"/>
                <a:ea typeface="BIZ UDPGothic" panose="020B0400000000000000" pitchFamily="34" charset="-128"/>
                <a:sym typeface="Arial"/>
              </a:rPr>
              <a:t>2</a:t>
            </a:r>
            <a:r>
              <a:rPr lang="ja-JP" altLang="en-US" sz="5000" b="1" dirty="0">
                <a:solidFill>
                  <a:srgbClr val="1C85C9"/>
                </a:solidFill>
                <a:latin typeface="BIZ UDPGothic" panose="020B0400000000000000" pitchFamily="34" charset="-128"/>
                <a:ea typeface="BIZ UDPGothic" panose="020B0400000000000000" pitchFamily="34" charset="-128"/>
                <a:sym typeface="Arial"/>
              </a:rPr>
              <a:t>）　</a:t>
            </a:r>
            <a:r>
              <a:rPr lang="zh-TW" altLang="en-US" sz="5000" b="1" dirty="0">
                <a:solidFill>
                  <a:srgbClr val="1C85C9"/>
                </a:solidFill>
                <a:latin typeface="BIZ UDPGothic" panose="020B0400000000000000" pitchFamily="34" charset="-128"/>
                <a:ea typeface="BIZ UDPGothic" panose="020B0400000000000000" pitchFamily="34" charset="-128"/>
                <a:sym typeface="Arial"/>
              </a:rPr>
              <a:t>讀解練習</a:t>
            </a:r>
            <a:endParaRPr lang="ja-JP" altLang="en-US" sz="5000" b="1" dirty="0">
              <a:solidFill>
                <a:srgbClr val="1C85C9"/>
              </a:solidFill>
              <a:latin typeface="BIZ UDPGothic" panose="020B0400000000000000" pitchFamily="34" charset="-128"/>
              <a:ea typeface="BIZ UDPGothic" panose="020B0400000000000000" pitchFamily="34" charset="-128"/>
              <a:cs typeface="Gen Jyuu GothicL Bold" panose="02020500000000000000" charset="-120"/>
            </a:endParaRPr>
          </a:p>
        </p:txBody>
      </p:sp>
      <p:sp>
        <p:nvSpPr>
          <p:cNvPr id="3" name="文字方塊 2">
            <a:extLst>
              <a:ext uri="{FF2B5EF4-FFF2-40B4-BE49-F238E27FC236}">
                <a16:creationId xmlns:a16="http://schemas.microsoft.com/office/drawing/2014/main" id="{48124F1D-B54A-90F3-D111-E1068E5A8F3F}"/>
              </a:ext>
            </a:extLst>
          </p:cNvPr>
          <p:cNvSpPr txBox="1"/>
          <p:nvPr/>
        </p:nvSpPr>
        <p:spPr>
          <a:xfrm>
            <a:off x="1041143" y="2048947"/>
            <a:ext cx="22301713" cy="7848302"/>
          </a:xfrm>
          <a:prstGeom prst="rect">
            <a:avLst/>
          </a:prstGeom>
          <a:noFill/>
        </p:spPr>
        <p:txBody>
          <a:bodyPr wrap="square">
            <a:spAutoFit/>
          </a:bodyPr>
          <a:lstStyle/>
          <a:p>
            <a:pPr algn="just">
              <a:buNone/>
            </a:pPr>
            <a:r>
              <a:rPr lang="ja-JP" altLang="en-US" sz="4800" b="1" dirty="0"/>
              <a:t>問題１</a:t>
            </a:r>
          </a:p>
          <a:p>
            <a:pPr algn="just">
              <a:lnSpc>
                <a:spcPct val="150000"/>
              </a:lnSpc>
              <a:buNone/>
            </a:pPr>
            <a:r>
              <a:rPr lang="ja-JP" altLang="en-US" sz="4800" dirty="0"/>
              <a:t>中谷さんカップルがデートをキャンセルした理由は何ですか。</a:t>
            </a:r>
          </a:p>
          <a:p>
            <a:pPr lvl="1" algn="just">
              <a:lnSpc>
                <a:spcPct val="150000"/>
              </a:lnSpc>
            </a:pPr>
            <a:r>
              <a:rPr lang="en-US" altLang="ja-JP" sz="4800" dirty="0"/>
              <a:t>A. </a:t>
            </a:r>
            <a:r>
              <a:rPr lang="ja-JP" altLang="en-US" sz="4800" dirty="0"/>
              <a:t>木村さんと会いたくなかったから。</a:t>
            </a:r>
          </a:p>
          <a:p>
            <a:pPr lvl="1" algn="just">
              <a:lnSpc>
                <a:spcPct val="150000"/>
              </a:lnSpc>
            </a:pPr>
            <a:r>
              <a:rPr lang="en-US" altLang="ja-JP" sz="4800" dirty="0"/>
              <a:t>B. </a:t>
            </a:r>
            <a:r>
              <a:rPr lang="ja-JP" altLang="en-US" sz="4800" dirty="0"/>
              <a:t>突然仕事が入ったから。</a:t>
            </a:r>
          </a:p>
          <a:p>
            <a:pPr lvl="1" algn="just">
              <a:lnSpc>
                <a:spcPct val="150000"/>
              </a:lnSpc>
            </a:pPr>
            <a:r>
              <a:rPr lang="en-US" altLang="ja-JP" sz="4800" dirty="0">
                <a:solidFill>
                  <a:srgbClr val="1C85C9"/>
                </a:solidFill>
              </a:rPr>
              <a:t>C. </a:t>
            </a:r>
            <a:r>
              <a:rPr lang="ja-JP" altLang="en-US" sz="4800" dirty="0">
                <a:solidFill>
                  <a:srgbClr val="1C85C9"/>
                </a:solidFill>
              </a:rPr>
              <a:t>中谷さんと岡本さんの両方が体調を崩したから。</a:t>
            </a:r>
          </a:p>
          <a:p>
            <a:pPr lvl="1" algn="just">
              <a:lnSpc>
                <a:spcPct val="150000"/>
              </a:lnSpc>
            </a:pPr>
            <a:r>
              <a:rPr lang="en-US" altLang="ja-JP" sz="4800" dirty="0"/>
              <a:t>D. </a:t>
            </a:r>
            <a:r>
              <a:rPr lang="ja-JP" altLang="en-US" sz="4800" dirty="0"/>
              <a:t>デートの場所を間違えたから。</a:t>
            </a:r>
          </a:p>
          <a:p>
            <a:pPr lvl="1" algn="just"/>
            <a:endParaRPr lang="en-US" altLang="ja-JP" sz="4800" b="1" dirty="0"/>
          </a:p>
          <a:p>
            <a:pPr algn="just"/>
            <a:endParaRPr lang="en-US" altLang="ja-JP" sz="4800" b="1" dirty="0"/>
          </a:p>
        </p:txBody>
      </p:sp>
      <p:sp>
        <p:nvSpPr>
          <p:cNvPr id="2" name="文字方塊 1">
            <a:extLst>
              <a:ext uri="{FF2B5EF4-FFF2-40B4-BE49-F238E27FC236}">
                <a16:creationId xmlns:a16="http://schemas.microsoft.com/office/drawing/2014/main" id="{9B468D5B-C622-19A6-349D-0303C5697A79}"/>
              </a:ext>
            </a:extLst>
          </p:cNvPr>
          <p:cNvSpPr txBox="1"/>
          <p:nvPr/>
        </p:nvSpPr>
        <p:spPr>
          <a:xfrm>
            <a:off x="1043652" y="9299514"/>
            <a:ext cx="22299204" cy="3289875"/>
          </a:xfrm>
          <a:prstGeom prst="rect">
            <a:avLst/>
          </a:prstGeom>
          <a:solidFill>
            <a:srgbClr val="F2F2F2"/>
          </a:solidFill>
        </p:spPr>
        <p:txBody>
          <a:bodyPr wrap="square">
            <a:spAutoFit/>
          </a:bodyPr>
          <a:lstStyle/>
          <a:p>
            <a:pPr>
              <a:lnSpc>
                <a:spcPct val="150000"/>
              </a:lnSpc>
            </a:pPr>
            <a:r>
              <a:rPr lang="en-US" altLang="ja-JP" sz="4800" dirty="0"/>
              <a:t>【</a:t>
            </a:r>
            <a:r>
              <a:rPr lang="ja-JP" altLang="en-US" sz="4800" dirty="0"/>
              <a:t>解析</a:t>
            </a:r>
            <a:r>
              <a:rPr lang="en-US" altLang="ja-JP" sz="4800" dirty="0"/>
              <a:t>】</a:t>
            </a:r>
            <a:br>
              <a:rPr lang="en-US" altLang="ja-JP" sz="4800" dirty="0"/>
            </a:br>
            <a:r>
              <a:rPr lang="ja-JP" altLang="en-US" sz="4800" dirty="0"/>
              <a:t>本文に「中谷さんから風邪をひいたと連絡が来た」「恋人の岡本さんも体調が悪い」と書かれている。</a:t>
            </a:r>
          </a:p>
        </p:txBody>
      </p:sp>
    </p:spTree>
    <p:extLst>
      <p:ext uri="{BB962C8B-B14F-4D97-AF65-F5344CB8AC3E}">
        <p14:creationId xmlns:p14="http://schemas.microsoft.com/office/powerpoint/2010/main" val="9883874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4F482E-7812-EAAF-8E06-502F877D3105}"/>
            </a:ext>
          </a:extLst>
        </p:cNvPr>
        <p:cNvGrpSpPr/>
        <p:nvPr/>
      </p:nvGrpSpPr>
      <p:grpSpPr>
        <a:xfrm>
          <a:off x="0" y="0"/>
          <a:ext cx="0" cy="0"/>
          <a:chOff x="0" y="0"/>
          <a:chExt cx="0" cy="0"/>
        </a:xfrm>
      </p:grpSpPr>
      <p:sp>
        <p:nvSpPr>
          <p:cNvPr id="29" name="標題 1">
            <a:extLst>
              <a:ext uri="{FF2B5EF4-FFF2-40B4-BE49-F238E27FC236}">
                <a16:creationId xmlns:a16="http://schemas.microsoft.com/office/drawing/2014/main" id="{F076D3C2-E036-1E0D-8390-8EEEFA171CCA}"/>
              </a:ext>
            </a:extLst>
          </p:cNvPr>
          <p:cNvSpPr txBox="1">
            <a:spLocks noGrp="1" noRot="1" noMove="1" noResize="1" noEditPoints="1" noAdjustHandles="1" noChangeArrowheads="1" noChangeShapeType="1"/>
          </p:cNvSpPr>
          <p:nvPr/>
        </p:nvSpPr>
        <p:spPr>
          <a:xfrm>
            <a:off x="6893533" y="404783"/>
            <a:ext cx="19983450" cy="1148734"/>
          </a:xfrm>
          <a:prstGeom prst="rect">
            <a:avLst/>
          </a:prstGeom>
        </p:spPr>
        <p:txBody>
          <a:bodyPr vert="horz" lIns="91440" tIns="45720" rIns="91440" bIns="45720" rtlCol="0" anchor="ctr">
            <a:noAutofit/>
          </a:bodyPr>
          <a:lstStyle>
            <a:lvl1pPr algn="l" defTabSz="1828800" rtl="0" eaLnBrk="1" latinLnBrk="0" hangingPunct="1">
              <a:lnSpc>
                <a:spcPct val="90000"/>
              </a:lnSpc>
              <a:spcBef>
                <a:spcPct val="0"/>
              </a:spcBef>
              <a:buNone/>
              <a:defRPr lang="en-US" sz="6000" b="0" i="0" u="none" strike="noStrike" kern="1200" cap="none" dirty="0">
                <a:solidFill>
                  <a:srgbClr val="E46D4B"/>
                </a:solidFill>
                <a:latin typeface="Gen Jyuu GothicL Bold" panose="020B0602020203020207" pitchFamily="34" charset="-120"/>
                <a:ea typeface="Gen Jyuu GothicL Bold" panose="020B0602020203020207" pitchFamily="34" charset="-120"/>
                <a:cs typeface="Gen Jyuu GothicL Bold" panose="020B0602020203020207" pitchFamily="34" charset="-120"/>
              </a:defRPr>
            </a:lvl1pPr>
          </a:lstStyle>
          <a:p>
            <a:r>
              <a:rPr lang="ja-JP" altLang="en-US" sz="5000" b="1" dirty="0">
                <a:solidFill>
                  <a:srgbClr val="1C85C9"/>
                </a:solidFill>
                <a:latin typeface="BIZ UDPGothic" panose="020B0400000000000000" pitchFamily="34" charset="-128"/>
                <a:ea typeface="BIZ UDPGothic" panose="020B0400000000000000" pitchFamily="34" charset="-128"/>
                <a:sym typeface="Arial"/>
              </a:rPr>
              <a:t>（</a:t>
            </a:r>
            <a:r>
              <a:rPr lang="en-US" altLang="ja-JP" sz="5000" b="1" dirty="0">
                <a:solidFill>
                  <a:srgbClr val="1C85C9"/>
                </a:solidFill>
                <a:latin typeface="BIZ UDPGothic" panose="020B0400000000000000" pitchFamily="34" charset="-128"/>
                <a:ea typeface="BIZ UDPGothic" panose="020B0400000000000000" pitchFamily="34" charset="-128"/>
                <a:sym typeface="Arial"/>
              </a:rPr>
              <a:t>2</a:t>
            </a:r>
            <a:r>
              <a:rPr lang="ja-JP" altLang="en-US" sz="5000" b="1" dirty="0">
                <a:solidFill>
                  <a:srgbClr val="1C85C9"/>
                </a:solidFill>
                <a:latin typeface="BIZ UDPGothic" panose="020B0400000000000000" pitchFamily="34" charset="-128"/>
                <a:ea typeface="BIZ UDPGothic" panose="020B0400000000000000" pitchFamily="34" charset="-128"/>
                <a:sym typeface="Arial"/>
              </a:rPr>
              <a:t>）　</a:t>
            </a:r>
            <a:r>
              <a:rPr lang="zh-TW" altLang="en-US" sz="5000" b="1" dirty="0">
                <a:solidFill>
                  <a:srgbClr val="1C85C9"/>
                </a:solidFill>
                <a:latin typeface="BIZ UDPGothic" panose="020B0400000000000000" pitchFamily="34" charset="-128"/>
                <a:ea typeface="BIZ UDPGothic" panose="020B0400000000000000" pitchFamily="34" charset="-128"/>
                <a:sym typeface="Arial"/>
              </a:rPr>
              <a:t>讀解練習</a:t>
            </a:r>
            <a:endParaRPr lang="ja-JP" altLang="en-US" sz="5000" b="1" dirty="0">
              <a:solidFill>
                <a:srgbClr val="1C85C9"/>
              </a:solidFill>
              <a:latin typeface="BIZ UDPGothic" panose="020B0400000000000000" pitchFamily="34" charset="-128"/>
              <a:ea typeface="BIZ UDPGothic" panose="020B0400000000000000" pitchFamily="34" charset="-128"/>
              <a:cs typeface="Gen Jyuu GothicL Bold" panose="02020500000000000000" charset="-120"/>
            </a:endParaRPr>
          </a:p>
        </p:txBody>
      </p:sp>
      <p:sp>
        <p:nvSpPr>
          <p:cNvPr id="2" name="文字方塊 1">
            <a:extLst>
              <a:ext uri="{FF2B5EF4-FFF2-40B4-BE49-F238E27FC236}">
                <a16:creationId xmlns:a16="http://schemas.microsoft.com/office/drawing/2014/main" id="{B496C4D5-B9D6-E310-239F-160421EC28E2}"/>
              </a:ext>
            </a:extLst>
          </p:cNvPr>
          <p:cNvSpPr txBox="1"/>
          <p:nvPr/>
        </p:nvSpPr>
        <p:spPr>
          <a:xfrm>
            <a:off x="1041143" y="2048947"/>
            <a:ext cx="22301713" cy="7848302"/>
          </a:xfrm>
          <a:prstGeom prst="rect">
            <a:avLst/>
          </a:prstGeom>
          <a:noFill/>
        </p:spPr>
        <p:txBody>
          <a:bodyPr wrap="square">
            <a:spAutoFit/>
          </a:bodyPr>
          <a:lstStyle/>
          <a:p>
            <a:pPr algn="just">
              <a:buNone/>
            </a:pPr>
            <a:r>
              <a:rPr lang="ja-JP" altLang="en-US" sz="4800" b="1" dirty="0"/>
              <a:t>問題２</a:t>
            </a:r>
          </a:p>
          <a:p>
            <a:pPr algn="just">
              <a:lnSpc>
                <a:spcPct val="150000"/>
              </a:lnSpc>
              <a:buNone/>
            </a:pPr>
            <a:r>
              <a:rPr lang="ja-JP" altLang="en-US" sz="4800" dirty="0"/>
              <a:t>筆者が木村さんに本を借りた理由として最も適切なものはどれですか。</a:t>
            </a:r>
          </a:p>
          <a:p>
            <a:pPr lvl="1" algn="just">
              <a:lnSpc>
                <a:spcPct val="150000"/>
              </a:lnSpc>
            </a:pPr>
            <a:r>
              <a:rPr lang="en-US" altLang="ja-JP" sz="4800" dirty="0"/>
              <a:t>A. </a:t>
            </a:r>
            <a:r>
              <a:rPr lang="ja-JP" altLang="en-US" sz="4800" dirty="0"/>
              <a:t>日本語の勉強のために内容を詳しく知りたかったから。</a:t>
            </a:r>
          </a:p>
          <a:p>
            <a:pPr lvl="1" algn="just">
              <a:lnSpc>
                <a:spcPct val="150000"/>
              </a:lnSpc>
            </a:pPr>
            <a:r>
              <a:rPr lang="en-US" altLang="ja-JP" sz="4800" dirty="0"/>
              <a:t>B. </a:t>
            </a:r>
            <a:r>
              <a:rPr lang="ja-JP" altLang="en-US" sz="4800" dirty="0"/>
              <a:t>その小説に強い興味があったから。</a:t>
            </a:r>
          </a:p>
          <a:p>
            <a:pPr lvl="1" algn="just">
              <a:lnSpc>
                <a:spcPct val="150000"/>
              </a:lnSpc>
            </a:pPr>
            <a:r>
              <a:rPr lang="en-US" altLang="ja-JP" sz="4800" dirty="0"/>
              <a:t>C. </a:t>
            </a:r>
            <a:r>
              <a:rPr lang="ja-JP" altLang="en-US" sz="4800" dirty="0"/>
              <a:t>また木村さんと会うきっかけを作りたかったから。</a:t>
            </a:r>
          </a:p>
          <a:p>
            <a:pPr lvl="1" algn="just">
              <a:lnSpc>
                <a:spcPct val="150000"/>
              </a:lnSpc>
            </a:pPr>
            <a:r>
              <a:rPr lang="en-US" altLang="ja-JP" sz="4800" dirty="0"/>
              <a:t>D. </a:t>
            </a:r>
            <a:r>
              <a:rPr lang="ja-JP" altLang="en-US" sz="4800" dirty="0"/>
              <a:t>中谷さんにすすめられたから</a:t>
            </a:r>
          </a:p>
          <a:p>
            <a:pPr algn="just"/>
            <a:endParaRPr lang="en-US" altLang="ja-JP" sz="4800" b="1" dirty="0"/>
          </a:p>
          <a:p>
            <a:pPr algn="just"/>
            <a:endParaRPr lang="en-US" altLang="ja-JP" sz="4800" b="1" dirty="0"/>
          </a:p>
        </p:txBody>
      </p:sp>
    </p:spTree>
    <p:extLst>
      <p:ext uri="{BB962C8B-B14F-4D97-AF65-F5344CB8AC3E}">
        <p14:creationId xmlns:p14="http://schemas.microsoft.com/office/powerpoint/2010/main" val="11156660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9D37D0-1F5C-E2F5-5621-6869245E8074}"/>
            </a:ext>
          </a:extLst>
        </p:cNvPr>
        <p:cNvGrpSpPr/>
        <p:nvPr/>
      </p:nvGrpSpPr>
      <p:grpSpPr>
        <a:xfrm>
          <a:off x="0" y="0"/>
          <a:ext cx="0" cy="0"/>
          <a:chOff x="0" y="0"/>
          <a:chExt cx="0" cy="0"/>
        </a:xfrm>
      </p:grpSpPr>
      <p:sp>
        <p:nvSpPr>
          <p:cNvPr id="29" name="標題 1">
            <a:extLst>
              <a:ext uri="{FF2B5EF4-FFF2-40B4-BE49-F238E27FC236}">
                <a16:creationId xmlns:a16="http://schemas.microsoft.com/office/drawing/2014/main" id="{B8881DE8-02EF-A5E2-CC8D-D8965604619D}"/>
              </a:ext>
            </a:extLst>
          </p:cNvPr>
          <p:cNvSpPr txBox="1">
            <a:spLocks noGrp="1" noRot="1" noMove="1" noResize="1" noEditPoints="1" noAdjustHandles="1" noChangeArrowheads="1" noChangeShapeType="1"/>
          </p:cNvSpPr>
          <p:nvPr/>
        </p:nvSpPr>
        <p:spPr>
          <a:xfrm>
            <a:off x="6893533" y="404783"/>
            <a:ext cx="19983450" cy="1148734"/>
          </a:xfrm>
          <a:prstGeom prst="rect">
            <a:avLst/>
          </a:prstGeom>
        </p:spPr>
        <p:txBody>
          <a:bodyPr vert="horz" lIns="91440" tIns="45720" rIns="91440" bIns="45720" rtlCol="0" anchor="ctr">
            <a:noAutofit/>
          </a:bodyPr>
          <a:lstStyle>
            <a:lvl1pPr algn="l" defTabSz="1828800" rtl="0" eaLnBrk="1" latinLnBrk="0" hangingPunct="1">
              <a:lnSpc>
                <a:spcPct val="90000"/>
              </a:lnSpc>
              <a:spcBef>
                <a:spcPct val="0"/>
              </a:spcBef>
              <a:buNone/>
              <a:defRPr lang="en-US" sz="6000" b="0" i="0" u="none" strike="noStrike" kern="1200" cap="none" dirty="0">
                <a:solidFill>
                  <a:srgbClr val="E46D4B"/>
                </a:solidFill>
                <a:latin typeface="Gen Jyuu GothicL Bold" panose="020B0602020203020207" pitchFamily="34" charset="-120"/>
                <a:ea typeface="Gen Jyuu GothicL Bold" panose="020B0602020203020207" pitchFamily="34" charset="-120"/>
                <a:cs typeface="Gen Jyuu GothicL Bold" panose="020B0602020203020207" pitchFamily="34" charset="-120"/>
              </a:defRPr>
            </a:lvl1pPr>
          </a:lstStyle>
          <a:p>
            <a:r>
              <a:rPr lang="ja-JP" altLang="en-US" sz="5000" b="1" dirty="0">
                <a:solidFill>
                  <a:srgbClr val="1C85C9"/>
                </a:solidFill>
                <a:latin typeface="BIZ UDPGothic" panose="020B0400000000000000" pitchFamily="34" charset="-128"/>
                <a:ea typeface="BIZ UDPGothic" panose="020B0400000000000000" pitchFamily="34" charset="-128"/>
                <a:sym typeface="Arial"/>
              </a:rPr>
              <a:t>（</a:t>
            </a:r>
            <a:r>
              <a:rPr lang="en-US" altLang="ja-JP" sz="5000" b="1" dirty="0">
                <a:solidFill>
                  <a:srgbClr val="1C85C9"/>
                </a:solidFill>
                <a:latin typeface="BIZ UDPGothic" panose="020B0400000000000000" pitchFamily="34" charset="-128"/>
                <a:ea typeface="BIZ UDPGothic" panose="020B0400000000000000" pitchFamily="34" charset="-128"/>
                <a:sym typeface="Arial"/>
              </a:rPr>
              <a:t>2</a:t>
            </a:r>
            <a:r>
              <a:rPr lang="ja-JP" altLang="en-US" sz="5000" b="1" dirty="0">
                <a:solidFill>
                  <a:srgbClr val="1C85C9"/>
                </a:solidFill>
                <a:latin typeface="BIZ UDPGothic" panose="020B0400000000000000" pitchFamily="34" charset="-128"/>
                <a:ea typeface="BIZ UDPGothic" panose="020B0400000000000000" pitchFamily="34" charset="-128"/>
                <a:sym typeface="Arial"/>
              </a:rPr>
              <a:t>）　</a:t>
            </a:r>
            <a:r>
              <a:rPr lang="zh-TW" altLang="en-US" sz="5000" b="1" dirty="0">
                <a:solidFill>
                  <a:srgbClr val="1C85C9"/>
                </a:solidFill>
                <a:latin typeface="BIZ UDPGothic" panose="020B0400000000000000" pitchFamily="34" charset="-128"/>
                <a:ea typeface="BIZ UDPGothic" panose="020B0400000000000000" pitchFamily="34" charset="-128"/>
                <a:sym typeface="Arial"/>
              </a:rPr>
              <a:t>讀解練習</a:t>
            </a:r>
            <a:endParaRPr lang="ja-JP" altLang="en-US" sz="5000" b="1" dirty="0">
              <a:solidFill>
                <a:srgbClr val="1C85C9"/>
              </a:solidFill>
              <a:latin typeface="BIZ UDPGothic" panose="020B0400000000000000" pitchFamily="34" charset="-128"/>
              <a:ea typeface="BIZ UDPGothic" panose="020B0400000000000000" pitchFamily="34" charset="-128"/>
              <a:cs typeface="Gen Jyuu GothicL Bold" panose="02020500000000000000" charset="-120"/>
            </a:endParaRPr>
          </a:p>
        </p:txBody>
      </p:sp>
      <p:sp>
        <p:nvSpPr>
          <p:cNvPr id="4" name="文字方塊 3">
            <a:extLst>
              <a:ext uri="{FF2B5EF4-FFF2-40B4-BE49-F238E27FC236}">
                <a16:creationId xmlns:a16="http://schemas.microsoft.com/office/drawing/2014/main" id="{7CF0AAA5-7B5F-5A35-EF73-2142F862E9C8}"/>
              </a:ext>
            </a:extLst>
          </p:cNvPr>
          <p:cNvSpPr txBox="1"/>
          <p:nvPr/>
        </p:nvSpPr>
        <p:spPr>
          <a:xfrm>
            <a:off x="1041143" y="2048947"/>
            <a:ext cx="22301713" cy="7848302"/>
          </a:xfrm>
          <a:prstGeom prst="rect">
            <a:avLst/>
          </a:prstGeom>
          <a:noFill/>
        </p:spPr>
        <p:txBody>
          <a:bodyPr wrap="square">
            <a:spAutoFit/>
          </a:bodyPr>
          <a:lstStyle/>
          <a:p>
            <a:pPr algn="just">
              <a:buNone/>
            </a:pPr>
            <a:r>
              <a:rPr lang="ja-JP" altLang="en-US" sz="4800" b="1" dirty="0"/>
              <a:t>問題２</a:t>
            </a:r>
          </a:p>
          <a:p>
            <a:pPr algn="just">
              <a:lnSpc>
                <a:spcPct val="150000"/>
              </a:lnSpc>
              <a:buNone/>
            </a:pPr>
            <a:r>
              <a:rPr lang="ja-JP" altLang="en-US" sz="4800" dirty="0"/>
              <a:t>筆者が木村さんに本を借りた理由として最も適切なものはどれですか。</a:t>
            </a:r>
          </a:p>
          <a:p>
            <a:pPr lvl="1" algn="just">
              <a:lnSpc>
                <a:spcPct val="150000"/>
              </a:lnSpc>
            </a:pPr>
            <a:r>
              <a:rPr lang="en-US" altLang="ja-JP" sz="4800" dirty="0"/>
              <a:t>A. </a:t>
            </a:r>
            <a:r>
              <a:rPr lang="ja-JP" altLang="en-US" sz="4800" dirty="0"/>
              <a:t>日本語の勉強のために内容を詳しく知りたかったから。</a:t>
            </a:r>
          </a:p>
          <a:p>
            <a:pPr lvl="1" algn="just">
              <a:lnSpc>
                <a:spcPct val="150000"/>
              </a:lnSpc>
            </a:pPr>
            <a:r>
              <a:rPr lang="en-US" altLang="ja-JP" sz="4800" dirty="0"/>
              <a:t>B. </a:t>
            </a:r>
            <a:r>
              <a:rPr lang="ja-JP" altLang="en-US" sz="4800" dirty="0"/>
              <a:t>その小説に強い興味があったから。</a:t>
            </a:r>
          </a:p>
          <a:p>
            <a:pPr lvl="1" algn="just">
              <a:lnSpc>
                <a:spcPct val="150000"/>
              </a:lnSpc>
            </a:pPr>
            <a:r>
              <a:rPr lang="en-US" altLang="ja-JP" sz="4800" dirty="0">
                <a:solidFill>
                  <a:srgbClr val="1C85C9"/>
                </a:solidFill>
              </a:rPr>
              <a:t>C. </a:t>
            </a:r>
            <a:r>
              <a:rPr lang="ja-JP" altLang="en-US" sz="4800" dirty="0">
                <a:solidFill>
                  <a:srgbClr val="1C85C9"/>
                </a:solidFill>
              </a:rPr>
              <a:t>また木村さんと会うきっかけを作りたかったから。</a:t>
            </a:r>
          </a:p>
          <a:p>
            <a:pPr lvl="1" algn="just">
              <a:lnSpc>
                <a:spcPct val="150000"/>
              </a:lnSpc>
            </a:pPr>
            <a:r>
              <a:rPr lang="en-US" altLang="ja-JP" sz="4800" dirty="0"/>
              <a:t>D. </a:t>
            </a:r>
            <a:r>
              <a:rPr lang="ja-JP" altLang="en-US" sz="4800" dirty="0"/>
              <a:t>中谷さんにすすめられたから</a:t>
            </a:r>
          </a:p>
          <a:p>
            <a:pPr algn="just"/>
            <a:endParaRPr lang="en-US" altLang="ja-JP" sz="4800" b="1" dirty="0"/>
          </a:p>
          <a:p>
            <a:pPr algn="just"/>
            <a:endParaRPr lang="en-US" altLang="ja-JP" sz="4800" b="1" dirty="0"/>
          </a:p>
        </p:txBody>
      </p:sp>
      <p:sp>
        <p:nvSpPr>
          <p:cNvPr id="5" name="文字方塊 4">
            <a:extLst>
              <a:ext uri="{FF2B5EF4-FFF2-40B4-BE49-F238E27FC236}">
                <a16:creationId xmlns:a16="http://schemas.microsoft.com/office/drawing/2014/main" id="{840AB3AB-6369-0CED-A7A5-8957EC06D562}"/>
              </a:ext>
            </a:extLst>
          </p:cNvPr>
          <p:cNvSpPr txBox="1"/>
          <p:nvPr/>
        </p:nvSpPr>
        <p:spPr>
          <a:xfrm>
            <a:off x="1043652" y="10049322"/>
            <a:ext cx="22299204" cy="2181879"/>
          </a:xfrm>
          <a:prstGeom prst="rect">
            <a:avLst/>
          </a:prstGeom>
          <a:solidFill>
            <a:srgbClr val="F2F2F2"/>
          </a:solidFill>
        </p:spPr>
        <p:txBody>
          <a:bodyPr wrap="square">
            <a:spAutoFit/>
          </a:bodyPr>
          <a:lstStyle/>
          <a:p>
            <a:pPr>
              <a:lnSpc>
                <a:spcPct val="150000"/>
              </a:lnSpc>
            </a:pPr>
            <a:r>
              <a:rPr lang="en-US" altLang="ja-JP" sz="4800" dirty="0"/>
              <a:t>【</a:t>
            </a:r>
            <a:r>
              <a:rPr lang="ja-JP" altLang="en-US" sz="4800" dirty="0"/>
              <a:t>解析</a:t>
            </a:r>
            <a:r>
              <a:rPr lang="en-US" altLang="ja-JP" sz="4800" dirty="0"/>
              <a:t>】</a:t>
            </a:r>
            <a:br>
              <a:rPr lang="en-US" altLang="ja-JP" sz="4800" dirty="0"/>
            </a:br>
            <a:r>
              <a:rPr lang="ja-JP" altLang="en-US" sz="4800" dirty="0"/>
              <a:t> 本文に「そうすれば、また会う口実ができるから」と明記されている。</a:t>
            </a:r>
          </a:p>
        </p:txBody>
      </p:sp>
    </p:spTree>
    <p:extLst>
      <p:ext uri="{BB962C8B-B14F-4D97-AF65-F5344CB8AC3E}">
        <p14:creationId xmlns:p14="http://schemas.microsoft.com/office/powerpoint/2010/main" val="38225706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2A1BC2-4FF8-13B8-2B87-4C59F23029C5}"/>
            </a:ext>
          </a:extLst>
        </p:cNvPr>
        <p:cNvGrpSpPr/>
        <p:nvPr/>
      </p:nvGrpSpPr>
      <p:grpSpPr>
        <a:xfrm>
          <a:off x="0" y="0"/>
          <a:ext cx="0" cy="0"/>
          <a:chOff x="0" y="0"/>
          <a:chExt cx="0" cy="0"/>
        </a:xfrm>
      </p:grpSpPr>
      <p:sp>
        <p:nvSpPr>
          <p:cNvPr id="29" name="標題 1">
            <a:extLst>
              <a:ext uri="{FF2B5EF4-FFF2-40B4-BE49-F238E27FC236}">
                <a16:creationId xmlns:a16="http://schemas.microsoft.com/office/drawing/2014/main" id="{D0DC7B53-0103-E1A0-F1F3-15DFF822DA28}"/>
              </a:ext>
            </a:extLst>
          </p:cNvPr>
          <p:cNvSpPr txBox="1">
            <a:spLocks noGrp="1" noRot="1" noMove="1" noResize="1" noEditPoints="1" noAdjustHandles="1" noChangeArrowheads="1" noChangeShapeType="1"/>
          </p:cNvSpPr>
          <p:nvPr/>
        </p:nvSpPr>
        <p:spPr>
          <a:xfrm>
            <a:off x="6893533" y="404783"/>
            <a:ext cx="19983450" cy="1148734"/>
          </a:xfrm>
          <a:prstGeom prst="rect">
            <a:avLst/>
          </a:prstGeom>
        </p:spPr>
        <p:txBody>
          <a:bodyPr vert="horz" lIns="91440" tIns="45720" rIns="91440" bIns="45720" rtlCol="0" anchor="ctr">
            <a:noAutofit/>
          </a:bodyPr>
          <a:lstStyle>
            <a:lvl1pPr algn="l" defTabSz="1828800" rtl="0" eaLnBrk="1" latinLnBrk="0" hangingPunct="1">
              <a:lnSpc>
                <a:spcPct val="90000"/>
              </a:lnSpc>
              <a:spcBef>
                <a:spcPct val="0"/>
              </a:spcBef>
              <a:buNone/>
              <a:defRPr lang="en-US" sz="6000" b="0" i="0" u="none" strike="noStrike" kern="1200" cap="none" dirty="0">
                <a:solidFill>
                  <a:srgbClr val="E46D4B"/>
                </a:solidFill>
                <a:latin typeface="Gen Jyuu GothicL Bold" panose="020B0602020203020207" pitchFamily="34" charset="-120"/>
                <a:ea typeface="Gen Jyuu GothicL Bold" panose="020B0602020203020207" pitchFamily="34" charset="-120"/>
                <a:cs typeface="Gen Jyuu GothicL Bold" panose="020B0602020203020207" pitchFamily="34" charset="-120"/>
              </a:defRPr>
            </a:lvl1pPr>
          </a:lstStyle>
          <a:p>
            <a:r>
              <a:rPr lang="ja-JP" altLang="en-US" sz="5000" b="1" dirty="0">
                <a:solidFill>
                  <a:srgbClr val="1C85C9"/>
                </a:solidFill>
                <a:latin typeface="BIZ UDPGothic" panose="020B0400000000000000" pitchFamily="34" charset="-128"/>
                <a:ea typeface="BIZ UDPGothic" panose="020B0400000000000000" pitchFamily="34" charset="-128"/>
                <a:sym typeface="Arial"/>
              </a:rPr>
              <a:t>（</a:t>
            </a:r>
            <a:r>
              <a:rPr lang="en-US" altLang="ja-JP" sz="5000" b="1" dirty="0">
                <a:solidFill>
                  <a:srgbClr val="1C85C9"/>
                </a:solidFill>
                <a:latin typeface="BIZ UDPGothic" panose="020B0400000000000000" pitchFamily="34" charset="-128"/>
                <a:ea typeface="BIZ UDPGothic" panose="020B0400000000000000" pitchFamily="34" charset="-128"/>
                <a:sym typeface="Arial"/>
              </a:rPr>
              <a:t>2</a:t>
            </a:r>
            <a:r>
              <a:rPr lang="ja-JP" altLang="en-US" sz="5000" b="1" dirty="0">
                <a:solidFill>
                  <a:srgbClr val="1C85C9"/>
                </a:solidFill>
                <a:latin typeface="BIZ UDPGothic" panose="020B0400000000000000" pitchFamily="34" charset="-128"/>
                <a:ea typeface="BIZ UDPGothic" panose="020B0400000000000000" pitchFamily="34" charset="-128"/>
                <a:sym typeface="Arial"/>
              </a:rPr>
              <a:t>）　</a:t>
            </a:r>
            <a:r>
              <a:rPr lang="zh-TW" altLang="en-US" sz="5000" b="1" dirty="0">
                <a:solidFill>
                  <a:srgbClr val="1C85C9"/>
                </a:solidFill>
                <a:latin typeface="BIZ UDPGothic" panose="020B0400000000000000" pitchFamily="34" charset="-128"/>
                <a:ea typeface="BIZ UDPGothic" panose="020B0400000000000000" pitchFamily="34" charset="-128"/>
                <a:sym typeface="Arial"/>
              </a:rPr>
              <a:t>讀解練習</a:t>
            </a:r>
            <a:endParaRPr lang="ja-JP" altLang="en-US" sz="5000" b="1" dirty="0">
              <a:solidFill>
                <a:srgbClr val="1C85C9"/>
              </a:solidFill>
              <a:latin typeface="BIZ UDPGothic" panose="020B0400000000000000" pitchFamily="34" charset="-128"/>
              <a:ea typeface="BIZ UDPGothic" panose="020B0400000000000000" pitchFamily="34" charset="-128"/>
              <a:cs typeface="Gen Jyuu GothicL Bold" panose="02020500000000000000" charset="-120"/>
            </a:endParaRPr>
          </a:p>
        </p:txBody>
      </p:sp>
      <p:sp>
        <p:nvSpPr>
          <p:cNvPr id="2" name="文字方塊 1">
            <a:extLst>
              <a:ext uri="{FF2B5EF4-FFF2-40B4-BE49-F238E27FC236}">
                <a16:creationId xmlns:a16="http://schemas.microsoft.com/office/drawing/2014/main" id="{811F5A94-0B0C-504F-DC25-BE08E6B5923F}"/>
              </a:ext>
            </a:extLst>
          </p:cNvPr>
          <p:cNvSpPr txBox="1"/>
          <p:nvPr/>
        </p:nvSpPr>
        <p:spPr>
          <a:xfrm>
            <a:off x="1041143" y="2048947"/>
            <a:ext cx="22301713" cy="7848302"/>
          </a:xfrm>
          <a:prstGeom prst="rect">
            <a:avLst/>
          </a:prstGeom>
          <a:noFill/>
        </p:spPr>
        <p:txBody>
          <a:bodyPr wrap="square">
            <a:spAutoFit/>
          </a:bodyPr>
          <a:lstStyle/>
          <a:p>
            <a:pPr algn="just">
              <a:buNone/>
            </a:pPr>
            <a:r>
              <a:rPr lang="ja-JP" altLang="en-US" sz="4800" b="1" dirty="0"/>
              <a:t>問題３</a:t>
            </a:r>
          </a:p>
          <a:p>
            <a:pPr algn="just">
              <a:lnSpc>
                <a:spcPct val="150000"/>
              </a:lnSpc>
              <a:buNone/>
            </a:pPr>
            <a:r>
              <a:rPr lang="ja-JP" altLang="en-US" sz="4800" dirty="0"/>
              <a:t>筆者はデートの最後に何を感じましたか。</a:t>
            </a:r>
          </a:p>
          <a:p>
            <a:pPr lvl="1" algn="just">
              <a:lnSpc>
                <a:spcPct val="150000"/>
              </a:lnSpc>
            </a:pPr>
            <a:r>
              <a:rPr lang="en-US" altLang="ja-JP" sz="4800" dirty="0"/>
              <a:t>A. </a:t>
            </a:r>
            <a:r>
              <a:rPr lang="ja-JP" altLang="en-US" sz="4800" dirty="0"/>
              <a:t>木村さんの夢を応援する気持ちが強くなった。</a:t>
            </a:r>
          </a:p>
          <a:p>
            <a:pPr lvl="1" algn="just">
              <a:lnSpc>
                <a:spcPct val="150000"/>
              </a:lnSpc>
            </a:pPr>
            <a:r>
              <a:rPr lang="en-US" altLang="ja-JP" sz="4800" dirty="0"/>
              <a:t>B. </a:t>
            </a:r>
            <a:r>
              <a:rPr lang="ja-JP" altLang="en-US" sz="4800" dirty="0"/>
              <a:t>中谷さんのサポートに感謝した。</a:t>
            </a:r>
          </a:p>
          <a:p>
            <a:pPr lvl="1" algn="just">
              <a:lnSpc>
                <a:spcPct val="150000"/>
              </a:lnSpc>
            </a:pPr>
            <a:r>
              <a:rPr lang="en-US" altLang="ja-JP" sz="4800" dirty="0"/>
              <a:t>C. </a:t>
            </a:r>
            <a:r>
              <a:rPr lang="ja-JP" altLang="en-US" sz="4800" dirty="0"/>
              <a:t>木村さんが台湾へ行くことを決意したと思った。</a:t>
            </a:r>
          </a:p>
          <a:p>
            <a:pPr lvl="1" algn="just">
              <a:lnSpc>
                <a:spcPct val="150000"/>
              </a:lnSpc>
            </a:pPr>
            <a:r>
              <a:rPr lang="en-US" altLang="ja-JP" sz="4800" dirty="0"/>
              <a:t>D. </a:t>
            </a:r>
            <a:r>
              <a:rPr lang="ja-JP" altLang="en-US" sz="4800" dirty="0"/>
              <a:t>自分が木村さんを好きだとあらためて感じた。</a:t>
            </a:r>
          </a:p>
          <a:p>
            <a:pPr lvl="2" algn="just"/>
            <a:endParaRPr lang="en-US" altLang="ja-JP" sz="4800" b="1" dirty="0"/>
          </a:p>
          <a:p>
            <a:pPr algn="just"/>
            <a:endParaRPr lang="en-US" altLang="ja-JP" sz="4800" b="1" dirty="0"/>
          </a:p>
        </p:txBody>
      </p:sp>
    </p:spTree>
    <p:extLst>
      <p:ext uri="{BB962C8B-B14F-4D97-AF65-F5344CB8AC3E}">
        <p14:creationId xmlns:p14="http://schemas.microsoft.com/office/powerpoint/2010/main" val="25030623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480905-BD41-B96E-B92F-C0769DC95DEF}"/>
            </a:ext>
          </a:extLst>
        </p:cNvPr>
        <p:cNvGrpSpPr/>
        <p:nvPr/>
      </p:nvGrpSpPr>
      <p:grpSpPr>
        <a:xfrm>
          <a:off x="0" y="0"/>
          <a:ext cx="0" cy="0"/>
          <a:chOff x="0" y="0"/>
          <a:chExt cx="0" cy="0"/>
        </a:xfrm>
      </p:grpSpPr>
      <p:sp>
        <p:nvSpPr>
          <p:cNvPr id="29" name="標題 1">
            <a:extLst>
              <a:ext uri="{FF2B5EF4-FFF2-40B4-BE49-F238E27FC236}">
                <a16:creationId xmlns:a16="http://schemas.microsoft.com/office/drawing/2014/main" id="{92FE2F65-EE2C-3DE9-04DF-3E842575BC27}"/>
              </a:ext>
            </a:extLst>
          </p:cNvPr>
          <p:cNvSpPr txBox="1">
            <a:spLocks noGrp="1" noRot="1" noMove="1" noResize="1" noEditPoints="1" noAdjustHandles="1" noChangeArrowheads="1" noChangeShapeType="1"/>
          </p:cNvSpPr>
          <p:nvPr/>
        </p:nvSpPr>
        <p:spPr>
          <a:xfrm>
            <a:off x="6893533" y="404783"/>
            <a:ext cx="19983450" cy="1148734"/>
          </a:xfrm>
          <a:prstGeom prst="rect">
            <a:avLst/>
          </a:prstGeom>
        </p:spPr>
        <p:txBody>
          <a:bodyPr vert="horz" lIns="91440" tIns="45720" rIns="91440" bIns="45720" rtlCol="0" anchor="ctr">
            <a:noAutofit/>
          </a:bodyPr>
          <a:lstStyle>
            <a:lvl1pPr algn="l" defTabSz="1828800" rtl="0" eaLnBrk="1" latinLnBrk="0" hangingPunct="1">
              <a:lnSpc>
                <a:spcPct val="90000"/>
              </a:lnSpc>
              <a:spcBef>
                <a:spcPct val="0"/>
              </a:spcBef>
              <a:buNone/>
              <a:defRPr lang="en-US" sz="6000" b="0" i="0" u="none" strike="noStrike" kern="1200" cap="none" dirty="0">
                <a:solidFill>
                  <a:srgbClr val="E46D4B"/>
                </a:solidFill>
                <a:latin typeface="Gen Jyuu GothicL Bold" panose="020B0602020203020207" pitchFamily="34" charset="-120"/>
                <a:ea typeface="Gen Jyuu GothicL Bold" panose="020B0602020203020207" pitchFamily="34" charset="-120"/>
                <a:cs typeface="Gen Jyuu GothicL Bold" panose="020B0602020203020207" pitchFamily="34" charset="-120"/>
              </a:defRPr>
            </a:lvl1pPr>
          </a:lstStyle>
          <a:p>
            <a:r>
              <a:rPr lang="ja-JP" altLang="en-US" sz="5000" b="1" dirty="0">
                <a:solidFill>
                  <a:srgbClr val="1C85C9"/>
                </a:solidFill>
                <a:latin typeface="BIZ UDPGothic" panose="020B0400000000000000" pitchFamily="34" charset="-128"/>
                <a:ea typeface="BIZ UDPGothic" panose="020B0400000000000000" pitchFamily="34" charset="-128"/>
                <a:sym typeface="Arial"/>
              </a:rPr>
              <a:t>（</a:t>
            </a:r>
            <a:r>
              <a:rPr lang="en-US" altLang="ja-JP" sz="5000" b="1" dirty="0">
                <a:solidFill>
                  <a:srgbClr val="1C85C9"/>
                </a:solidFill>
                <a:latin typeface="BIZ UDPGothic" panose="020B0400000000000000" pitchFamily="34" charset="-128"/>
                <a:ea typeface="BIZ UDPGothic" panose="020B0400000000000000" pitchFamily="34" charset="-128"/>
                <a:sym typeface="Arial"/>
              </a:rPr>
              <a:t>2</a:t>
            </a:r>
            <a:r>
              <a:rPr lang="ja-JP" altLang="en-US" sz="5000" b="1" dirty="0">
                <a:solidFill>
                  <a:srgbClr val="1C85C9"/>
                </a:solidFill>
                <a:latin typeface="BIZ UDPGothic" panose="020B0400000000000000" pitchFamily="34" charset="-128"/>
                <a:ea typeface="BIZ UDPGothic" panose="020B0400000000000000" pitchFamily="34" charset="-128"/>
                <a:sym typeface="Arial"/>
              </a:rPr>
              <a:t>）　</a:t>
            </a:r>
            <a:r>
              <a:rPr lang="zh-TW" altLang="en-US" sz="5000" b="1" dirty="0">
                <a:solidFill>
                  <a:srgbClr val="1C85C9"/>
                </a:solidFill>
                <a:latin typeface="BIZ UDPGothic" panose="020B0400000000000000" pitchFamily="34" charset="-128"/>
                <a:ea typeface="BIZ UDPGothic" panose="020B0400000000000000" pitchFamily="34" charset="-128"/>
                <a:sym typeface="Arial"/>
              </a:rPr>
              <a:t>讀解練習</a:t>
            </a:r>
            <a:endParaRPr lang="ja-JP" altLang="en-US" sz="5000" b="1" dirty="0">
              <a:solidFill>
                <a:srgbClr val="1C85C9"/>
              </a:solidFill>
              <a:latin typeface="BIZ UDPGothic" panose="020B0400000000000000" pitchFamily="34" charset="-128"/>
              <a:ea typeface="BIZ UDPGothic" panose="020B0400000000000000" pitchFamily="34" charset="-128"/>
              <a:cs typeface="Gen Jyuu GothicL Bold" panose="02020500000000000000" charset="-120"/>
            </a:endParaRPr>
          </a:p>
        </p:txBody>
      </p:sp>
      <p:sp>
        <p:nvSpPr>
          <p:cNvPr id="4" name="文字方塊 3">
            <a:extLst>
              <a:ext uri="{FF2B5EF4-FFF2-40B4-BE49-F238E27FC236}">
                <a16:creationId xmlns:a16="http://schemas.microsoft.com/office/drawing/2014/main" id="{1A6F6398-4125-3D01-B3FA-C72FE3AE26BE}"/>
              </a:ext>
            </a:extLst>
          </p:cNvPr>
          <p:cNvSpPr txBox="1"/>
          <p:nvPr/>
        </p:nvSpPr>
        <p:spPr>
          <a:xfrm>
            <a:off x="1041143" y="2048947"/>
            <a:ext cx="22301713" cy="7848302"/>
          </a:xfrm>
          <a:prstGeom prst="rect">
            <a:avLst/>
          </a:prstGeom>
          <a:noFill/>
        </p:spPr>
        <p:txBody>
          <a:bodyPr wrap="square">
            <a:spAutoFit/>
          </a:bodyPr>
          <a:lstStyle/>
          <a:p>
            <a:pPr algn="just">
              <a:buNone/>
            </a:pPr>
            <a:r>
              <a:rPr lang="ja-JP" altLang="en-US" sz="4800" b="1" dirty="0"/>
              <a:t>問題３</a:t>
            </a:r>
          </a:p>
          <a:p>
            <a:pPr algn="just">
              <a:lnSpc>
                <a:spcPct val="150000"/>
              </a:lnSpc>
              <a:buNone/>
            </a:pPr>
            <a:r>
              <a:rPr lang="ja-JP" altLang="en-US" sz="4800" dirty="0"/>
              <a:t>筆者はデートの最後に何を感じましたか。</a:t>
            </a:r>
          </a:p>
          <a:p>
            <a:pPr lvl="1" algn="just">
              <a:lnSpc>
                <a:spcPct val="150000"/>
              </a:lnSpc>
            </a:pPr>
            <a:r>
              <a:rPr lang="en-US" altLang="ja-JP" sz="4800" dirty="0"/>
              <a:t>A. </a:t>
            </a:r>
            <a:r>
              <a:rPr lang="ja-JP" altLang="en-US" sz="4800" dirty="0"/>
              <a:t>木村さんの夢を応援する気持ちが強くなった。</a:t>
            </a:r>
          </a:p>
          <a:p>
            <a:pPr lvl="1" algn="just">
              <a:lnSpc>
                <a:spcPct val="150000"/>
              </a:lnSpc>
            </a:pPr>
            <a:r>
              <a:rPr lang="en-US" altLang="ja-JP" sz="4800" dirty="0"/>
              <a:t>B. </a:t>
            </a:r>
            <a:r>
              <a:rPr lang="ja-JP" altLang="en-US" sz="4800" dirty="0"/>
              <a:t>中谷さんのサポートに感謝した。</a:t>
            </a:r>
          </a:p>
          <a:p>
            <a:pPr lvl="1" algn="just">
              <a:lnSpc>
                <a:spcPct val="150000"/>
              </a:lnSpc>
            </a:pPr>
            <a:r>
              <a:rPr lang="en-US" altLang="ja-JP" sz="4800" dirty="0"/>
              <a:t>C. </a:t>
            </a:r>
            <a:r>
              <a:rPr lang="ja-JP" altLang="en-US" sz="4800" dirty="0"/>
              <a:t>木村さんが台湾へ行くことを決意したと思った。</a:t>
            </a:r>
          </a:p>
          <a:p>
            <a:pPr lvl="1" algn="just">
              <a:lnSpc>
                <a:spcPct val="150000"/>
              </a:lnSpc>
            </a:pPr>
            <a:r>
              <a:rPr lang="en-US" altLang="ja-JP" sz="4800" dirty="0">
                <a:solidFill>
                  <a:srgbClr val="1C85C9"/>
                </a:solidFill>
              </a:rPr>
              <a:t>D. </a:t>
            </a:r>
            <a:r>
              <a:rPr lang="ja-JP" altLang="en-US" sz="4800" dirty="0">
                <a:solidFill>
                  <a:srgbClr val="1C85C9"/>
                </a:solidFill>
              </a:rPr>
              <a:t>自分が木村さんを好きだとあらためて感じた。</a:t>
            </a:r>
          </a:p>
          <a:p>
            <a:pPr lvl="2" algn="just"/>
            <a:endParaRPr lang="en-US" altLang="ja-JP" sz="4800" b="1" dirty="0"/>
          </a:p>
          <a:p>
            <a:pPr algn="just"/>
            <a:endParaRPr lang="en-US" altLang="ja-JP" sz="4800" b="1" dirty="0"/>
          </a:p>
        </p:txBody>
      </p:sp>
      <p:sp>
        <p:nvSpPr>
          <p:cNvPr id="5" name="文字方塊 4">
            <a:extLst>
              <a:ext uri="{FF2B5EF4-FFF2-40B4-BE49-F238E27FC236}">
                <a16:creationId xmlns:a16="http://schemas.microsoft.com/office/drawing/2014/main" id="{0F56BF10-A4DB-12BD-61DF-20C1B5C688CB}"/>
              </a:ext>
            </a:extLst>
          </p:cNvPr>
          <p:cNvSpPr txBox="1"/>
          <p:nvPr/>
        </p:nvSpPr>
        <p:spPr>
          <a:xfrm>
            <a:off x="1043652" y="10049322"/>
            <a:ext cx="22299204" cy="2181879"/>
          </a:xfrm>
          <a:prstGeom prst="rect">
            <a:avLst/>
          </a:prstGeom>
          <a:solidFill>
            <a:srgbClr val="F2F2F2"/>
          </a:solidFill>
        </p:spPr>
        <p:txBody>
          <a:bodyPr wrap="square">
            <a:spAutoFit/>
          </a:bodyPr>
          <a:lstStyle/>
          <a:p>
            <a:pPr>
              <a:lnSpc>
                <a:spcPct val="150000"/>
              </a:lnSpc>
            </a:pPr>
            <a:r>
              <a:rPr lang="en-US" altLang="ja-JP" sz="4800" dirty="0"/>
              <a:t>【</a:t>
            </a:r>
            <a:r>
              <a:rPr lang="ja-JP" altLang="en-US" sz="4800" dirty="0"/>
              <a:t>解析</a:t>
            </a:r>
            <a:r>
              <a:rPr lang="en-US" altLang="ja-JP" sz="4800" dirty="0"/>
              <a:t>】</a:t>
            </a:r>
            <a:br>
              <a:rPr lang="en-US" altLang="ja-JP" sz="4800" dirty="0"/>
            </a:br>
            <a:r>
              <a:rPr lang="ja-JP" altLang="en-US" sz="4800" dirty="0"/>
              <a:t>本文の最後に「やっぱり私は彼が好きだと思った」とある。</a:t>
            </a:r>
          </a:p>
        </p:txBody>
      </p:sp>
    </p:spTree>
    <p:extLst>
      <p:ext uri="{BB962C8B-B14F-4D97-AF65-F5344CB8AC3E}">
        <p14:creationId xmlns:p14="http://schemas.microsoft.com/office/powerpoint/2010/main" val="21692788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9F746B-A71A-5831-AE7E-4BDEAAF6FE8D}"/>
            </a:ext>
          </a:extLst>
        </p:cNvPr>
        <p:cNvGrpSpPr/>
        <p:nvPr/>
      </p:nvGrpSpPr>
      <p:grpSpPr>
        <a:xfrm>
          <a:off x="0" y="0"/>
          <a:ext cx="0" cy="0"/>
          <a:chOff x="0" y="0"/>
          <a:chExt cx="0" cy="0"/>
        </a:xfrm>
      </p:grpSpPr>
      <p:sp>
        <p:nvSpPr>
          <p:cNvPr id="9" name="文字方塊 8">
            <a:extLst>
              <a:ext uri="{FF2B5EF4-FFF2-40B4-BE49-F238E27FC236}">
                <a16:creationId xmlns:a16="http://schemas.microsoft.com/office/drawing/2014/main" id="{CBBDA580-651C-4AFA-39BC-9F7B54D9DFBA}"/>
              </a:ext>
            </a:extLst>
          </p:cNvPr>
          <p:cNvSpPr txBox="1"/>
          <p:nvPr/>
        </p:nvSpPr>
        <p:spPr>
          <a:xfrm>
            <a:off x="1041143" y="3001719"/>
            <a:ext cx="22301713" cy="7712561"/>
          </a:xfrm>
          <a:prstGeom prst="rect">
            <a:avLst/>
          </a:prstGeom>
          <a:noFill/>
        </p:spPr>
        <p:txBody>
          <a:bodyPr wrap="square">
            <a:spAutoFit/>
          </a:bodyPr>
          <a:lstStyle/>
          <a:p>
            <a:pPr marL="914400" indent="-914400">
              <a:lnSpc>
                <a:spcPct val="150000"/>
              </a:lnSpc>
              <a:buAutoNum type="arabicPeriod"/>
            </a:pPr>
            <a:r>
              <a:rPr lang="ja-JP" altLang="en-US" sz="4800" b="1" dirty="0">
                <a:latin typeface="Microsoft JhengHei Light" panose="020B0304030504040204" pitchFamily="34" charset="-120"/>
                <a:ea typeface="Microsoft JhengHei Light" panose="020B0304030504040204" pitchFamily="34" charset="-120"/>
              </a:rPr>
              <a:t>我是透過新聞知道這個消息的。（～を通じて／通じる）</a:t>
            </a:r>
          </a:p>
          <a:p>
            <a:pPr marL="914400" indent="-914400">
              <a:lnSpc>
                <a:spcPct val="150000"/>
              </a:lnSpc>
              <a:buAutoNum type="arabicPeriod"/>
            </a:pPr>
            <a:endParaRPr lang="ja-JP" altLang="en-US" sz="4800" b="1" dirty="0">
              <a:latin typeface="Microsoft JhengHei Light" panose="020B0304030504040204" pitchFamily="34" charset="-120"/>
              <a:ea typeface="Microsoft JhengHei Light" panose="020B0304030504040204" pitchFamily="34" charset="-120"/>
            </a:endParaRPr>
          </a:p>
          <a:p>
            <a:pPr marL="914400" indent="-914400">
              <a:lnSpc>
                <a:spcPct val="150000"/>
              </a:lnSpc>
              <a:buAutoNum type="arabicPeriod"/>
            </a:pPr>
            <a:r>
              <a:rPr lang="ja-JP" altLang="en-US" sz="4800" b="1" dirty="0">
                <a:latin typeface="Microsoft JhengHei Light" panose="020B0304030504040204" pitchFamily="34" charset="-120"/>
                <a:ea typeface="Microsoft JhengHei Light" panose="020B0304030504040204" pitchFamily="34" charset="-120"/>
              </a:rPr>
              <a:t>正因為我喜歡這份工作，所以才願意努力下去。（～からこそ）</a:t>
            </a:r>
          </a:p>
          <a:p>
            <a:pPr marL="914400" indent="-914400">
              <a:lnSpc>
                <a:spcPct val="150000"/>
              </a:lnSpc>
              <a:buAutoNum type="arabicPeriod"/>
            </a:pPr>
            <a:endParaRPr lang="ja-JP" altLang="en-US" sz="4800" b="1" dirty="0">
              <a:latin typeface="Microsoft JhengHei Light" panose="020B0304030504040204" pitchFamily="34" charset="-120"/>
              <a:ea typeface="Microsoft JhengHei Light" panose="020B0304030504040204" pitchFamily="34" charset="-120"/>
            </a:endParaRPr>
          </a:p>
          <a:p>
            <a:pPr marL="914400" indent="-914400">
              <a:lnSpc>
                <a:spcPct val="150000"/>
              </a:lnSpc>
              <a:buAutoNum type="arabicPeriod"/>
            </a:pPr>
            <a:r>
              <a:rPr lang="ja-JP" altLang="en-US" sz="4800" b="1" dirty="0">
                <a:latin typeface="Microsoft JhengHei Light" panose="020B0304030504040204" pitchFamily="34" charset="-120"/>
                <a:ea typeface="Microsoft JhengHei Light" panose="020B0304030504040204" pitchFamily="34" charset="-120"/>
              </a:rPr>
              <a:t>既然答應了，就一定要負責到底。（～からには）</a:t>
            </a:r>
          </a:p>
          <a:p>
            <a:pPr marL="914400" indent="-914400">
              <a:lnSpc>
                <a:spcPct val="150000"/>
              </a:lnSpc>
              <a:buAutoNum type="arabicPeriod"/>
            </a:pPr>
            <a:endParaRPr lang="ja-JP" altLang="en-US" sz="4800" b="1" dirty="0">
              <a:latin typeface="Microsoft JhengHei Light" panose="020B0304030504040204" pitchFamily="34" charset="-120"/>
              <a:ea typeface="Microsoft JhengHei Light" panose="020B0304030504040204" pitchFamily="34" charset="-120"/>
            </a:endParaRPr>
          </a:p>
          <a:p>
            <a:pPr marL="914400" indent="-914400">
              <a:lnSpc>
                <a:spcPct val="150000"/>
              </a:lnSpc>
              <a:buAutoNum type="arabicPeriod"/>
            </a:pPr>
            <a:r>
              <a:rPr lang="ja-JP" altLang="en-US" sz="4800" b="1" dirty="0">
                <a:latin typeface="Microsoft JhengHei Light" panose="020B0304030504040204" pitchFamily="34" charset="-120"/>
                <a:ea typeface="Microsoft JhengHei Light" panose="020B0304030504040204" pitchFamily="34" charset="-120"/>
              </a:rPr>
              <a:t>只是感冒而已，沒什麼好擔心的。（～ことはない）</a:t>
            </a:r>
          </a:p>
        </p:txBody>
      </p:sp>
      <p:sp>
        <p:nvSpPr>
          <p:cNvPr id="2" name="標題 1">
            <a:extLst>
              <a:ext uri="{FF2B5EF4-FFF2-40B4-BE49-F238E27FC236}">
                <a16:creationId xmlns:a16="http://schemas.microsoft.com/office/drawing/2014/main" id="{5EF006DD-708A-A917-58CA-597F9BD1007A}"/>
              </a:ext>
            </a:extLst>
          </p:cNvPr>
          <p:cNvSpPr txBox="1"/>
          <p:nvPr/>
        </p:nvSpPr>
        <p:spPr>
          <a:xfrm>
            <a:off x="6893533" y="404783"/>
            <a:ext cx="19983450" cy="1148734"/>
          </a:xfrm>
          <a:prstGeom prst="rect">
            <a:avLst/>
          </a:prstGeom>
        </p:spPr>
        <p:txBody>
          <a:bodyPr vert="horz" lIns="91440" tIns="45720" rIns="91440" bIns="45720" rtlCol="0" anchor="ctr">
            <a:noAutofit/>
          </a:bodyPr>
          <a:lstStyle>
            <a:lvl1pPr algn="l" defTabSz="1828800" rtl="0" eaLnBrk="1" latinLnBrk="0" hangingPunct="1">
              <a:lnSpc>
                <a:spcPct val="90000"/>
              </a:lnSpc>
              <a:spcBef>
                <a:spcPct val="0"/>
              </a:spcBef>
              <a:buNone/>
              <a:defRPr lang="en-US" sz="6000" b="0" i="0" u="none" strike="noStrike" kern="1200" cap="none" dirty="0">
                <a:solidFill>
                  <a:srgbClr val="E46D4B"/>
                </a:solidFill>
                <a:latin typeface="Gen Jyuu GothicL Bold" panose="020B0602020203020207" pitchFamily="34" charset="-120"/>
                <a:ea typeface="Gen Jyuu GothicL Bold" panose="020B0602020203020207" pitchFamily="34" charset="-120"/>
                <a:cs typeface="Gen Jyuu GothicL Bold" panose="020B0602020203020207" pitchFamily="34" charset="-120"/>
              </a:defRPr>
            </a:lvl1pPr>
          </a:lstStyle>
          <a:p>
            <a:r>
              <a:rPr lang="ja-JP" altLang="en-US" sz="5000" b="1" dirty="0">
                <a:solidFill>
                  <a:srgbClr val="1C85C9"/>
                </a:solidFill>
                <a:latin typeface="BIZ UDPGothic" panose="020B0400000000000000" pitchFamily="34" charset="-128"/>
                <a:ea typeface="BIZ UDPGothic" panose="020B0400000000000000" pitchFamily="34" charset="-128"/>
                <a:sym typeface="Arial"/>
              </a:rPr>
              <a:t>（</a:t>
            </a:r>
            <a:r>
              <a:rPr lang="en-US" altLang="ja-JP" sz="5000" b="1" dirty="0">
                <a:solidFill>
                  <a:srgbClr val="1C85C9"/>
                </a:solidFill>
                <a:latin typeface="BIZ UDPGothic" panose="020B0400000000000000" pitchFamily="34" charset="-128"/>
                <a:ea typeface="BIZ UDPGothic" panose="020B0400000000000000" pitchFamily="34" charset="-128"/>
                <a:sym typeface="Arial"/>
              </a:rPr>
              <a:t>3</a:t>
            </a:r>
            <a:r>
              <a:rPr lang="ja-JP" altLang="en-US" sz="5000" b="1" dirty="0">
                <a:solidFill>
                  <a:srgbClr val="1C85C9"/>
                </a:solidFill>
                <a:latin typeface="BIZ UDPGothic" panose="020B0400000000000000" pitchFamily="34" charset="-128"/>
                <a:ea typeface="BIZ UDPGothic" panose="020B0400000000000000" pitchFamily="34" charset="-128"/>
                <a:sym typeface="Arial"/>
              </a:rPr>
              <a:t>）</a:t>
            </a:r>
            <a:r>
              <a:rPr lang="zh-TW" altLang="en-US" sz="5000" b="1" dirty="0">
                <a:solidFill>
                  <a:srgbClr val="1C85C9"/>
                </a:solidFill>
                <a:latin typeface="BIZ UDPGothic" panose="020B0400000000000000" pitchFamily="34" charset="-128"/>
                <a:ea typeface="BIZ UDPGothic" panose="020B0400000000000000" pitchFamily="34" charset="-128"/>
                <a:sym typeface="Arial"/>
              </a:rPr>
              <a:t> 翻譯練習</a:t>
            </a:r>
            <a:r>
              <a:rPr lang="ja-JP" altLang="en-US" sz="5000" b="1" dirty="0">
                <a:solidFill>
                  <a:srgbClr val="1C85C9"/>
                </a:solidFill>
                <a:latin typeface="BIZ UDPGothic" panose="020B0400000000000000" pitchFamily="34" charset="-128"/>
                <a:ea typeface="BIZ UDPGothic" panose="020B0400000000000000" pitchFamily="34" charset="-128"/>
                <a:sym typeface="Arial"/>
              </a:rPr>
              <a:t>　</a:t>
            </a:r>
            <a:endParaRPr lang="ja-JP" altLang="en-US" sz="5000" b="1" dirty="0">
              <a:solidFill>
                <a:srgbClr val="1C85C9"/>
              </a:solidFill>
              <a:latin typeface="BIZ UDPGothic" panose="020B0400000000000000" pitchFamily="34" charset="-128"/>
              <a:ea typeface="BIZ UDPGothic" panose="020B0400000000000000" pitchFamily="34" charset="-128"/>
              <a:cs typeface="Gen Jyuu GothicL Bold" panose="02020500000000000000" charset="-120"/>
            </a:endParaRPr>
          </a:p>
        </p:txBody>
      </p:sp>
    </p:spTree>
    <p:extLst>
      <p:ext uri="{BB962C8B-B14F-4D97-AF65-F5344CB8AC3E}">
        <p14:creationId xmlns:p14="http://schemas.microsoft.com/office/powerpoint/2010/main" val="3450174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8C9886-A626-60D2-71B1-29A110E7CAD0}"/>
            </a:ext>
          </a:extLst>
        </p:cNvPr>
        <p:cNvGrpSpPr/>
        <p:nvPr/>
      </p:nvGrpSpPr>
      <p:grpSpPr>
        <a:xfrm>
          <a:off x="0" y="0"/>
          <a:ext cx="0" cy="0"/>
          <a:chOff x="0" y="0"/>
          <a:chExt cx="0" cy="0"/>
        </a:xfrm>
      </p:grpSpPr>
      <p:sp>
        <p:nvSpPr>
          <p:cNvPr id="9" name="文字方塊 8">
            <a:extLst>
              <a:ext uri="{FF2B5EF4-FFF2-40B4-BE49-F238E27FC236}">
                <a16:creationId xmlns:a16="http://schemas.microsoft.com/office/drawing/2014/main" id="{0CAF9C41-14FE-17B0-CE76-741338CCF4CA}"/>
              </a:ext>
            </a:extLst>
          </p:cNvPr>
          <p:cNvSpPr txBox="1"/>
          <p:nvPr/>
        </p:nvSpPr>
        <p:spPr>
          <a:xfrm>
            <a:off x="1041143" y="2911401"/>
            <a:ext cx="22301713" cy="8768041"/>
          </a:xfrm>
          <a:prstGeom prst="rect">
            <a:avLst/>
          </a:prstGeom>
          <a:noFill/>
        </p:spPr>
        <p:txBody>
          <a:bodyPr wrap="square">
            <a:spAutoFit/>
          </a:bodyPr>
          <a:lstStyle/>
          <a:p>
            <a:pPr marL="914400" indent="-914400">
              <a:lnSpc>
                <a:spcPct val="150000"/>
              </a:lnSpc>
              <a:buAutoNum type="arabicPeriod"/>
            </a:pPr>
            <a:r>
              <a:rPr lang="ja-JP" altLang="en-US" sz="4800" b="1" dirty="0">
                <a:latin typeface="Microsoft JhengHei Light" panose="020B0304030504040204" pitchFamily="34" charset="-120"/>
                <a:ea typeface="Microsoft JhengHei Light" panose="020B0304030504040204" pitchFamily="34" charset="-120"/>
              </a:rPr>
              <a:t>我是透過新聞知道這個消息的。（～を通じて／通じる）</a:t>
            </a:r>
          </a:p>
          <a:p>
            <a:pPr>
              <a:lnSpc>
                <a:spcPct val="150000"/>
              </a:lnSpc>
            </a:pPr>
            <a:r>
              <a:rPr lang="en-US" altLang="ja-JP" sz="4800" b="1" dirty="0">
                <a:solidFill>
                  <a:srgbClr val="1C85C9"/>
                </a:solidFill>
                <a:latin typeface="Microsoft JhengHei Light" panose="020B0304030504040204" pitchFamily="34" charset="-120"/>
                <a:ea typeface="Microsoft JhengHei Light" panose="020B0304030504040204" pitchFamily="34" charset="-120"/>
              </a:rPr>
              <a:t>	</a:t>
            </a:r>
            <a:r>
              <a:rPr lang="ja-JP" altLang="en-US" sz="4800" b="1" dirty="0">
                <a:solidFill>
                  <a:srgbClr val="1C85C9"/>
                </a:solidFill>
                <a:latin typeface="BIZ UDGothic" panose="020B0400000000000000" pitchFamily="33" charset="-128"/>
                <a:ea typeface="BIZ UDGothic" panose="020B0400000000000000" pitchFamily="33" charset="-128"/>
              </a:rPr>
              <a:t>ニュースを通じて、その知らせを知りました。</a:t>
            </a:r>
          </a:p>
          <a:p>
            <a:pPr marL="914400" indent="-914400">
              <a:lnSpc>
                <a:spcPct val="150000"/>
              </a:lnSpc>
              <a:buAutoNum type="arabicPeriod" startAt="2"/>
            </a:pPr>
            <a:r>
              <a:rPr lang="ja-JP" altLang="en-US" sz="4800" b="1" dirty="0">
                <a:latin typeface="Microsoft JhengHei Light" panose="020B0304030504040204" pitchFamily="34" charset="-120"/>
                <a:ea typeface="Microsoft JhengHei Light" panose="020B0304030504040204" pitchFamily="34" charset="-120"/>
              </a:rPr>
              <a:t>正因為我喜歡這份工作，所以才願意努力下去。（～からこそ）</a:t>
            </a:r>
          </a:p>
          <a:p>
            <a:pPr>
              <a:lnSpc>
                <a:spcPct val="150000"/>
              </a:lnSpc>
            </a:pPr>
            <a:r>
              <a:rPr lang="en-US" altLang="ja-JP" sz="4800" b="1" dirty="0">
                <a:solidFill>
                  <a:srgbClr val="1C85C9"/>
                </a:solidFill>
                <a:latin typeface="BIZ UDGothic" panose="020B0400000000000000" pitchFamily="33" charset="-128"/>
                <a:ea typeface="BIZ UDGothic" panose="020B0400000000000000" pitchFamily="33" charset="-128"/>
              </a:rPr>
              <a:t>	</a:t>
            </a:r>
            <a:r>
              <a:rPr lang="ja-JP" altLang="en-US" sz="4800" b="1" dirty="0">
                <a:solidFill>
                  <a:srgbClr val="1C85C9"/>
                </a:solidFill>
                <a:latin typeface="BIZ UDGothic" panose="020B0400000000000000" pitchFamily="33" charset="-128"/>
                <a:ea typeface="BIZ UDGothic" panose="020B0400000000000000" pitchFamily="33" charset="-128"/>
              </a:rPr>
              <a:t>この仕事が好きだからこそ、頑張りたいと思っています。</a:t>
            </a:r>
          </a:p>
          <a:p>
            <a:pPr marL="914400" indent="-914400">
              <a:lnSpc>
                <a:spcPct val="150000"/>
              </a:lnSpc>
              <a:buAutoNum type="arabicPeriod" startAt="3"/>
            </a:pPr>
            <a:r>
              <a:rPr lang="ja-JP" altLang="en-US" sz="4800" b="1" dirty="0">
                <a:latin typeface="Microsoft JhengHei Light" panose="020B0304030504040204" pitchFamily="34" charset="-120"/>
                <a:ea typeface="Microsoft JhengHei Light" panose="020B0304030504040204" pitchFamily="34" charset="-120"/>
              </a:rPr>
              <a:t>既然答應了，就一定要負責到底。（～からには）</a:t>
            </a:r>
          </a:p>
          <a:p>
            <a:pPr>
              <a:lnSpc>
                <a:spcPct val="150000"/>
              </a:lnSpc>
            </a:pPr>
            <a:r>
              <a:rPr lang="en-US" altLang="ja-JP" sz="4800" b="1" dirty="0">
                <a:solidFill>
                  <a:srgbClr val="1C85C9"/>
                </a:solidFill>
                <a:latin typeface="Microsoft JhengHei Light" panose="020B0304030504040204" pitchFamily="34" charset="-120"/>
                <a:ea typeface="Microsoft JhengHei Light" panose="020B0304030504040204" pitchFamily="34" charset="-120"/>
              </a:rPr>
              <a:t>	</a:t>
            </a:r>
            <a:r>
              <a:rPr lang="ja-JP" altLang="en-US" sz="4800" b="1" dirty="0">
                <a:solidFill>
                  <a:srgbClr val="1C85C9"/>
                </a:solidFill>
                <a:latin typeface="BIZ UDGothic" panose="020B0400000000000000" pitchFamily="33" charset="-128"/>
                <a:ea typeface="BIZ UDGothic" panose="020B0400000000000000" pitchFamily="33" charset="-128"/>
              </a:rPr>
              <a:t>約束したからには、最後まで責任を持たなければなりません。</a:t>
            </a:r>
          </a:p>
          <a:p>
            <a:pPr marL="914400" indent="-914400">
              <a:lnSpc>
                <a:spcPct val="150000"/>
              </a:lnSpc>
              <a:buAutoNum type="arabicPeriod" startAt="4"/>
            </a:pPr>
            <a:r>
              <a:rPr lang="ja-JP" altLang="en-US" sz="4800" b="1" dirty="0">
                <a:latin typeface="Microsoft JhengHei Light" panose="020B0304030504040204" pitchFamily="34" charset="-120"/>
                <a:ea typeface="Microsoft JhengHei Light" panose="020B0304030504040204" pitchFamily="34" charset="-120"/>
              </a:rPr>
              <a:t>只是感冒而已，沒什麼好擔心的。（～ことはない）</a:t>
            </a:r>
          </a:p>
          <a:p>
            <a:pPr>
              <a:lnSpc>
                <a:spcPct val="150000"/>
              </a:lnSpc>
            </a:pPr>
            <a:r>
              <a:rPr lang="en-US" altLang="ja-JP" sz="4800" b="1" dirty="0">
                <a:solidFill>
                  <a:srgbClr val="1C85C9"/>
                </a:solidFill>
                <a:latin typeface="BIZ UDGothic" panose="020B0400000000000000" pitchFamily="33" charset="-128"/>
                <a:ea typeface="BIZ UDGothic" panose="020B0400000000000000" pitchFamily="33" charset="-128"/>
              </a:rPr>
              <a:t>	</a:t>
            </a:r>
            <a:r>
              <a:rPr lang="ja-JP" altLang="en-US" sz="4800" b="1" dirty="0">
                <a:solidFill>
                  <a:srgbClr val="1C85C9"/>
                </a:solidFill>
                <a:latin typeface="BIZ UDGothic" panose="020B0400000000000000" pitchFamily="33" charset="-128"/>
                <a:ea typeface="BIZ UDGothic" panose="020B0400000000000000" pitchFamily="33" charset="-128"/>
              </a:rPr>
              <a:t>ただの風邪ですから、心配することはありません。</a:t>
            </a:r>
          </a:p>
        </p:txBody>
      </p:sp>
      <p:sp>
        <p:nvSpPr>
          <p:cNvPr id="2" name="標題 1">
            <a:extLst>
              <a:ext uri="{FF2B5EF4-FFF2-40B4-BE49-F238E27FC236}">
                <a16:creationId xmlns:a16="http://schemas.microsoft.com/office/drawing/2014/main" id="{903D1CF9-DD25-80A8-9AAB-6951F4DE9ADC}"/>
              </a:ext>
            </a:extLst>
          </p:cNvPr>
          <p:cNvSpPr txBox="1"/>
          <p:nvPr/>
        </p:nvSpPr>
        <p:spPr>
          <a:xfrm>
            <a:off x="6893533" y="404783"/>
            <a:ext cx="19983450" cy="1148734"/>
          </a:xfrm>
          <a:prstGeom prst="rect">
            <a:avLst/>
          </a:prstGeom>
        </p:spPr>
        <p:txBody>
          <a:bodyPr vert="horz" lIns="91440" tIns="45720" rIns="91440" bIns="45720" rtlCol="0" anchor="ctr">
            <a:noAutofit/>
          </a:bodyPr>
          <a:lstStyle>
            <a:lvl1pPr algn="l" defTabSz="1828800" rtl="0" eaLnBrk="1" latinLnBrk="0" hangingPunct="1">
              <a:lnSpc>
                <a:spcPct val="90000"/>
              </a:lnSpc>
              <a:spcBef>
                <a:spcPct val="0"/>
              </a:spcBef>
              <a:buNone/>
              <a:defRPr lang="en-US" sz="6000" b="0" i="0" u="none" strike="noStrike" kern="1200" cap="none" dirty="0">
                <a:solidFill>
                  <a:srgbClr val="E46D4B"/>
                </a:solidFill>
                <a:latin typeface="Gen Jyuu GothicL Bold" panose="020B0602020203020207" pitchFamily="34" charset="-120"/>
                <a:ea typeface="Gen Jyuu GothicL Bold" panose="020B0602020203020207" pitchFamily="34" charset="-120"/>
                <a:cs typeface="Gen Jyuu GothicL Bold" panose="020B0602020203020207" pitchFamily="34" charset="-120"/>
              </a:defRPr>
            </a:lvl1pPr>
          </a:lstStyle>
          <a:p>
            <a:r>
              <a:rPr lang="ja-JP" altLang="en-US" sz="5000" b="1" dirty="0">
                <a:solidFill>
                  <a:srgbClr val="1C85C9"/>
                </a:solidFill>
                <a:latin typeface="BIZ UDPGothic" panose="020B0400000000000000" pitchFamily="34" charset="-128"/>
                <a:ea typeface="BIZ UDPGothic" panose="020B0400000000000000" pitchFamily="34" charset="-128"/>
                <a:sym typeface="Arial"/>
              </a:rPr>
              <a:t>（</a:t>
            </a:r>
            <a:r>
              <a:rPr lang="en-US" altLang="ja-JP" sz="5000" b="1" dirty="0">
                <a:solidFill>
                  <a:srgbClr val="1C85C9"/>
                </a:solidFill>
                <a:latin typeface="BIZ UDPGothic" panose="020B0400000000000000" pitchFamily="34" charset="-128"/>
                <a:ea typeface="BIZ UDPGothic" panose="020B0400000000000000" pitchFamily="34" charset="-128"/>
                <a:sym typeface="Arial"/>
              </a:rPr>
              <a:t>3</a:t>
            </a:r>
            <a:r>
              <a:rPr lang="ja-JP" altLang="en-US" sz="5000" b="1" dirty="0">
                <a:solidFill>
                  <a:srgbClr val="1C85C9"/>
                </a:solidFill>
                <a:latin typeface="BIZ UDPGothic" panose="020B0400000000000000" pitchFamily="34" charset="-128"/>
                <a:ea typeface="BIZ UDPGothic" panose="020B0400000000000000" pitchFamily="34" charset="-128"/>
                <a:sym typeface="Arial"/>
              </a:rPr>
              <a:t>）</a:t>
            </a:r>
            <a:r>
              <a:rPr lang="zh-TW" altLang="en-US" sz="5000" b="1" dirty="0">
                <a:solidFill>
                  <a:srgbClr val="1C85C9"/>
                </a:solidFill>
                <a:latin typeface="BIZ UDPGothic" panose="020B0400000000000000" pitchFamily="34" charset="-128"/>
                <a:ea typeface="BIZ UDPGothic" panose="020B0400000000000000" pitchFamily="34" charset="-128"/>
                <a:sym typeface="Arial"/>
              </a:rPr>
              <a:t> 翻譯練習</a:t>
            </a:r>
            <a:r>
              <a:rPr lang="ja-JP" altLang="en-US" sz="5000" b="1" dirty="0">
                <a:solidFill>
                  <a:srgbClr val="1C85C9"/>
                </a:solidFill>
                <a:latin typeface="BIZ UDPGothic" panose="020B0400000000000000" pitchFamily="34" charset="-128"/>
                <a:ea typeface="BIZ UDPGothic" panose="020B0400000000000000" pitchFamily="34" charset="-128"/>
                <a:sym typeface="Arial"/>
              </a:rPr>
              <a:t>　</a:t>
            </a:r>
            <a:endParaRPr lang="ja-JP" altLang="en-US" sz="5000" b="1" dirty="0">
              <a:solidFill>
                <a:srgbClr val="1C85C9"/>
              </a:solidFill>
              <a:latin typeface="BIZ UDPGothic" panose="020B0400000000000000" pitchFamily="34" charset="-128"/>
              <a:ea typeface="BIZ UDPGothic" panose="020B0400000000000000" pitchFamily="34" charset="-128"/>
              <a:cs typeface="Gen Jyuu GothicL Bold" panose="02020500000000000000" charset="-120"/>
            </a:endParaRPr>
          </a:p>
        </p:txBody>
      </p:sp>
    </p:spTree>
    <p:extLst>
      <p:ext uri="{BB962C8B-B14F-4D97-AF65-F5344CB8AC3E}">
        <p14:creationId xmlns:p14="http://schemas.microsoft.com/office/powerpoint/2010/main" val="33836980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02"/>
        <p:cNvGrpSpPr/>
        <p:nvPr/>
      </p:nvGrpSpPr>
      <p:grpSpPr>
        <a:xfrm>
          <a:off x="0" y="0"/>
          <a:ext cx="0" cy="0"/>
          <a:chOff x="0" y="0"/>
          <a:chExt cx="0" cy="0"/>
        </a:xfrm>
      </p:grpSpPr>
      <p:sp>
        <p:nvSpPr>
          <p:cNvPr id="303" name="Google Shape;303;p19"/>
          <p:cNvSpPr/>
          <p:nvPr/>
        </p:nvSpPr>
        <p:spPr>
          <a:xfrm>
            <a:off x="-1800" y="0"/>
            <a:ext cx="24387600" cy="13716000"/>
          </a:xfrm>
          <a:prstGeom prst="rect">
            <a:avLst/>
          </a:prstGeom>
          <a:solidFill>
            <a:schemeClr val="accent1">
              <a:lumMod val="60000"/>
              <a:lumOff val="40000"/>
            </a:schemeClr>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3600"/>
              <a:buFont typeface="SimSun"/>
              <a:buNone/>
            </a:pPr>
            <a:endParaRPr sz="3600" b="0" i="0" u="none" strike="noStrike" cap="none" dirty="0">
              <a:solidFill>
                <a:srgbClr val="FFFFFF"/>
              </a:solidFill>
              <a:latin typeface="SimSun"/>
              <a:ea typeface="SimSun"/>
              <a:cs typeface="SimSun"/>
              <a:sym typeface="SimSun"/>
            </a:endParaRPr>
          </a:p>
        </p:txBody>
      </p:sp>
      <p:sp>
        <p:nvSpPr>
          <p:cNvPr id="304" name="Google Shape;304;p19"/>
          <p:cNvSpPr txBox="1">
            <a:spLocks noGrp="1"/>
          </p:cNvSpPr>
          <p:nvPr>
            <p:ph type="ctrTitle" idx="4294967295"/>
          </p:nvPr>
        </p:nvSpPr>
        <p:spPr>
          <a:xfrm>
            <a:off x="3048000" y="6874950"/>
            <a:ext cx="18288000" cy="3877201"/>
          </a:xfrm>
          <a:prstGeom prst="rect">
            <a:avLst/>
          </a:prstGeom>
          <a:noFill/>
          <a:ln>
            <a:noFill/>
          </a:ln>
        </p:spPr>
        <p:txBody>
          <a:bodyPr spcFirstLastPara="1" wrap="square" lIns="91350" tIns="91350" rIns="91350" bIns="91350" anchor="ctr" anchorCtr="0">
            <a:normAutofit/>
          </a:bodyPr>
          <a:lstStyle/>
          <a:p>
            <a:pPr marL="0" marR="0" lvl="0" indent="0" algn="ctr" rtl="0">
              <a:lnSpc>
                <a:spcPct val="100000"/>
              </a:lnSpc>
              <a:spcBef>
                <a:spcPts val="0"/>
              </a:spcBef>
              <a:spcAft>
                <a:spcPts val="0"/>
              </a:spcAft>
              <a:buClr>
                <a:srgbClr val="FFFFFF"/>
              </a:buClr>
              <a:buSzPts val="8800"/>
              <a:buFont typeface="Microsoft JhengHei"/>
              <a:buNone/>
            </a:pPr>
            <a:r>
              <a:rPr lang="en-US" sz="8800" err="1">
                <a:solidFill>
                  <a:schemeClr val="bg1"/>
                </a:solidFill>
                <a:effectLst>
                  <a:outerShdw blurRad="38100" dist="38100" dir="2700000" algn="tl">
                    <a:srgbClr val="000000">
                      <a:alpha val="43137"/>
                    </a:srgbClr>
                  </a:outerShdw>
                </a:effectLst>
                <a:latin typeface="Gen Jyuu GothicL Bold" panose="020B0602020203020207" pitchFamily="34" charset="-120"/>
                <a:ea typeface="Gen Jyuu GothicL Bold" panose="020B0602020203020207" pitchFamily="34" charset="-120"/>
                <a:cs typeface="Gen Jyuu GothicL Bold" panose="020B0602020203020207" pitchFamily="34" charset="-120"/>
                <a:sym typeface="Microsoft JhengHei"/>
              </a:rPr>
              <a:t>また次回の授業でお会いしましょう</a:t>
            </a:r>
            <a:endParaRPr>
              <a:solidFill>
                <a:schemeClr val="bg1"/>
              </a:solidFill>
              <a:effectLst>
                <a:outerShdw blurRad="38100" dist="38100" dir="2700000" algn="tl">
                  <a:srgbClr val="000000">
                    <a:alpha val="43137"/>
                  </a:srgbClr>
                </a:outerShdw>
              </a:effectLst>
              <a:latin typeface="Gen Jyuu GothicL Bold" panose="020B0602020203020207" pitchFamily="34" charset="-120"/>
              <a:ea typeface="Gen Jyuu GothicL Bold" panose="020B0602020203020207" pitchFamily="34" charset="-120"/>
              <a:cs typeface="Gen Jyuu GothicL Bold" panose="020B0602020203020207" pitchFamily="34" charset="-120"/>
            </a:endParaRPr>
          </a:p>
        </p:txBody>
      </p:sp>
      <p:grpSp>
        <p:nvGrpSpPr>
          <p:cNvPr id="305" name="Google Shape;305;p19"/>
          <p:cNvGrpSpPr/>
          <p:nvPr/>
        </p:nvGrpSpPr>
        <p:grpSpPr>
          <a:xfrm>
            <a:off x="10521949" y="2253139"/>
            <a:ext cx="3340119" cy="4440061"/>
            <a:chOff x="-1" y="-2"/>
            <a:chExt cx="3340118" cy="4440059"/>
          </a:xfrm>
        </p:grpSpPr>
        <p:cxnSp>
          <p:nvCxnSpPr>
            <p:cNvPr id="306" name="Google Shape;306;p19"/>
            <p:cNvCxnSpPr/>
            <p:nvPr/>
          </p:nvCxnSpPr>
          <p:spPr>
            <a:xfrm rot="10800000">
              <a:off x="319467" y="1446531"/>
              <a:ext cx="1179133" cy="1"/>
            </a:xfrm>
            <a:prstGeom prst="straightConnector1">
              <a:avLst/>
            </a:prstGeom>
            <a:noFill/>
            <a:ln w="25400" cap="flat" cmpd="sng">
              <a:solidFill>
                <a:srgbClr val="FFFFFF"/>
              </a:solidFill>
              <a:prstDash val="dash"/>
              <a:bevel/>
              <a:headEnd type="none" w="sm" len="sm"/>
              <a:tailEnd type="oval" w="med" len="med"/>
            </a:ln>
          </p:spPr>
        </p:cxnSp>
        <p:grpSp>
          <p:nvGrpSpPr>
            <p:cNvPr id="307" name="Google Shape;307;p19"/>
            <p:cNvGrpSpPr/>
            <p:nvPr/>
          </p:nvGrpSpPr>
          <p:grpSpPr>
            <a:xfrm>
              <a:off x="-1" y="-2"/>
              <a:ext cx="3340118" cy="2879716"/>
              <a:chOff x="-1" y="-1"/>
              <a:chExt cx="3340117" cy="2879714"/>
            </a:xfrm>
          </p:grpSpPr>
          <p:sp>
            <p:nvSpPr>
              <p:cNvPr id="308" name="Google Shape;308;p19"/>
              <p:cNvSpPr/>
              <p:nvPr/>
            </p:nvSpPr>
            <p:spPr>
              <a:xfrm>
                <a:off x="-1" y="-1"/>
                <a:ext cx="3340117" cy="2879714"/>
              </a:xfrm>
              <a:custGeom>
                <a:avLst/>
                <a:gdLst/>
                <a:ahLst/>
                <a:cxnLst/>
                <a:rect l="l" t="t" r="r" b="b"/>
                <a:pathLst>
                  <a:path w="21600" h="21600" extrusionOk="0">
                    <a:moveTo>
                      <a:pt x="0" y="10800"/>
                    </a:moveTo>
                    <a:lnTo>
                      <a:pt x="4656" y="0"/>
                    </a:lnTo>
                    <a:lnTo>
                      <a:pt x="16944" y="0"/>
                    </a:lnTo>
                    <a:lnTo>
                      <a:pt x="21600" y="10800"/>
                    </a:lnTo>
                    <a:lnTo>
                      <a:pt x="16944" y="21600"/>
                    </a:lnTo>
                    <a:lnTo>
                      <a:pt x="4656" y="21600"/>
                    </a:lnTo>
                    <a:close/>
                  </a:path>
                </a:pathLst>
              </a:custGeom>
              <a:solidFill>
                <a:srgbClr val="FFFFFF"/>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3600"/>
                  <a:buFont typeface="SimSun"/>
                  <a:buNone/>
                </a:pPr>
                <a:endParaRPr sz="3600" b="0" i="0" u="none" strike="noStrike" cap="none">
                  <a:solidFill>
                    <a:srgbClr val="FFFFFF"/>
                  </a:solidFill>
                  <a:latin typeface="SimSun"/>
                  <a:ea typeface="SimSun"/>
                  <a:cs typeface="SimSun"/>
                  <a:sym typeface="SimSun"/>
                </a:endParaRPr>
              </a:p>
            </p:txBody>
          </p:sp>
          <p:sp>
            <p:nvSpPr>
              <p:cNvPr id="309" name="Google Shape;309;p19"/>
              <p:cNvSpPr/>
              <p:nvPr/>
            </p:nvSpPr>
            <p:spPr>
              <a:xfrm>
                <a:off x="894020" y="719932"/>
                <a:ext cx="1495801" cy="1495801"/>
              </a:xfrm>
              <a:prstGeom prst="ellipse">
                <a:avLst/>
              </a:prstGeom>
              <a:solidFill>
                <a:srgbClr val="FFFFFF"/>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3600"/>
                  <a:buFont typeface="SimSun"/>
                  <a:buNone/>
                </a:pPr>
                <a:endParaRPr sz="3600" b="0" i="0" u="none" strike="noStrike" cap="none">
                  <a:solidFill>
                    <a:srgbClr val="FFFFFF"/>
                  </a:solidFill>
                  <a:latin typeface="SimSun"/>
                  <a:ea typeface="SimSun"/>
                  <a:cs typeface="SimSun"/>
                  <a:sym typeface="SimSun"/>
                </a:endParaRPr>
              </a:p>
            </p:txBody>
          </p:sp>
          <p:sp>
            <p:nvSpPr>
              <p:cNvPr id="310" name="Google Shape;310;p19"/>
              <p:cNvSpPr/>
              <p:nvPr/>
            </p:nvSpPr>
            <p:spPr>
              <a:xfrm>
                <a:off x="140105" y="105120"/>
                <a:ext cx="3048625" cy="2628396"/>
              </a:xfrm>
              <a:custGeom>
                <a:avLst/>
                <a:gdLst/>
                <a:ahLst/>
                <a:cxnLst/>
                <a:rect l="l" t="t" r="r" b="b"/>
                <a:pathLst>
                  <a:path w="21600" h="21600" extrusionOk="0">
                    <a:moveTo>
                      <a:pt x="0" y="10800"/>
                    </a:moveTo>
                    <a:lnTo>
                      <a:pt x="4656" y="0"/>
                    </a:lnTo>
                    <a:lnTo>
                      <a:pt x="16944" y="0"/>
                    </a:lnTo>
                    <a:lnTo>
                      <a:pt x="21600" y="10800"/>
                    </a:lnTo>
                    <a:lnTo>
                      <a:pt x="16944" y="21600"/>
                    </a:lnTo>
                    <a:lnTo>
                      <a:pt x="4656" y="21600"/>
                    </a:lnTo>
                    <a:close/>
                  </a:path>
                </a:pathLst>
              </a:custGeom>
              <a:noFill/>
              <a:ln w="12700" cap="flat" cmpd="sng">
                <a:solidFill>
                  <a:srgbClr val="7F7F7F"/>
                </a:solidFill>
                <a:prstDash val="dot"/>
                <a:bevel/>
                <a:headEnd type="none" w="sm" len="sm"/>
                <a:tailEnd type="none" w="sm" len="sm"/>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3600"/>
                  <a:buFont typeface="SimSun"/>
                  <a:buNone/>
                </a:pPr>
                <a:endParaRPr sz="3600" b="0" i="0" u="none" strike="noStrike" cap="none">
                  <a:solidFill>
                    <a:srgbClr val="FFFFFF"/>
                  </a:solidFill>
                  <a:latin typeface="SimSun"/>
                  <a:ea typeface="SimSun"/>
                  <a:cs typeface="SimSun"/>
                  <a:sym typeface="SimSun"/>
                </a:endParaRPr>
              </a:p>
            </p:txBody>
          </p:sp>
        </p:grpSp>
        <p:sp>
          <p:nvSpPr>
            <p:cNvPr id="313" name="Google Shape;313;p19"/>
            <p:cNvSpPr txBox="1"/>
            <p:nvPr/>
          </p:nvSpPr>
          <p:spPr>
            <a:xfrm>
              <a:off x="244517" y="2606355"/>
              <a:ext cx="2839800" cy="1833702"/>
            </a:xfrm>
            <a:prstGeom prst="rect">
              <a:avLst/>
            </a:prstGeom>
            <a:noFill/>
            <a:ln>
              <a:noFill/>
            </a:ln>
          </p:spPr>
          <p:txBody>
            <a:bodyPr spcFirstLastPara="1" wrap="square" lIns="91350" tIns="91350" rIns="91350" bIns="91350" anchor="t" anchorCtr="0">
              <a:spAutoFit/>
            </a:bodyPr>
            <a:lstStyle/>
            <a:p>
              <a:pPr marL="0" marR="0" lvl="0" indent="0" algn="just" rtl="0">
                <a:lnSpc>
                  <a:spcPct val="100000"/>
                </a:lnSpc>
                <a:spcBef>
                  <a:spcPts val="0"/>
                </a:spcBef>
                <a:spcAft>
                  <a:spcPts val="0"/>
                </a:spcAft>
                <a:buClr>
                  <a:srgbClr val="4079B6"/>
                </a:buClr>
                <a:buSzPts val="10800"/>
                <a:buFont typeface="Microsoft Yahei"/>
                <a:buNone/>
              </a:pPr>
              <a:r>
                <a:rPr lang="en-US" sz="10800" b="1" i="0" u="none" strike="noStrike" cap="none" dirty="0">
                  <a:solidFill>
                    <a:srgbClr val="4079B6"/>
                  </a:solidFill>
                  <a:latin typeface="Microsoft Yahei"/>
                  <a:ea typeface="Microsoft Yahei"/>
                  <a:cs typeface="Microsoft Yahei"/>
                  <a:sym typeface="Microsoft Yahei"/>
                </a:rPr>
                <a:t>·</a:t>
              </a:r>
              <a:r>
                <a:rPr lang="en-US" sz="10800" b="1" i="0" u="none" strike="noStrike" cap="none" dirty="0">
                  <a:solidFill>
                    <a:srgbClr val="3F3F3F"/>
                  </a:solidFill>
                  <a:latin typeface="Microsoft Yahei"/>
                  <a:ea typeface="Microsoft Yahei"/>
                  <a:cs typeface="Microsoft Yahei"/>
                  <a:sym typeface="Microsoft Yahei"/>
                </a:rPr>
                <a:t> </a:t>
              </a:r>
              <a:r>
                <a:rPr lang="en-US" sz="10800" b="1" i="0" u="none" strike="noStrike" cap="none" dirty="0">
                  <a:solidFill>
                    <a:srgbClr val="FFC000"/>
                  </a:solidFill>
                  <a:latin typeface="Microsoft Yahei"/>
                  <a:ea typeface="Microsoft Yahei"/>
                  <a:cs typeface="Microsoft Yahei"/>
                  <a:sym typeface="Microsoft Yahei"/>
                </a:rPr>
                <a:t>·</a:t>
              </a:r>
              <a:r>
                <a:rPr lang="en-US" sz="10800" b="1" i="0" u="none" strike="noStrike" cap="none" dirty="0">
                  <a:solidFill>
                    <a:srgbClr val="3F3F3F"/>
                  </a:solidFill>
                  <a:latin typeface="Microsoft Yahei"/>
                  <a:ea typeface="Microsoft Yahei"/>
                  <a:cs typeface="Microsoft Yahei"/>
                  <a:sym typeface="Microsoft Yahei"/>
                </a:rPr>
                <a:t> </a:t>
              </a:r>
              <a:r>
                <a:rPr lang="en-US" sz="10800" b="1" i="0" u="none" strike="noStrike" cap="none" dirty="0">
                  <a:solidFill>
                    <a:srgbClr val="FD5229"/>
                  </a:solidFill>
                  <a:latin typeface="Microsoft Yahei"/>
                  <a:ea typeface="Microsoft Yahei"/>
                  <a:cs typeface="Microsoft Yahei"/>
                  <a:sym typeface="Microsoft Yahei"/>
                </a:rPr>
                <a:t>·</a:t>
              </a:r>
              <a:endParaRPr sz="1400" b="0" i="0" u="none" strike="noStrike" cap="none" dirty="0">
                <a:solidFill>
                  <a:srgbClr val="000000"/>
                </a:solidFill>
                <a:latin typeface="BIZ UDGothic" panose="020B0400000000000000" pitchFamily="33" charset="-128"/>
                <a:ea typeface="BIZ UDGothic" panose="020B0400000000000000" pitchFamily="33" charset="-128"/>
                <a:cs typeface="Arial"/>
                <a:sym typeface="Arial"/>
              </a:endParaRPr>
            </a:p>
          </p:txBody>
        </p:sp>
        <p:pic>
          <p:nvPicPr>
            <p:cNvPr id="314" name="Google Shape;314;p19" descr="Google Shape;425;p57"/>
            <p:cNvPicPr preferRelativeResize="0"/>
            <p:nvPr/>
          </p:nvPicPr>
          <p:blipFill rotWithShape="1">
            <a:blip r:embed="rId3">
              <a:alphaModFix/>
            </a:blip>
            <a:srcRect/>
            <a:stretch/>
          </p:blipFill>
          <p:spPr>
            <a:xfrm>
              <a:off x="725868" y="955041"/>
              <a:ext cx="1888364" cy="1062685"/>
            </a:xfrm>
            <a:prstGeom prst="rect">
              <a:avLst/>
            </a:prstGeom>
            <a:noFill/>
            <a:ln>
              <a:noFill/>
            </a:ln>
          </p:spPr>
        </p:pic>
      </p:grpSp>
    </p:spTree>
  </p:cSld>
  <p:clrMapOvr>
    <a:masterClrMapping/>
  </p:clrMapOvr>
</p:sld>
</file>

<file path=ppt/theme/theme1.xml><?xml version="1.0" encoding="utf-8"?>
<a:theme xmlns:a="http://schemas.openxmlformats.org/drawingml/2006/main" name="HDOfficeLightV0">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主题">
  <a:themeElements>
    <a:clrScheme name="Office 主题">
      <a:dk1>
        <a:srgbClr val="000000"/>
      </a:dk1>
      <a:lt1>
        <a:srgbClr val="FFFFFF"/>
      </a:lt1>
      <a:dk2>
        <a:srgbClr val="A7A7A7"/>
      </a:dk2>
      <a:lt2>
        <a:srgbClr val="535353"/>
      </a:lt2>
      <a:accent1>
        <a:srgbClr val="4F81BD"/>
      </a:accent1>
      <a:accent2>
        <a:srgbClr val="C0504D"/>
      </a:accent2>
      <a:accent3>
        <a:srgbClr val="8F8F8F"/>
      </a:accent3>
      <a:accent4>
        <a:srgbClr val="707070"/>
      </a:accent4>
      <a:accent5>
        <a:srgbClr val="B2C1DB"/>
      </a:accent5>
      <a:accent6>
        <a:srgbClr val="AE4845"/>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TM02900720[[fn=要素]]</Template>
  <TotalTime>1191</TotalTime>
  <Words>1119</Words>
  <Application>Microsoft Office PowerPoint</Application>
  <PresentationFormat>ユーザー設定</PresentationFormat>
  <Paragraphs>101</Paragraphs>
  <Slides>14</Slides>
  <Notes>13</Notes>
  <HiddenSlides>0</HiddenSlides>
  <MMClips>0</MMClips>
  <ScaleCrop>false</ScaleCrop>
  <HeadingPairs>
    <vt:vector size="6" baseType="variant">
      <vt:variant>
        <vt:lpstr>使用されているフォント</vt:lpstr>
      </vt:variant>
      <vt:variant>
        <vt:i4>13</vt:i4>
      </vt:variant>
      <vt:variant>
        <vt:lpstr>テーマ</vt:lpstr>
      </vt:variant>
      <vt:variant>
        <vt:i4>1</vt:i4>
      </vt:variant>
      <vt:variant>
        <vt:lpstr>スライド タイトル</vt:lpstr>
      </vt:variant>
      <vt:variant>
        <vt:i4>14</vt:i4>
      </vt:variant>
    </vt:vector>
  </HeadingPairs>
  <TitlesOfParts>
    <vt:vector size="28" baseType="lpstr">
      <vt:lpstr>Gen Jyuu GothicL Bold</vt:lpstr>
      <vt:lpstr>BIZ UDGothic</vt:lpstr>
      <vt:lpstr>Calibri Light</vt:lpstr>
      <vt:lpstr>Microsoft JhengHei</vt:lpstr>
      <vt:lpstr>Calibri</vt:lpstr>
      <vt:lpstr>Microsoft JhengHei Light</vt:lpstr>
      <vt:lpstr>BIZ UDPGothic</vt:lpstr>
      <vt:lpstr>Microsoft Yahei</vt:lpstr>
      <vt:lpstr>HGPSoeiKakugothicUB</vt:lpstr>
      <vt:lpstr>SimSun</vt:lpstr>
      <vt:lpstr>Wingdings 2</vt:lpstr>
      <vt:lpstr>Arial</vt:lpstr>
      <vt:lpstr>Gen Jyuu Gothic Bold</vt:lpstr>
      <vt:lpstr>HDOfficeLightV0</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また次回の授業でお会いしましょう</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user</dc:creator>
  <cp:lastModifiedBy>嘉展 張</cp:lastModifiedBy>
  <cp:revision>2</cp:revision>
  <dcterms:modified xsi:type="dcterms:W3CDTF">2025-09-20T02:57:41Z</dcterms:modified>
</cp:coreProperties>
</file>