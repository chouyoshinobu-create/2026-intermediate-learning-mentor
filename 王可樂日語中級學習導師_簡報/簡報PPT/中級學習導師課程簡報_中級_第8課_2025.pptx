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9" r:id="rId3"/>
    <p:sldId id="362" r:id="rId4"/>
    <p:sldId id="351" r:id="rId5"/>
    <p:sldId id="363" r:id="rId6"/>
    <p:sldId id="345" r:id="rId7"/>
    <p:sldId id="358" r:id="rId8"/>
    <p:sldId id="346" r:id="rId9"/>
    <p:sldId id="347" r:id="rId10"/>
    <p:sldId id="354" r:id="rId11"/>
    <p:sldId id="355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B63E1-5688-4BC9-A264-EFDDC7298B48}" v="3" dt="2025-08-20T12:40:35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8-23T03:27:14.230" v="217" actId="20577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2T16:18:46.323" v="192" actId="6549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2T16:18:38.828" v="187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8-23T03:26:59.455" v="209" actId="20577"/>
        <pc:sldMkLst>
          <pc:docMk/>
          <pc:sldMk cId="732333138" sldId="351"/>
        </pc:sldMkLst>
        <pc:spChg chg="mod">
          <ac:chgData name="嘉展 張" userId="56c0cc265fef7f12" providerId="LiveId" clId="{871B63E1-5688-4BC9-A264-EFDDC7298B48}" dt="2025-08-23T03:26:59.455" v="209" actId="20577"/>
          <ac:spMkLst>
            <pc:docMk/>
            <pc:sldMk cId="732333138" sldId="351"/>
            <ac:spMk id="9" creationId="{DA69BD8C-0913-B381-ABCA-CA713C77BC80}"/>
          </ac:spMkLst>
        </pc:spChg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8-23T03:16:47.379" v="207" actId="20577"/>
        <pc:sldMkLst>
          <pc:docMk/>
          <pc:sldMk cId="3585428774" sldId="359"/>
        </pc:sldMkLst>
        <pc:spChg chg="mod">
          <ac:chgData name="嘉展 張" userId="56c0cc265fef7f12" providerId="LiveId" clId="{871B63E1-5688-4BC9-A264-EFDDC7298B48}" dt="2025-08-23T03:16:47.379" v="207" actId="20577"/>
          <ac:spMkLst>
            <pc:docMk/>
            <pc:sldMk cId="3585428774" sldId="359"/>
            <ac:spMk id="9" creationId="{9755469E-80FB-6066-BBDC-2B5FD43DC006}"/>
          </ac:spMkLst>
        </pc:spChg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modSp add mod">
        <pc:chgData name="嘉展 張" userId="56c0cc265fef7f12" providerId="LiveId" clId="{871B63E1-5688-4BC9-A264-EFDDC7298B48}" dt="2025-08-23T03:16:22.729" v="200" actId="20577"/>
        <pc:sldMkLst>
          <pc:docMk/>
          <pc:sldMk cId="2643400217" sldId="362"/>
        </pc:sldMkLst>
        <pc:spChg chg="mod">
          <ac:chgData name="嘉展 張" userId="56c0cc265fef7f12" providerId="LiveId" clId="{871B63E1-5688-4BC9-A264-EFDDC7298B48}" dt="2025-08-23T03:16:22.729" v="200" actId="20577"/>
          <ac:spMkLst>
            <pc:docMk/>
            <pc:sldMk cId="2643400217" sldId="362"/>
            <ac:spMk id="9" creationId="{F7BB4E96-6DE2-42B9-D76A-6C1DFD3412D9}"/>
          </ac:spMkLst>
        </pc:spChg>
      </pc:sldChg>
      <pc:sldChg chg="modSp add mod">
        <pc:chgData name="嘉展 張" userId="56c0cc265fef7f12" providerId="LiveId" clId="{871B63E1-5688-4BC9-A264-EFDDC7298B48}" dt="2025-08-23T03:27:14.230" v="217" actId="20577"/>
        <pc:sldMkLst>
          <pc:docMk/>
          <pc:sldMk cId="1308011151" sldId="363"/>
        </pc:sldMkLst>
        <pc:spChg chg="mod">
          <ac:chgData name="嘉展 張" userId="56c0cc265fef7f12" providerId="LiveId" clId="{871B63E1-5688-4BC9-A264-EFDDC7298B48}" dt="2025-08-23T03:27:14.230" v="217" actId="20577"/>
          <ac:spMkLst>
            <pc:docMk/>
            <pc:sldMk cId="1308011151" sldId="363"/>
            <ac:spMk id="9" creationId="{10B03C59-5F50-9038-F54C-6FE444FF1D7C}"/>
          </ac:spMkLst>
        </pc:spChg>
      </pc:sldChg>
      <pc:sldMasterChg chg="modSldLayout">
        <pc:chgData name="嘉展 張" userId="56c0cc265fef7f12" providerId="LiveId" clId="{871B63E1-5688-4BC9-A264-EFDDC7298B48}" dt="2025-08-20T12:40:35.280" v="193"/>
        <pc:sldMasterMkLst>
          <pc:docMk/>
          <pc:sldMasterMk cId="2733321511" sldId="2147483688"/>
        </pc:sldMasterMkLst>
        <pc:sldLayoutChg chg="modSp">
          <pc:chgData name="嘉展 張" userId="56c0cc265fef7f12" providerId="LiveId" clId="{871B63E1-5688-4BC9-A264-EFDDC7298B48}" dt="2025-08-20T12:40:35.280" v="193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871B63E1-5688-4BC9-A264-EFDDC7298B48}" dt="2025-08-20T12:40:35.280" v="193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08:46:27.999" v="29"/>
        <pc:sldMkLst>
          <pc:docMk/>
          <pc:sldMk cId="1698366788" sldId="274"/>
        </pc:sldMkLst>
      </pc:sldChg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1:02:24.083" v="259" actId="108"/>
        <pc:sldMkLst>
          <pc:docMk/>
          <pc:sldMk cId="3383698067" sldId="342"/>
        </pc:sldMkLst>
      </pc:sldChg>
      <pc:sldChg chg="modSp mod">
        <pc:chgData name="嘉展 張" userId="56c0cc265fef7f12" providerId="LiveId" clId="{0BB0EFE5-82D4-4395-89A8-40A71B510EC6}" dt="2025-07-10T10:59:58.793" v="19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0BB0EFE5-82D4-4395-89A8-40A71B510EC6}" dt="2025-07-10T10:53:44.580" v="152" actId="15"/>
        <pc:sldMkLst>
          <pc:docMk/>
          <pc:sldMk cId="3752334464" sldId="345"/>
        </pc:sldMkLst>
      </pc:sldChg>
      <pc:sldChg chg="modSp mod">
        <pc:chgData name="嘉展 張" userId="56c0cc265fef7f12" providerId="LiveId" clId="{0BB0EFE5-82D4-4395-89A8-40A71B510EC6}" dt="2025-07-10T10:55:02.259" v="162" actId="15"/>
        <pc:sldMkLst>
          <pc:docMk/>
          <pc:sldMk cId="1115666099" sldId="346"/>
        </pc:sldMkLst>
      </pc:sldChg>
      <pc:sldChg chg="modSp mod">
        <pc:chgData name="嘉展 張" userId="56c0cc265fef7f12" providerId="LiveId" clId="{0BB0EFE5-82D4-4395-89A8-40A71B510EC6}" dt="2025-07-10T10:55:31.608" v="165"/>
        <pc:sldMkLst>
          <pc:docMk/>
          <pc:sldMk cId="3822570613" sldId="347"/>
        </pc:sldMkLst>
      </pc:sldChg>
      <pc:sldChg chg="modSp mod">
        <pc:chgData name="嘉展 張" userId="56c0cc265fef7f12" providerId="LiveId" clId="{0BB0EFE5-82D4-4395-89A8-40A71B510EC6}" dt="2025-07-10T09:31:21.243" v="73"/>
        <pc:sldMkLst>
          <pc:docMk/>
          <pc:sldMk cId="732333138" sldId="351"/>
        </pc:sldMkLst>
      </pc:sldChg>
      <pc:sldChg chg="modSp mod">
        <pc:chgData name="嘉展 張" userId="56c0cc265fef7f12" providerId="LiveId" clId="{0BB0EFE5-82D4-4395-89A8-40A71B510EC6}" dt="2025-07-10T10:57:53.903" v="167" actId="15"/>
        <pc:sldMkLst>
          <pc:docMk/>
          <pc:sldMk cId="2503062332" sldId="354"/>
        </pc:sldMkLst>
      </pc:sldChg>
      <pc:sldChg chg="modSp mod">
        <pc:chgData name="嘉展 張" userId="56c0cc265fef7f12" providerId="LiveId" clId="{0BB0EFE5-82D4-4395-89A8-40A71B510EC6}" dt="2025-07-10T10:58:11.544" v="170"/>
        <pc:sldMkLst>
          <pc:docMk/>
          <pc:sldMk cId="2169278876" sldId="355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  <pc:sldMasterChg chg="modSldLayout">
        <pc:chgData name="嘉展 張" userId="56c0cc265fef7f12" providerId="LiveId" clId="{0BB0EFE5-82D4-4395-89A8-40A71B510EC6}" dt="2025-07-10T10:53:10.532" v="15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0BB0EFE5-82D4-4395-89A8-40A71B510EC6}" dt="2025-07-10T10:53:10.532" v="15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16CA-870F-4ACF-1F51-47ED9CD4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42929-7443-D7D8-BBAA-ED91915C5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FD30CA-9BCA-487F-E75C-0123C4EC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05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C74E-647B-1FF2-12C4-7C3985D7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699944-76AB-F4BC-F8E6-3EB4D6D00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6329B01-FD6F-157A-FCFC-908C425E9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49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E8CC-7B8B-9464-8E7D-EF091EED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19CF645-243C-6F0F-6577-6A7624F01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D5320A-121E-F406-00D0-F6F93B438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016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8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友達の片思い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第八課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ながら（も）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～みたい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を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決して～ない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～かける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など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～ようとする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～って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～ばよかったのに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08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友達の片思い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第八課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415E-E700-A6AF-2D92-69D0CA5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469E-80FB-6066-BBDC-2B5FD43DC006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彼はお金がない（　みたいに　／　ながらも　）、毎月海外旅行に行っている。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この絵、まるで写真（　みたいだ　／　とする　）ね。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子どものころ、空き地（　にしないでいた　／　を公園にした　）ことがあります。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彼はどんなに失敗しても、決して（　あきらめようとしない　／　あきらめかける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この仕事はまだやり（　きれない　／　</a:t>
            </a:r>
            <a:r>
              <a:rPr lang="ja-JP" altLang="en-US" sz="4800"/>
              <a:t>かけている　</a:t>
            </a:r>
            <a:r>
              <a:rPr lang="ja-JP" altLang="en-US" sz="4800" dirty="0"/>
              <a:t>）から、後で続きをしよう。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B8A50F-B7E4-85B6-1380-E9C5E4DFAB6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42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609A3-14AB-0A95-F2C9-46D9AFEC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7BB4E96-6DE2-42B9-D76A-6C1DFD3412D9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彼はお金がない（　みたいに　／　</a:t>
            </a:r>
            <a:r>
              <a:rPr lang="ja-JP" altLang="en-US" sz="4800" dirty="0">
                <a:solidFill>
                  <a:srgbClr val="1C85C9"/>
                </a:solidFill>
              </a:rPr>
              <a:t>ながらも</a:t>
            </a:r>
            <a:r>
              <a:rPr lang="ja-JP" altLang="en-US" sz="4800" dirty="0"/>
              <a:t>　）、毎月海外旅行に行っている。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この絵、まるで写真（　</a:t>
            </a:r>
            <a:r>
              <a:rPr lang="ja-JP" altLang="en-US" sz="4800" dirty="0">
                <a:solidFill>
                  <a:srgbClr val="1C85C9"/>
                </a:solidFill>
              </a:rPr>
              <a:t>みたいだ　</a:t>
            </a:r>
            <a:r>
              <a:rPr lang="ja-JP" altLang="en-US" sz="4800" dirty="0"/>
              <a:t>／　とする　）ね。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子どものころ、空き地（　にしないでいた　／</a:t>
            </a:r>
            <a:r>
              <a:rPr lang="ja-JP" altLang="en-US" sz="4800" dirty="0">
                <a:solidFill>
                  <a:srgbClr val="1C85C9"/>
                </a:solidFill>
              </a:rPr>
              <a:t>　を公園にした　</a:t>
            </a:r>
            <a:r>
              <a:rPr lang="ja-JP" altLang="en-US" sz="4800" dirty="0"/>
              <a:t>）ことがあります。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彼はどんなに失敗しても、決して（　</a:t>
            </a:r>
            <a:r>
              <a:rPr lang="ja-JP" altLang="en-US" sz="4800" dirty="0">
                <a:solidFill>
                  <a:srgbClr val="1C85C9"/>
                </a:solidFill>
              </a:rPr>
              <a:t>あきらめようとしない　</a:t>
            </a:r>
            <a:r>
              <a:rPr lang="ja-JP" altLang="en-US" sz="4800" dirty="0"/>
              <a:t>／　あきらめかける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この仕事はまだやり（　きれない　／　</a:t>
            </a:r>
            <a:r>
              <a:rPr lang="ja-JP" altLang="en-US" sz="4800" dirty="0">
                <a:solidFill>
                  <a:srgbClr val="1C85C9"/>
                </a:solidFill>
              </a:rPr>
              <a:t>かけている　</a:t>
            </a:r>
            <a:r>
              <a:rPr lang="ja-JP" altLang="en-US" sz="4800" dirty="0"/>
              <a:t>）から、後で続きをしよう。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44229E1-ED9E-890B-87E0-037B5C5A407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340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寿司（　みたいに　／　など）食べませんか。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明日はバイトの面接があるから、今日は早く（　寝るとする　／　寝ればよかったのに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（　帰ろうとした　／　帰るとする　）時、先生に呼び止められた。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もう（　終わりかける 　／　終わったって　）彼が言っていた。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あのとき、もっと素直に（　話せばよかったのに　／　話せようとしていた　）</a:t>
            </a:r>
            <a:r>
              <a:rPr lang="en-US" altLang="ja-JP" sz="4800" dirty="0"/>
              <a:t>……</a:t>
            </a:r>
            <a:r>
              <a:rPr lang="ja-JP" altLang="en-US" sz="4800" dirty="0"/>
              <a:t>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6B35-AA9C-F0C1-7B9C-9C849939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0B03C59-5F50-9038-F54C-6FE444FF1D7C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寿司（</a:t>
            </a:r>
            <a:r>
              <a:rPr lang="ja-JP" altLang="en-US" sz="4800" dirty="0">
                <a:solidFill>
                  <a:srgbClr val="1C85C9"/>
                </a:solidFill>
              </a:rPr>
              <a:t>　</a:t>
            </a:r>
            <a:r>
              <a:rPr lang="ja-JP" altLang="en-US" sz="4800" dirty="0"/>
              <a:t>みたいに　／　</a:t>
            </a:r>
            <a:r>
              <a:rPr lang="ja-JP" altLang="en-US" sz="4800" dirty="0">
                <a:solidFill>
                  <a:srgbClr val="1C85C9"/>
                </a:solidFill>
              </a:rPr>
              <a:t>など</a:t>
            </a:r>
            <a:r>
              <a:rPr lang="ja-JP" altLang="en-US" sz="4800" dirty="0"/>
              <a:t>）食べませんか。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明日はバイトの面接があるから、今日は早く（　</a:t>
            </a:r>
            <a:r>
              <a:rPr lang="ja-JP" altLang="en-US" sz="4800" dirty="0">
                <a:solidFill>
                  <a:srgbClr val="1C85C9"/>
                </a:solidFill>
              </a:rPr>
              <a:t>寝るとする　</a:t>
            </a:r>
            <a:r>
              <a:rPr lang="ja-JP" altLang="en-US" sz="4800" dirty="0"/>
              <a:t>／　寝ればよかったのに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（　</a:t>
            </a:r>
            <a:r>
              <a:rPr lang="ja-JP" altLang="en-US" sz="4800" dirty="0">
                <a:solidFill>
                  <a:srgbClr val="1C85C9"/>
                </a:solidFill>
              </a:rPr>
              <a:t>帰ろうとした　</a:t>
            </a:r>
            <a:r>
              <a:rPr lang="ja-JP" altLang="en-US" sz="4800" dirty="0"/>
              <a:t>／　帰るとする　）時、先生に呼び止められた。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/>
              <a:t>も</a:t>
            </a:r>
            <a:r>
              <a:rPr lang="ja-JP" altLang="en-US" sz="4800" dirty="0"/>
              <a:t>う（　終わりかける 　／　</a:t>
            </a:r>
            <a:r>
              <a:rPr lang="ja-JP" altLang="en-US" sz="4800" dirty="0">
                <a:solidFill>
                  <a:srgbClr val="1C85C9"/>
                </a:solidFill>
              </a:rPr>
              <a:t>終わったっ</a:t>
            </a:r>
            <a:r>
              <a:rPr lang="ja-JP" altLang="en-US" sz="4800">
                <a:solidFill>
                  <a:srgbClr val="1C85C9"/>
                </a:solidFill>
              </a:rPr>
              <a:t>て　</a:t>
            </a:r>
            <a:r>
              <a:rPr lang="ja-JP" altLang="en-US" sz="4800"/>
              <a:t>）彼</a:t>
            </a:r>
            <a:r>
              <a:rPr lang="ja-JP" altLang="en-US" sz="4800" dirty="0"/>
              <a:t>が言っていた。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あのとき、もっと素直に（</a:t>
            </a:r>
            <a:r>
              <a:rPr lang="ja-JP" altLang="en-US" sz="4800" dirty="0">
                <a:solidFill>
                  <a:srgbClr val="1C85C9"/>
                </a:solidFill>
              </a:rPr>
              <a:t>　話せばよかったのに　</a:t>
            </a:r>
            <a:r>
              <a:rPr lang="ja-JP" altLang="en-US" sz="4800" dirty="0"/>
              <a:t>／　話せようとしていた　）</a:t>
            </a:r>
            <a:r>
              <a:rPr lang="en-US" altLang="ja-JP" sz="4800" dirty="0"/>
              <a:t>……</a:t>
            </a:r>
            <a:r>
              <a:rPr lang="ja-JP" altLang="en-US" sz="4800" dirty="0"/>
              <a:t>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BA04951-4F01-32EF-E28F-D7EEEDE89374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8011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中谷さんが最近気になっている人は、どこで知り合った人ですか。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岩崎さんの紹介で知り合った。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通勤電車の中で知り合った。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学校のサークルで知り合った。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アルバイト先で知り合った。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中谷さんが最近気になっている人は、どこで知り合った人ですか。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岩崎さんの紹介で知り合った。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通勤電車の中で知り合った。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学校のサークルで知り合った。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アルバイト先で知り合った。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本文には「中谷さんに好きな人ができた。通勤電車で知り合ったそうだ。」とある。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中谷さんが恋に臆病になった理由として正しいものはどれですか。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相手に恋人がいるから。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片思いが初めてだから。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以前の恋人との別れ方がよくなかったから。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仕事が忙しくて恋愛どころではないから。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中谷さんが恋に臆病になった理由として正しいものはどれですか。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相手に恋人がいるから。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片思いが初めてだから。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以前の恋人との別れ方がよくなかったから。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仕事が忙しくて恋愛どころではないから。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「中谷さんの前の恋人について話してくれた。別れ話は電話一本で済まされてしまった」とあり、それが原因で「かなり臆病になってしまったようだ」。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この話の最後に、筆者が感じたこととして最も適切なものはどれですか。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中谷さんはこの恋をあきらめたほうがよいと思った。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中谷さんの気持ちがよくわからなかった。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中谷さんの様子が面白くて、思わず笑ってしまった。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中谷さんはその人のことを本気で好きではないと思った。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この話の最後に、筆者が感じたこととして最も適切なものはどれですか。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中谷さんはこの恋をあきらめたほうがよいと思った。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中谷さんの気持ちがよくわからなかった。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中谷さんの様子が面白くて、思わず笑ってしまった。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中谷さんはその人のことを本気で好きではないと思った。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最後に「私は、何とか彼に話しかけようとする中谷さんを想像して、くすりと笑ってしまった」とあり、</a:t>
            </a:r>
            <a:r>
              <a:rPr lang="en-US" altLang="ja-JP" sz="4800" dirty="0"/>
              <a:t>C</a:t>
            </a:r>
            <a:r>
              <a:rPr lang="ja-JP" altLang="en-US" sz="4800" dirty="0"/>
              <a:t>が正しい。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他完全沒有想要道歉的意思。（～ようとしない）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我剛喝了一半的咖啡就去接電話了。（～かける）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要是早點跟她說就好了。（～ばよかったのに）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我正要出門的時候，突然下起雨來。（～ようとしたとき）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他完全沒有想要道歉的意思。（～ようとしない）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彼は全く謝ろうとしません。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我剛喝了一半的咖啡就去接電話了。（～かける）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飲みかけのコーヒーを置いて、電話を取りに行きました。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要是早點跟她說就好了。（～ばよかったのに）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もっと早く彼女に話せばよかったのに。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我正要出門的時候，突然下起雨來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ようとしたとき）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出かけようとしたとき、急に雨が降り出しました。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871</TotalTime>
  <Words>1769</Words>
  <Application>Microsoft Office PowerPoint</Application>
  <PresentationFormat>ユーザー設定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Gen Jyuu GothicL Bold</vt:lpstr>
      <vt:lpstr>SimSun</vt:lpstr>
      <vt:lpstr>Microsoft JhengHei Light</vt:lpstr>
      <vt:lpstr>Wingdings 2</vt:lpstr>
      <vt:lpstr>Calibri</vt:lpstr>
      <vt:lpstr>Gen Jyuu Gothic Bold</vt:lpstr>
      <vt:lpstr>Microsoft JhengHei</vt:lpstr>
      <vt:lpstr>BIZ UDGothic</vt:lpstr>
      <vt:lpstr>BIZ UDPGothic</vt:lpstr>
      <vt:lpstr>HGPSoeiKakugothicUB</vt:lpstr>
      <vt:lpstr>Arial</vt:lpstr>
      <vt:lpstr>Microsoft Yahei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2025-08-23T03:27:15Z</dcterms:modified>
</cp:coreProperties>
</file>