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16"/>
  </p:notesMasterIdLst>
  <p:handoutMasterIdLst>
    <p:handoutMasterId r:id="rId17"/>
  </p:handoutMasterIdLst>
  <p:sldIdLst>
    <p:sldId id="274" r:id="rId2"/>
    <p:sldId id="335" r:id="rId3"/>
    <p:sldId id="337" r:id="rId4"/>
    <p:sldId id="336" r:id="rId5"/>
    <p:sldId id="350" r:id="rId6"/>
    <p:sldId id="328" r:id="rId7"/>
    <p:sldId id="345" r:id="rId8"/>
    <p:sldId id="346" r:id="rId9"/>
    <p:sldId id="347" r:id="rId10"/>
    <p:sldId id="348" r:id="rId11"/>
    <p:sldId id="349" r:id="rId12"/>
    <p:sldId id="342" r:id="rId13"/>
    <p:sldId id="343" r:id="rId14"/>
    <p:sldId id="264" r:id="rId15"/>
  </p:sldIdLst>
  <p:sldSz cx="24384000" cy="13716000"/>
  <p:notesSz cx="6858000" cy="9144000"/>
  <p:embeddedFontLst>
    <p:embeddedFont>
      <p:font typeface="BIZ UDPGothic" panose="020B0400000000000000" pitchFamily="50" charset="-128"/>
      <p:regular r:id="rId18"/>
      <p:bold r:id="rId19"/>
    </p:embeddedFont>
    <p:embeddedFont>
      <p:font typeface="BIZ UDGothic" panose="020B0400000000000000" pitchFamily="49" charset="-128"/>
      <p:regular r:id="rId20"/>
      <p:bold r:id="rId21"/>
    </p:embeddedFont>
    <p:embeddedFont>
      <p:font typeface="Gen Jyuu GothicL Bold" panose="020B0600070205080204" charset="-128"/>
      <p:bold r:id="rId22"/>
    </p:embeddedFont>
    <p:embeddedFont>
      <p:font typeface="HGPSoeiKakugothicUB" panose="020B0900000000000000" pitchFamily="50" charset="-128"/>
      <p:regular r:id="rId23"/>
    </p:embeddedFont>
    <p:embeddedFont>
      <p:font typeface="Gen Jyuu Gothic Bold" panose="020B0602020203020207" pitchFamily="50" charset="-128"/>
      <p:bold r:id="rId24"/>
    </p:embeddedFont>
    <p:embeddedFont>
      <p:font typeface="Microsoft JhengHei" panose="020B0604030504040204" pitchFamily="34" charset="-120"/>
      <p:regular r:id="rId25"/>
      <p:bold r:id="rId26"/>
    </p:embeddedFont>
    <p:embeddedFont>
      <p:font typeface="Microsoft JhengHei Light" panose="020B0304030504040204" pitchFamily="34" charset="-120"/>
      <p:regular r:id="rId27"/>
    </p:embeddedFont>
    <p:embeddedFont>
      <p:font typeface="Microsoft Yahei" panose="020B0503020204020204" pitchFamily="34" charset="-122"/>
      <p:regular r:id="rId28"/>
      <p:bold r:id="rId29"/>
    </p:embeddedFont>
    <p:embeddedFont>
      <p:font typeface="Wingdings 2" panose="05020102010507070707" pitchFamily="18" charset="2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31" roundtripDataSignature="AMtx7mgWneN2Aa4XZ32EnoSuaD2gv1sk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85C9"/>
    <a:srgbClr val="2289CB"/>
    <a:srgbClr val="288CCC"/>
    <a:srgbClr val="E46D4B"/>
    <a:srgbClr val="F2F2F2"/>
    <a:srgbClr val="3B3838"/>
    <a:srgbClr val="EF8759"/>
    <a:srgbClr val="000000"/>
    <a:srgbClr val="7F7F7F"/>
    <a:srgbClr val="D8D0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30F9EA-1107-45C0-83E2-3AF09B4FFE2F}" v="1" dt="2025-08-20T12:39:05.5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5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嘉展 張" userId="56c0cc265fef7f12" providerId="LiveId" clId="{9D30F9EA-1107-45C0-83E2-3AF09B4FFE2F}"/>
    <pc:docChg chg="modMainMaster">
      <pc:chgData name="嘉展 張" userId="56c0cc265fef7f12" providerId="LiveId" clId="{9D30F9EA-1107-45C0-83E2-3AF09B4FFE2F}" dt="2025-08-20T12:39:05.519" v="1"/>
      <pc:docMkLst>
        <pc:docMk/>
      </pc:docMkLst>
      <pc:sldMasterChg chg="modSldLayout">
        <pc:chgData name="嘉展 張" userId="56c0cc265fef7f12" providerId="LiveId" clId="{9D30F9EA-1107-45C0-83E2-3AF09B4FFE2F}" dt="2025-08-20T12:39:05.519" v="1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9D30F9EA-1107-45C0-83E2-3AF09B4FFE2F}" dt="2025-08-20T12:39:05.519" v="1"/>
          <pc:sldLayoutMkLst>
            <pc:docMk/>
            <pc:sldMasterMk cId="2733321511" sldId="2147483688"/>
            <pc:sldLayoutMk cId="810264706" sldId="2147483689"/>
          </pc:sldLayoutMkLst>
          <pc:spChg chg="mod">
            <ac:chgData name="嘉展 張" userId="56c0cc265fef7f12" providerId="LiveId" clId="{9D30F9EA-1107-45C0-83E2-3AF09B4FFE2F}" dt="2025-08-20T12:39:05.519" v="1"/>
            <ac:spMkLst>
              <pc:docMk/>
              <pc:sldMasterMk cId="2733321511" sldId="2147483688"/>
              <pc:sldLayoutMk cId="810264706" sldId="2147483689"/>
              <ac:spMk id="19" creationId="{3F54C1E6-3D7F-502D-6C15-E0DC042557B2}"/>
            </ac:spMkLst>
          </pc:spChg>
        </pc:sldLayoutChg>
      </pc:sldMasterChg>
    </pc:docChg>
  </pc:docChgLst>
  <pc:docChgLst>
    <pc:chgData name="嘉展 張" userId="56c0cc265fef7f12" providerId="LiveId" clId="{FC3B12ED-B978-4741-8F4E-ACC995148FC2}"/>
    <pc:docChg chg="undo custSel modSld">
      <pc:chgData name="嘉展 張" userId="56c0cc265fef7f12" providerId="LiveId" clId="{FC3B12ED-B978-4741-8F4E-ACC995148FC2}" dt="2025-07-07T04:22:08.380" v="43" actId="207"/>
      <pc:docMkLst>
        <pc:docMk/>
      </pc:docMkLst>
      <pc:sldChg chg="addSp delSp modSp mod">
        <pc:chgData name="嘉展 張" userId="56c0cc265fef7f12" providerId="LiveId" clId="{FC3B12ED-B978-4741-8F4E-ACC995148FC2}" dt="2025-07-07T04:20:44.928" v="23" actId="207"/>
        <pc:sldMkLst>
          <pc:docMk/>
          <pc:sldMk cId="0" sldId="264"/>
        </pc:sldMkLst>
      </pc:sldChg>
      <pc:sldChg chg="modSp mod">
        <pc:chgData name="嘉展 張" userId="56c0cc265fef7f12" providerId="LiveId" clId="{FC3B12ED-B978-4741-8F4E-ACC995148FC2}" dt="2025-07-07T04:19:17.917" v="6" actId="207"/>
        <pc:sldMkLst>
          <pc:docMk/>
          <pc:sldMk cId="516855969" sldId="328"/>
        </pc:sldMkLst>
      </pc:sldChg>
      <pc:sldChg chg="modSp mod">
        <pc:chgData name="嘉展 張" userId="56c0cc265fef7f12" providerId="LiveId" clId="{FC3B12ED-B978-4741-8F4E-ACC995148FC2}" dt="2025-07-07T04:19:30.362" v="10" actId="207"/>
        <pc:sldMkLst>
          <pc:docMk/>
          <pc:sldMk cId="1848417769" sldId="329"/>
        </pc:sldMkLst>
      </pc:sldChg>
      <pc:sldChg chg="modSp mod">
        <pc:chgData name="嘉展 張" userId="56c0cc265fef7f12" providerId="LiveId" clId="{FC3B12ED-B978-4741-8F4E-ACC995148FC2}" dt="2025-07-07T04:19:24.576" v="8" actId="207"/>
        <pc:sldMkLst>
          <pc:docMk/>
          <pc:sldMk cId="725604826" sldId="330"/>
        </pc:sldMkLst>
      </pc:sldChg>
      <pc:sldChg chg="modSp mod">
        <pc:chgData name="嘉展 張" userId="56c0cc265fef7f12" providerId="LiveId" clId="{FC3B12ED-B978-4741-8F4E-ACC995148FC2}" dt="2025-07-07T04:18:57.079" v="0" actId="207"/>
        <pc:sldMkLst>
          <pc:docMk/>
          <pc:sldMk cId="1652940647" sldId="335"/>
        </pc:sldMkLst>
      </pc:sldChg>
      <pc:sldChg chg="modSp mod">
        <pc:chgData name="嘉展 張" userId="56c0cc265fef7f12" providerId="LiveId" clId="{FC3B12ED-B978-4741-8F4E-ACC995148FC2}" dt="2025-07-07T04:19:06.457" v="2" actId="207"/>
        <pc:sldMkLst>
          <pc:docMk/>
          <pc:sldMk cId="3676040206" sldId="336"/>
        </pc:sldMkLst>
      </pc:sldChg>
      <pc:sldChg chg="modSp mod">
        <pc:chgData name="嘉展 張" userId="56c0cc265fef7f12" providerId="LiveId" clId="{FC3B12ED-B978-4741-8F4E-ACC995148FC2}" dt="2025-07-07T04:22:08.380" v="43" actId="207"/>
        <pc:sldMkLst>
          <pc:docMk/>
          <pc:sldMk cId="2128628793" sldId="337"/>
        </pc:sldMkLst>
      </pc:sldChg>
      <pc:sldChg chg="modSp mod">
        <pc:chgData name="嘉展 張" userId="56c0cc265fef7f12" providerId="LiveId" clId="{FC3B12ED-B978-4741-8F4E-ACC995148FC2}" dt="2025-07-07T04:21:51.077" v="38" actId="207"/>
        <pc:sldMkLst>
          <pc:docMk/>
          <pc:sldMk cId="4036497139" sldId="338"/>
        </pc:sldMkLst>
      </pc:sldChg>
      <pc:sldChg chg="modSp mod">
        <pc:chgData name="嘉展 張" userId="56c0cc265fef7f12" providerId="LiveId" clId="{FC3B12ED-B978-4741-8F4E-ACC995148FC2}" dt="2025-07-07T04:21:32.640" v="32" actId="207"/>
        <pc:sldMkLst>
          <pc:docMk/>
          <pc:sldMk cId="2939669483" sldId="339"/>
        </pc:sldMkLst>
      </pc:sldChg>
      <pc:sldChg chg="modSp mod">
        <pc:chgData name="嘉展 張" userId="56c0cc265fef7f12" providerId="LiveId" clId="{FC3B12ED-B978-4741-8F4E-ACC995148FC2}" dt="2025-07-07T04:21:07.627" v="27" actId="207"/>
        <pc:sldMkLst>
          <pc:docMk/>
          <pc:sldMk cId="1195771477" sldId="340"/>
        </pc:sldMkLst>
      </pc:sldChg>
      <pc:sldChg chg="modSp mod">
        <pc:chgData name="嘉展 張" userId="56c0cc265fef7f12" providerId="LiveId" clId="{FC3B12ED-B978-4741-8F4E-ACC995148FC2}" dt="2025-07-07T04:21:24.340" v="30" actId="207"/>
        <pc:sldMkLst>
          <pc:docMk/>
          <pc:sldMk cId="3653896156" sldId="341"/>
        </pc:sldMkLst>
      </pc:sldChg>
      <pc:sldChg chg="modSp mod">
        <pc:chgData name="嘉展 張" userId="56c0cc265fef7f12" providerId="LiveId" clId="{FC3B12ED-B978-4741-8F4E-ACC995148FC2}" dt="2025-07-07T04:19:43.171" v="12" actId="207"/>
        <pc:sldMkLst>
          <pc:docMk/>
          <pc:sldMk cId="3383698067" sldId="342"/>
        </pc:sldMkLst>
      </pc:sldChg>
      <pc:sldChg chg="modSp mod">
        <pc:chgData name="嘉展 張" userId="56c0cc265fef7f12" providerId="LiveId" clId="{FC3B12ED-B978-4741-8F4E-ACC995148FC2}" dt="2025-07-07T04:20:00.157" v="17" actId="207"/>
        <pc:sldMkLst>
          <pc:docMk/>
          <pc:sldMk cId="345017411" sldId="343"/>
        </pc:sldMkLst>
      </pc:sldChg>
    </pc:docChg>
  </pc:docChgLst>
  <pc:docChgLst>
    <pc:chgData name="嘉展 張" userId="56c0cc265fef7f12" providerId="LiveId" clId="{7F69A522-7DAF-4A02-BC46-5EFA4FA51996}"/>
    <pc:docChg chg="undo redo custSel addSld delSld modSld sldOrd modMainMaster">
      <pc:chgData name="嘉展 張" userId="56c0cc265fef7f12" providerId="LiveId" clId="{7F69A522-7DAF-4A02-BC46-5EFA4FA51996}" dt="2025-07-07T11:43:59.783" v="1614" actId="20577"/>
      <pc:docMkLst>
        <pc:docMk/>
      </pc:docMkLst>
      <pc:sldChg chg="addSp modSp mod">
        <pc:chgData name="嘉展 張" userId="56c0cc265fef7f12" providerId="LiveId" clId="{7F69A522-7DAF-4A02-BC46-5EFA4FA51996}" dt="2025-07-07T07:12:49.739" v="133" actId="6549"/>
        <pc:sldMkLst>
          <pc:docMk/>
          <pc:sldMk cId="1698366788" sldId="274"/>
        </pc:sldMkLst>
      </pc:sldChg>
      <pc:sldChg chg="modSp mod">
        <pc:chgData name="嘉展 張" userId="56c0cc265fef7f12" providerId="LiveId" clId="{7F69A522-7DAF-4A02-BC46-5EFA4FA51996}" dt="2025-07-07T10:47:32.083" v="879" actId="15"/>
        <pc:sldMkLst>
          <pc:docMk/>
          <pc:sldMk cId="516855969" sldId="328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848417769" sldId="32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725604826" sldId="330"/>
        </pc:sldMkLst>
      </pc:sldChg>
      <pc:sldChg chg="modSp mod">
        <pc:chgData name="嘉展 張" userId="56c0cc265fef7f12" providerId="LiveId" clId="{7F69A522-7DAF-4A02-BC46-5EFA4FA51996}" dt="2025-07-07T07:34:37.926" v="646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7F69A522-7DAF-4A02-BC46-5EFA4FA51996}" dt="2025-07-07T10:41:39.183" v="813" actId="20577"/>
        <pc:sldMkLst>
          <pc:docMk/>
          <pc:sldMk cId="3676040206" sldId="336"/>
        </pc:sldMkLst>
      </pc:sldChg>
      <pc:sldChg chg="modSp mod">
        <pc:chgData name="嘉展 張" userId="56c0cc265fef7f12" providerId="LiveId" clId="{7F69A522-7DAF-4A02-BC46-5EFA4FA51996}" dt="2025-07-07T07:37:27.551" v="655"/>
        <pc:sldMkLst>
          <pc:docMk/>
          <pc:sldMk cId="2128628793" sldId="337"/>
        </pc:sldMkLst>
      </pc:sldChg>
      <pc:sldChg chg="del">
        <pc:chgData name="嘉展 張" userId="56c0cc265fef7f12" providerId="LiveId" clId="{7F69A522-7DAF-4A02-BC46-5EFA4FA51996}" dt="2025-07-07T07:14:28.904" v="169" actId="47"/>
        <pc:sldMkLst>
          <pc:docMk/>
          <pc:sldMk cId="4036497139" sldId="338"/>
        </pc:sldMkLst>
      </pc:sldChg>
      <pc:sldChg chg="modSp del mod">
        <pc:chgData name="嘉展 張" userId="56c0cc265fef7f12" providerId="LiveId" clId="{7F69A522-7DAF-4A02-BC46-5EFA4FA51996}" dt="2025-07-07T10:47:46.757" v="882" actId="47"/>
        <pc:sldMkLst>
          <pc:docMk/>
          <pc:sldMk cId="2939669483" sldId="33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195771477" sldId="340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3653896156" sldId="341"/>
        </pc:sldMkLst>
      </pc:sldChg>
      <pc:sldChg chg="modSp mod">
        <pc:chgData name="嘉展 張" userId="56c0cc265fef7f12" providerId="LiveId" clId="{7F69A522-7DAF-4A02-BC46-5EFA4FA51996}" dt="2025-07-07T11:43:59.783" v="1614" actId="20577"/>
        <pc:sldMkLst>
          <pc:docMk/>
          <pc:sldMk cId="3383698067" sldId="342"/>
        </pc:sldMkLst>
      </pc:sldChg>
      <pc:sldChg chg="modSp mod">
        <pc:chgData name="嘉展 張" userId="56c0cc265fef7f12" providerId="LiveId" clId="{7F69A522-7DAF-4A02-BC46-5EFA4FA51996}" dt="2025-07-07T11:43:47.461" v="1596" actId="20577"/>
        <pc:sldMkLst>
          <pc:docMk/>
          <pc:sldMk cId="345017411" sldId="343"/>
        </pc:sldMkLst>
      </pc:sldChg>
      <pc:sldChg chg="modSp add mod">
        <pc:chgData name="嘉展 張" userId="56c0cc265fef7f12" providerId="LiveId" clId="{7F69A522-7DAF-4A02-BC46-5EFA4FA51996}" dt="2025-07-07T10:42:22.726" v="848" actId="207"/>
        <pc:sldMkLst>
          <pc:docMk/>
          <pc:sldMk cId="919750547" sldId="344"/>
        </pc:sldMkLst>
      </pc:sldChg>
      <pc:sldChg chg="add del">
        <pc:chgData name="嘉展 張" userId="56c0cc265fef7f12" providerId="LiveId" clId="{7F69A522-7DAF-4A02-BC46-5EFA4FA51996}" dt="2025-07-07T10:47:26.562" v="877" actId="47"/>
        <pc:sldMkLst>
          <pc:docMk/>
          <pc:sldMk cId="1590898524" sldId="345"/>
        </pc:sldMkLst>
      </pc:sldChg>
      <pc:sldChg chg="addSp modSp add del">
        <pc:chgData name="嘉展 張" userId="56c0cc265fef7f12" providerId="LiveId" clId="{7F69A522-7DAF-4A02-BC46-5EFA4FA51996}" dt="2025-07-07T10:46:57.549" v="873"/>
        <pc:sldMkLst>
          <pc:docMk/>
          <pc:sldMk cId="2963216146" sldId="345"/>
        </pc:sldMkLst>
      </pc:sldChg>
      <pc:sldChg chg="addSp modSp add mod">
        <pc:chgData name="嘉展 張" userId="56c0cc265fef7f12" providerId="LiveId" clId="{7F69A522-7DAF-4A02-BC46-5EFA4FA51996}" dt="2025-07-07T10:48:51.726" v="905" actId="20577"/>
        <pc:sldMkLst>
          <pc:docMk/>
          <pc:sldMk cId="3752334464" sldId="345"/>
        </pc:sldMkLst>
      </pc:sldChg>
      <pc:sldChg chg="modSp add mod ord">
        <pc:chgData name="嘉展 張" userId="56c0cc265fef7f12" providerId="LiveId" clId="{7F69A522-7DAF-4A02-BC46-5EFA4FA51996}" dt="2025-07-07T10:50:38.949" v="944" actId="20577"/>
        <pc:sldMkLst>
          <pc:docMk/>
          <pc:sldMk cId="1115666099" sldId="346"/>
        </pc:sldMkLst>
      </pc:sldChg>
      <pc:sldChg chg="add del">
        <pc:chgData name="嘉展 張" userId="56c0cc265fef7f12" providerId="LiveId" clId="{7F69A522-7DAF-4A02-BC46-5EFA4FA51996}" dt="2025-07-07T10:48:34.374" v="888" actId="47"/>
        <pc:sldMkLst>
          <pc:docMk/>
          <pc:sldMk cId="2840440202" sldId="346"/>
        </pc:sldMkLst>
      </pc:sldChg>
      <pc:sldChg chg="addSp modSp add mod">
        <pc:chgData name="嘉展 張" userId="56c0cc265fef7f12" providerId="LiveId" clId="{7F69A522-7DAF-4A02-BC46-5EFA4FA51996}" dt="2025-07-07T10:51:30.889" v="950" actId="20577"/>
        <pc:sldMkLst>
          <pc:docMk/>
          <pc:sldMk cId="3822570613" sldId="347"/>
        </pc:sldMkLst>
      </pc:sldChg>
      <pc:sldChg chg="modSp add mod ord">
        <pc:chgData name="嘉展 張" userId="56c0cc265fef7f12" providerId="LiveId" clId="{7F69A522-7DAF-4A02-BC46-5EFA4FA51996}" dt="2025-07-07T10:52:46.104" v="983" actId="6549"/>
        <pc:sldMkLst>
          <pc:docMk/>
          <pc:sldMk cId="2652490174" sldId="348"/>
        </pc:sldMkLst>
      </pc:sldChg>
      <pc:sldChg chg="addSp modSp add mod">
        <pc:chgData name="嘉展 張" userId="56c0cc265fef7f12" providerId="LiveId" clId="{7F69A522-7DAF-4A02-BC46-5EFA4FA51996}" dt="2025-07-07T10:53:10.646" v="989" actId="207"/>
        <pc:sldMkLst>
          <pc:docMk/>
          <pc:sldMk cId="2056490660" sldId="349"/>
        </pc:sldMkLst>
      </pc:sldChg>
      <pc:sldChg chg="modSp add del mod">
        <pc:chgData name="嘉展 張" userId="56c0cc265fef7f12" providerId="LiveId" clId="{7F69A522-7DAF-4A02-BC46-5EFA4FA51996}" dt="2025-07-07T11:43:02.907" v="1552" actId="47"/>
        <pc:sldMkLst>
          <pc:docMk/>
          <pc:sldMk cId="1303398649" sldId="350"/>
        </pc:sldMkLst>
      </pc:sldChg>
      <pc:sldMasterChg chg="modSldLayout">
        <pc:chgData name="嘉展 張" userId="56c0cc265fef7f12" providerId="LiveId" clId="{7F69A522-7DAF-4A02-BC46-5EFA4FA51996}" dt="2025-07-07T06:57:29.419" v="122" actId="20577"/>
        <pc:sldMasterMkLst>
          <pc:docMk/>
          <pc:sldMasterMk cId="2733321511" sldId="2147483688"/>
        </pc:sldMasterMkLst>
        <pc:sldLayoutChg chg="delSp mod">
          <pc:chgData name="嘉展 張" userId="56c0cc265fef7f12" providerId="LiveId" clId="{7F69A522-7DAF-4A02-BC46-5EFA4FA51996}" dt="2025-07-07T04:33:12.003" v="0" actId="21"/>
          <pc:sldLayoutMkLst>
            <pc:docMk/>
            <pc:sldMasterMk cId="2733321511" sldId="2147483688"/>
            <pc:sldLayoutMk cId="810264706" sldId="2147483689"/>
          </pc:sldLayoutMkLst>
        </pc:sldLayoutChg>
        <pc:sldLayoutChg chg="modSp mod">
          <pc:chgData name="嘉展 張" userId="56c0cc265fef7f12" providerId="LiveId" clId="{7F69A522-7DAF-4A02-BC46-5EFA4FA51996}" dt="2025-07-07T06:57:29.419" v="122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8E012BFB-294C-4CBC-BFD9-F4F33BC901B5}"/>
    <pc:docChg chg="undo custSel addSld delSld modSld modMainMaster">
      <pc:chgData name="嘉展 張" userId="56c0cc265fef7f12" providerId="LiveId" clId="{8E012BFB-294C-4CBC-BFD9-F4F33BC901B5}" dt="2025-07-07T13:15:43.499" v="1890"/>
      <pc:docMkLst>
        <pc:docMk/>
      </pc:docMkLst>
      <pc:sldChg chg="modSp mod">
        <pc:chgData name="嘉展 張" userId="56c0cc265fef7f12" providerId="LiveId" clId="{8E012BFB-294C-4CBC-BFD9-F4F33BC901B5}" dt="2025-07-07T12:02:26.523" v="105" actId="20577"/>
        <pc:sldMkLst>
          <pc:docMk/>
          <pc:sldMk cId="1698366788" sldId="274"/>
        </pc:sldMkLst>
      </pc:sldChg>
      <pc:sldChg chg="modSp mod">
        <pc:chgData name="嘉展 張" userId="56c0cc265fef7f12" providerId="LiveId" clId="{8E012BFB-294C-4CBC-BFD9-F4F33BC901B5}" dt="2025-07-07T12:50:50.900" v="961"/>
        <pc:sldMkLst>
          <pc:docMk/>
          <pc:sldMk cId="516855969" sldId="328"/>
        </pc:sldMkLst>
      </pc:sldChg>
      <pc:sldChg chg="modSp mod">
        <pc:chgData name="嘉展 張" userId="56c0cc265fef7f12" providerId="LiveId" clId="{8E012BFB-294C-4CBC-BFD9-F4F33BC901B5}" dt="2025-07-07T12:22:12.557" v="459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8E012BFB-294C-4CBC-BFD9-F4F33BC901B5}" dt="2025-07-07T12:47:32.732" v="938" actId="207"/>
        <pc:sldMkLst>
          <pc:docMk/>
          <pc:sldMk cId="3676040206" sldId="336"/>
        </pc:sldMkLst>
      </pc:sldChg>
      <pc:sldChg chg="modSp mod">
        <pc:chgData name="嘉展 張" userId="56c0cc265fef7f12" providerId="LiveId" clId="{8E012BFB-294C-4CBC-BFD9-F4F33BC901B5}" dt="2025-07-07T12:23:48.151" v="466" actId="207"/>
        <pc:sldMkLst>
          <pc:docMk/>
          <pc:sldMk cId="2128628793" sldId="337"/>
        </pc:sldMkLst>
      </pc:sldChg>
      <pc:sldChg chg="modSp mod">
        <pc:chgData name="嘉展 張" userId="56c0cc265fef7f12" providerId="LiveId" clId="{8E012BFB-294C-4CBC-BFD9-F4F33BC901B5}" dt="2025-07-07T13:15:23.668" v="1886" actId="1076"/>
        <pc:sldMkLst>
          <pc:docMk/>
          <pc:sldMk cId="3383698067" sldId="342"/>
        </pc:sldMkLst>
      </pc:sldChg>
      <pc:sldChg chg="modSp mod">
        <pc:chgData name="嘉展 張" userId="56c0cc265fef7f12" providerId="LiveId" clId="{8E012BFB-294C-4CBC-BFD9-F4F33BC901B5}" dt="2025-07-07T13:15:43.499" v="1890"/>
        <pc:sldMkLst>
          <pc:docMk/>
          <pc:sldMk cId="345017411" sldId="343"/>
        </pc:sldMkLst>
      </pc:sldChg>
      <pc:sldChg chg="del">
        <pc:chgData name="嘉展 張" userId="56c0cc265fef7f12" providerId="LiveId" clId="{8E012BFB-294C-4CBC-BFD9-F4F33BC901B5}" dt="2025-07-07T12:41:39.935" v="731" actId="47"/>
        <pc:sldMkLst>
          <pc:docMk/>
          <pc:sldMk cId="919750547" sldId="344"/>
        </pc:sldMkLst>
      </pc:sldChg>
      <pc:sldChg chg="modSp mod">
        <pc:chgData name="嘉展 張" userId="56c0cc265fef7f12" providerId="LiveId" clId="{8E012BFB-294C-4CBC-BFD9-F4F33BC901B5}" dt="2025-07-07T12:51:07.548" v="963"/>
        <pc:sldMkLst>
          <pc:docMk/>
          <pc:sldMk cId="3752334464" sldId="345"/>
        </pc:sldMkLst>
      </pc:sldChg>
      <pc:sldChg chg="modSp mod">
        <pc:chgData name="嘉展 張" userId="56c0cc265fef7f12" providerId="LiveId" clId="{8E012BFB-294C-4CBC-BFD9-F4F33BC901B5}" dt="2025-07-07T12:52:38.362" v="983" actId="20577"/>
        <pc:sldMkLst>
          <pc:docMk/>
          <pc:sldMk cId="1115666099" sldId="346"/>
        </pc:sldMkLst>
      </pc:sldChg>
      <pc:sldChg chg="modSp mod">
        <pc:chgData name="嘉展 張" userId="56c0cc265fef7f12" providerId="LiveId" clId="{8E012BFB-294C-4CBC-BFD9-F4F33BC901B5}" dt="2025-07-07T12:53:49.422" v="986"/>
        <pc:sldMkLst>
          <pc:docMk/>
          <pc:sldMk cId="3822570613" sldId="347"/>
        </pc:sldMkLst>
      </pc:sldChg>
      <pc:sldChg chg="modSp mod">
        <pc:chgData name="嘉展 張" userId="56c0cc265fef7f12" providerId="LiveId" clId="{8E012BFB-294C-4CBC-BFD9-F4F33BC901B5}" dt="2025-07-07T12:55:05.653" v="1005" actId="20577"/>
        <pc:sldMkLst>
          <pc:docMk/>
          <pc:sldMk cId="2652490174" sldId="348"/>
        </pc:sldMkLst>
      </pc:sldChg>
      <pc:sldChg chg="modSp mod">
        <pc:chgData name="嘉展 張" userId="56c0cc265fef7f12" providerId="LiveId" clId="{8E012BFB-294C-4CBC-BFD9-F4F33BC901B5}" dt="2025-07-07T12:55:49.755" v="1008"/>
        <pc:sldMkLst>
          <pc:docMk/>
          <pc:sldMk cId="2056490660" sldId="349"/>
        </pc:sldMkLst>
      </pc:sldChg>
      <pc:sldChg chg="modSp add mod">
        <pc:chgData name="嘉展 張" userId="56c0cc265fef7f12" providerId="LiveId" clId="{8E012BFB-294C-4CBC-BFD9-F4F33BC901B5}" dt="2025-07-07T12:47:17.642" v="936" actId="207"/>
        <pc:sldMkLst>
          <pc:docMk/>
          <pc:sldMk cId="1893602695" sldId="350"/>
        </pc:sldMkLst>
      </pc:sldChg>
      <pc:sldMasterChg chg="modSldLayout">
        <pc:chgData name="嘉展 張" userId="56c0cc265fef7f12" providerId="LiveId" clId="{8E012BFB-294C-4CBC-BFD9-F4F33BC901B5}" dt="2025-07-07T11:59:24.703" v="91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E012BFB-294C-4CBC-BFD9-F4F33BC901B5}" dt="2025-07-07T11:59:24.703" v="91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08BF25A6-087F-D6D2-267D-B40DBA7EE1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A0814FC-58BC-3550-CD96-55E744A225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02A62F-168C-441A-BD3A-3CBD0D8996EF}" type="datetimeFigureOut">
              <a:rPr lang="zh-TW" altLang="en-US" smtClean="0"/>
              <a:t>2025/8/20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9AE01F6-5383-DDC4-7D41-985AFCC1FB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4AF33B8-A6BA-F9CB-9D1A-F0E8411475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976BC-45D2-4837-B745-B3BC9342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451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BIZ UDGothic" panose="020B0400000000000000" pitchFamily="33" charset="-128"/>
        <a:ea typeface="BIZ UDGothic" panose="020B0400000000000000" pitchFamily="33" charset="-128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84972-CFB7-106B-7451-91573232A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6F8FD00-AEC8-4AD1-3591-69A9B506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EBACD59-E2F1-EA33-4090-0B4101A21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75667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97248-C301-11F6-90B9-1136C86D9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A13C845-10B2-13AE-87DB-0178B8D34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40221E6-9797-7860-05D4-959A9B888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52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F4579-EC49-74F7-731C-CF35115D7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56E8282-F896-AF4E-2FE7-D71647B80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00342D6-751C-5997-C484-428A8A459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40578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A5BBF-033E-9AA4-3387-D8B1D94C4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A239784-DEEF-551A-40C8-E4CA70115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41B552E-64B8-2DDF-6D9E-CA3CE804DE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82890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93AFA-50C9-AF72-D66C-23F38297B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A3DB228-14A9-DFE1-B221-C17D35B90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A0DADDF-B9CF-61E7-07C3-B19DBE62F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026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85468-5212-06C2-1093-089D532FF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B7D9929-8008-244F-F7A1-B41948405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D56B6BE-7444-4031-D537-371867FF1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381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9704E-7EED-C2D2-AB0C-9735446D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EC38AC2-0366-3164-A5DC-828EC5C85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21BE83F-F2D0-7D4D-6FCD-F1A7DC988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9476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C7D44-8515-EA05-78FF-A15CE560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7F962DF-1858-3443-38F9-00426D551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4104576-44CB-1017-4E20-3C5F49A08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2885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595CE-CF67-61FD-CB4C-B63D34627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A20079C-C412-63DF-0062-7A01942C54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ED3E415-FCC6-E4AE-0897-15A4F46C3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329068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62045-DB39-A3D0-F554-C28448F1E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4D50129-2F87-46AB-A79D-80B63B473C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41E2E31-2C10-EF9C-BDFB-6570E9834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274106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9F13D-1ED7-DF52-F6AD-DA3481E6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17BBF0B-7D7D-D6A0-63D5-6153918B7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5CD1C0-0BA9-E1F1-B6A8-BEA3D120E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43089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BE18B-9284-4C34-1C60-E918802CD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E8BB489-F93C-819E-5985-79CFC681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245CC0-BD14-DF5C-7A17-EFCD00FFE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68629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301" name="Google Shape;3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7" name="Google Shape;173;p15">
            <a:extLst>
              <a:ext uri="{FF2B5EF4-FFF2-40B4-BE49-F238E27FC236}">
                <a16:creationId xmlns:a16="http://schemas.microsoft.com/office/drawing/2014/main" id="{1EA53AEF-F2B1-0F4B-39E7-2C1000323C5C}"/>
              </a:ext>
            </a:extLst>
          </p:cNvPr>
          <p:cNvSpPr/>
          <p:nvPr userDrawn="1"/>
        </p:nvSpPr>
        <p:spPr>
          <a:xfrm>
            <a:off x="-1" y="12529696"/>
            <a:ext cx="24384001" cy="118879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Calibri"/>
            </a:endParaRPr>
          </a:p>
        </p:txBody>
      </p:sp>
      <p:pic>
        <p:nvPicPr>
          <p:cNvPr id="8" name="Google Shape;175;p15" descr="00新品牌元素-55.png">
            <a:extLst>
              <a:ext uri="{FF2B5EF4-FFF2-40B4-BE49-F238E27FC236}">
                <a16:creationId xmlns:a16="http://schemas.microsoft.com/office/drawing/2014/main" id="{A1C6D771-7D6B-48B8-4879-512D53716F0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661141" y="12716794"/>
            <a:ext cx="4686527" cy="84908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77;p15">
            <a:extLst>
              <a:ext uri="{FF2B5EF4-FFF2-40B4-BE49-F238E27FC236}">
                <a16:creationId xmlns:a16="http://schemas.microsoft.com/office/drawing/2014/main" id="{F6E91BB9-A0CF-7DC6-E565-0F8D841B8D6A}"/>
              </a:ext>
            </a:extLst>
          </p:cNvPr>
          <p:cNvSpPr txBox="1"/>
          <p:nvPr userDrawn="1"/>
        </p:nvSpPr>
        <p:spPr>
          <a:xfrm>
            <a:off x="1779473" y="4241866"/>
            <a:ext cx="5726816" cy="141574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"/>
              <a:buNone/>
            </a:pPr>
            <a:r>
              <a:rPr lang="en-US" sz="8000" b="0" i="0" u="none" strike="noStrike" cap="none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Arial"/>
              </a:rPr>
              <a:t>本課文型</a:t>
            </a:r>
            <a:endParaRPr sz="1400" b="0" i="0" u="none" strike="noStrike" cap="none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Arial"/>
            </a:endParaRPr>
          </a:p>
        </p:txBody>
      </p:sp>
      <p:pic>
        <p:nvPicPr>
          <p:cNvPr id="11" name="Google Shape;180;p15" descr="新品牌元素-04.png">
            <a:extLst>
              <a:ext uri="{FF2B5EF4-FFF2-40B4-BE49-F238E27FC236}">
                <a16:creationId xmlns:a16="http://schemas.microsoft.com/office/drawing/2014/main" id="{9706B59E-0CCB-A03D-5962-B885D023C539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21137221" y="1024091"/>
            <a:ext cx="2776561" cy="1589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81;p15" descr="00新品牌元素-47.png">
            <a:extLst>
              <a:ext uri="{FF2B5EF4-FFF2-40B4-BE49-F238E27FC236}">
                <a16:creationId xmlns:a16="http://schemas.microsoft.com/office/drawing/2014/main" id="{816445DC-2A49-15E8-A162-AB44553F104E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832421" y="8763000"/>
            <a:ext cx="3780876" cy="436109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945131EA-FBA2-5A69-36FD-4A242A80AB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9070" y="6660848"/>
            <a:ext cx="17113623" cy="5032117"/>
          </a:xfrm>
        </p:spPr>
        <p:txBody>
          <a:bodyPr numCol="2">
            <a:normAutofit/>
          </a:bodyPr>
          <a:lstStyle>
            <a:lvl1pPr marL="0" indent="0">
              <a:buNone/>
              <a:defRPr sz="4200">
                <a:solidFill>
                  <a:srgbClr val="3B3838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  <a:lvl2pPr marL="914400" indent="0">
              <a:buNone/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2pPr>
            <a:lvl3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3pPr>
            <a:lvl4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4pPr>
            <a:lvl5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endParaRPr lang="en-US" altLang="zh-TW" dirty="0"/>
          </a:p>
        </p:txBody>
      </p:sp>
      <p:sp>
        <p:nvSpPr>
          <p:cNvPr id="19" name="Google Shape;179;p15">
            <a:extLst>
              <a:ext uri="{FF2B5EF4-FFF2-40B4-BE49-F238E27FC236}">
                <a16:creationId xmlns:a16="http://schemas.microsoft.com/office/drawing/2014/main" id="{3F54C1E6-3D7F-502D-6C15-E0DC042557B2}"/>
              </a:ext>
            </a:extLst>
          </p:cNvPr>
          <p:cNvSpPr txBox="1"/>
          <p:nvPr userDrawn="1"/>
        </p:nvSpPr>
        <p:spPr>
          <a:xfrm>
            <a:off x="18036333" y="12735798"/>
            <a:ext cx="52664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lang="ja-JP" altLang="en-US" sz="4200" b="1" i="0" u="none" strike="noStrike" kern="1200" cap="none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 Bold" panose="020B0602020203020207" pitchFamily="50" charset="-128"/>
                <a:ea typeface="Gen Jyuu Gothic Bold" panose="020B0602020203020207" pitchFamily="50" charset="-128"/>
                <a:cs typeface="Gen Jyuu Gothic Bold" panose="020B0602020203020207" pitchFamily="50" charset="-128"/>
                <a:sym typeface="Arial"/>
              </a:rPr>
              <a:t>學習導師・中級</a:t>
            </a:r>
            <a:endParaRPr lang="ja-JP" altLang="en-US" sz="4200" b="1" i="0" u="none" strike="noStrike" kern="1200" cap="none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 Bold" panose="020B0602020203020207" pitchFamily="50" charset="-128"/>
              <a:ea typeface="Gen Jyuu Gothic Bold" panose="020B0602020203020207" pitchFamily="50" charset="-128"/>
              <a:cs typeface="Gen Jyuu Gothic Bold" panose="020B0602020203020207" pitchFamily="50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026470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1500" y="-36844"/>
            <a:ext cx="19983450" cy="114873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zh-TW" altLang="en-US"/>
              <a:t>按一下以編輯母片標題樣式 </a:t>
            </a:r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C0EF03-D6B3-CE56-533B-535D9DFA0793}"/>
              </a:ext>
            </a:extLst>
          </p:cNvPr>
          <p:cNvSpPr/>
          <p:nvPr userDrawn="1"/>
        </p:nvSpPr>
        <p:spPr>
          <a:xfrm>
            <a:off x="-38100" y="-151233"/>
            <a:ext cx="24403050" cy="189136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Google Shape;191;p60" descr="00新品牌元素-50.png">
            <a:extLst>
              <a:ext uri="{FF2B5EF4-FFF2-40B4-BE49-F238E27FC236}">
                <a16:creationId xmlns:a16="http://schemas.microsoft.com/office/drawing/2014/main" id="{30CA417C-C8B7-0AFC-3F11-7B07400254A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6200" y="-165077"/>
            <a:ext cx="1371600" cy="146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0;p60" descr="浮水印.png">
            <a:extLst>
              <a:ext uri="{FF2B5EF4-FFF2-40B4-BE49-F238E27FC236}">
                <a16:creationId xmlns:a16="http://schemas.microsoft.com/office/drawing/2014/main" id="{151502A3-5726-B337-1182-245A2ADF7D8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2574250" y="145476"/>
            <a:ext cx="1580320" cy="88698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286F6F29-2332-3D9E-E40D-AF2D204D300D}"/>
              </a:ext>
            </a:extLst>
          </p:cNvPr>
          <p:cNvSpPr txBox="1"/>
          <p:nvPr userDrawn="1"/>
        </p:nvSpPr>
        <p:spPr>
          <a:xfrm>
            <a:off x="1346200" y="-1056222"/>
            <a:ext cx="30988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0</a:t>
            </a:r>
            <a:r>
              <a:rPr kumimoji="1" lang="en-US" altLang="ja-JP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3</a:t>
            </a:r>
            <a:r>
              <a:rPr kumimoji="1" lang="zh-TW" altLang="en-US" sz="16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166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66ED131-2A2B-58C7-4569-0A0957402ACC}"/>
              </a:ext>
            </a:extLst>
          </p:cNvPr>
          <p:cNvSpPr txBox="1"/>
          <p:nvPr userDrawn="1"/>
        </p:nvSpPr>
        <p:spPr>
          <a:xfrm>
            <a:off x="2952115" y="355598"/>
            <a:ext cx="808082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手作りケーキ</a:t>
            </a:r>
            <a:endParaRPr kumimoji="1" lang="en-US" altLang="ja-JP" sz="28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24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第三課</a:t>
            </a:r>
          </a:p>
        </p:txBody>
      </p:sp>
    </p:spTree>
    <p:extLst>
      <p:ext uri="{BB962C8B-B14F-4D97-AF65-F5344CB8AC3E}">
        <p14:creationId xmlns:p14="http://schemas.microsoft.com/office/powerpoint/2010/main" val="274940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24846"/>
            <a:ext cx="21031200" cy="570241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20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05267"/>
            <a:ext cx="21031200" cy="300037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96618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0254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61146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363701"/>
            <a:ext cx="10312400" cy="165139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90254" y="5015101"/>
            <a:ext cx="10312400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1" y="3363702"/>
            <a:ext cx="10363202" cy="1651396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1" y="5015101"/>
            <a:ext cx="10363202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35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63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66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1"/>
            <a:ext cx="7863840" cy="320039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799"/>
            <a:ext cx="7863840" cy="76200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11787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0"/>
            <a:ext cx="7863840" cy="32004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800"/>
            <a:ext cx="7863840" cy="76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63508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89867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20724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20725"/>
            <a:ext cx="15468600" cy="11623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946938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35054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3321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Wingdings 2" pitchFamily="18" charset="2"/>
        <a:buChar char="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1">
            <a:extLst>
              <a:ext uri="{FF2B5EF4-FFF2-40B4-BE49-F238E27FC236}">
                <a16:creationId xmlns:a16="http://schemas.microsoft.com/office/drawing/2014/main" id="{42978BFF-C9BA-D65A-A597-87A395CE7C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1679070" y="6660848"/>
            <a:ext cx="21314280" cy="5032117"/>
          </a:xfrm>
        </p:spPr>
        <p:txBody>
          <a:bodyPr numCol="2">
            <a:norm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～め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「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 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は 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 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が」的四種句型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～はずだ 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vs. 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～べきだ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～そうになった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～と言えば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で（動作進行的人數）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～には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～らしい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～といい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せっかく～から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D9B722B-1BEB-4A9C-1D65-143E67B5ABB6}"/>
              </a:ext>
            </a:extLst>
          </p:cNvPr>
          <p:cNvSpPr txBox="1"/>
          <p:nvPr/>
        </p:nvSpPr>
        <p:spPr>
          <a:xfrm>
            <a:off x="1544081" y="-821209"/>
            <a:ext cx="30988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38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0</a:t>
            </a:r>
            <a:r>
              <a:rPr kumimoji="1" lang="en-US" altLang="ja-JP" sz="138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3</a:t>
            </a:r>
            <a:r>
              <a:rPr kumimoji="1" lang="zh-TW" altLang="en-US" sz="239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239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E093256-7AFB-4FC3-3F91-43D09072FD5D}"/>
              </a:ext>
            </a:extLst>
          </p:cNvPr>
          <p:cNvSpPr txBox="1"/>
          <p:nvPr/>
        </p:nvSpPr>
        <p:spPr>
          <a:xfrm>
            <a:off x="4036785" y="1239585"/>
            <a:ext cx="808082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手作りケーキ</a:t>
            </a:r>
            <a:endParaRPr kumimoji="1" lang="en-US" altLang="ja-JP" sz="40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36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第三課</a:t>
            </a:r>
          </a:p>
        </p:txBody>
      </p:sp>
    </p:spTree>
    <p:extLst>
      <p:ext uri="{BB962C8B-B14F-4D97-AF65-F5344CB8AC3E}">
        <p14:creationId xmlns:p14="http://schemas.microsoft.com/office/powerpoint/2010/main" val="169836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0CA02-6040-19FB-9926-42184DF9C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F248F616-1C94-3A9A-02A1-F91DA92F33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2E42168-F293-28CE-AB77-19C9FA4F9121}"/>
              </a:ext>
            </a:extLst>
          </p:cNvPr>
          <p:cNvSpPr txBox="1"/>
          <p:nvPr/>
        </p:nvSpPr>
        <p:spPr>
          <a:xfrm>
            <a:off x="1183163" y="3082851"/>
            <a:ext cx="22301713" cy="901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このコートは少し（　大きめ　／　大きいめ　）なので着やすいです。　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このバッグ（　はザインがいい　／　がデザインはいい　）が高すぎる　。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電車のドアが急に開いて、（　落ちそうになった　／　落としそうになった　）。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時間に遅れるなんて、約束した以上来る（　べきだった　／　はずだった　）。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今度の打ち合わせはわたしと佐藤君、二人（　で　／　と　）出ます。</a:t>
            </a:r>
            <a:endParaRPr lang="en-US" altLang="ja-JP" sz="4800" dirty="0"/>
          </a:p>
        </p:txBody>
      </p:sp>
    </p:spTree>
    <p:extLst>
      <p:ext uri="{BB962C8B-B14F-4D97-AF65-F5344CB8AC3E}">
        <p14:creationId xmlns:p14="http://schemas.microsoft.com/office/powerpoint/2010/main" val="1652940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B0968-5F74-6801-27C5-15198B0D9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A4A492C2-433B-ABFF-0E9D-DDD00A85692B}"/>
              </a:ext>
            </a:extLst>
          </p:cNvPr>
          <p:cNvSpPr txBox="1"/>
          <p:nvPr/>
        </p:nvSpPr>
        <p:spPr>
          <a:xfrm>
            <a:off x="1183163" y="3082851"/>
            <a:ext cx="22301713" cy="901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このコートは少し（　</a:t>
            </a:r>
            <a:r>
              <a:rPr lang="ja-JP" altLang="en-US" sz="4800" dirty="0">
                <a:solidFill>
                  <a:srgbClr val="1C85C9"/>
                </a:solidFill>
              </a:rPr>
              <a:t>大きめ　</a:t>
            </a:r>
            <a:r>
              <a:rPr lang="ja-JP" altLang="en-US" sz="4800" dirty="0"/>
              <a:t>／　大きいめ　）なので着やすいです。　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このバッグ（　</a:t>
            </a:r>
            <a:r>
              <a:rPr lang="ja-JP" altLang="en-US" sz="4800" dirty="0">
                <a:solidFill>
                  <a:srgbClr val="1C85C9"/>
                </a:solidFill>
              </a:rPr>
              <a:t>はザインがいい　</a:t>
            </a:r>
            <a:r>
              <a:rPr lang="ja-JP" altLang="en-US" sz="4800" dirty="0"/>
              <a:t>／　がデザインはいい　）が高すぎる　。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電車のドアが急に開いて、（　</a:t>
            </a:r>
            <a:r>
              <a:rPr lang="ja-JP" altLang="en-US" sz="4800" dirty="0">
                <a:solidFill>
                  <a:srgbClr val="1C85C9"/>
                </a:solidFill>
              </a:rPr>
              <a:t>落ちそうになった　</a:t>
            </a:r>
            <a:r>
              <a:rPr lang="ja-JP" altLang="en-US" sz="4800" dirty="0"/>
              <a:t>／　落としそうになった　）。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時間に遅れるなんて、約束した以上来る（</a:t>
            </a:r>
            <a:r>
              <a:rPr lang="ja-JP" altLang="en-US" sz="4800" dirty="0">
                <a:solidFill>
                  <a:srgbClr val="1C85C9"/>
                </a:solidFill>
              </a:rPr>
              <a:t>　べきだった　</a:t>
            </a:r>
            <a:r>
              <a:rPr lang="ja-JP" altLang="en-US" sz="4800" dirty="0"/>
              <a:t>／　はずだった　）。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今度の打ち合わせはわたしと佐藤君、二人（</a:t>
            </a:r>
            <a:r>
              <a:rPr lang="ja-JP" altLang="en-US" sz="4800" dirty="0">
                <a:solidFill>
                  <a:srgbClr val="1C85C9"/>
                </a:solidFill>
              </a:rPr>
              <a:t>　で</a:t>
            </a:r>
            <a:r>
              <a:rPr lang="ja-JP" altLang="en-US" sz="4800" dirty="0"/>
              <a:t>　／　と　）出ます。</a:t>
            </a:r>
            <a:endParaRPr lang="en-US" altLang="ja-JP" sz="4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450B515-79A9-D8D0-BFE2-577E7E43859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28628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9C232-8E7E-373C-6357-B83E851A1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3E1321ED-A884-C297-CFB0-67F0C676076A}"/>
              </a:ext>
            </a:extLst>
          </p:cNvPr>
          <p:cNvSpPr txBox="1"/>
          <p:nvPr/>
        </p:nvSpPr>
        <p:spPr>
          <a:xfrm>
            <a:off x="1183163" y="3082851"/>
            <a:ext cx="22301713" cy="901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わからないところがあったら、（　わかるといい／ググるといい　）。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韓国料理（　といえば／　には　）キムチが有名ですね　。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新しい仕事に慣れる（　といえば　／　には　）時間が必要だ　。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子どもは（　大人らしい　／　子どもらしい　）服を着たほうがいいと思う。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せっかく海まで来たから（　少しいようよ　／　今すぐ帰ろうよ　）。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A8A9AF6-D02B-8CD4-94E1-C846C64EEFE6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6040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3D607-E4FB-4A8E-F1AD-97A65F48C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416234E2-FFA5-B96D-4FC3-D48A487412C3}"/>
              </a:ext>
            </a:extLst>
          </p:cNvPr>
          <p:cNvSpPr txBox="1"/>
          <p:nvPr/>
        </p:nvSpPr>
        <p:spPr>
          <a:xfrm>
            <a:off x="1183163" y="3082851"/>
            <a:ext cx="22301713" cy="901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わからないところがあったら、（　わかるといい／</a:t>
            </a:r>
            <a:r>
              <a:rPr lang="ja-JP" altLang="en-US" sz="4800" dirty="0">
                <a:solidFill>
                  <a:srgbClr val="1C85C9"/>
                </a:solidFill>
              </a:rPr>
              <a:t>ググるといい　</a:t>
            </a:r>
            <a:r>
              <a:rPr lang="ja-JP" altLang="en-US" sz="4800" dirty="0"/>
              <a:t>）。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韓国料理（　</a:t>
            </a:r>
            <a:r>
              <a:rPr lang="ja-JP" altLang="en-US" sz="4800" dirty="0">
                <a:solidFill>
                  <a:srgbClr val="1C85C9"/>
                </a:solidFill>
              </a:rPr>
              <a:t>といえば</a:t>
            </a:r>
            <a:r>
              <a:rPr lang="ja-JP" altLang="en-US" sz="4800" dirty="0"/>
              <a:t>／　には　）キムチが有名ですね　。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新しい仕事に慣れる（　といえば　／　</a:t>
            </a:r>
            <a:r>
              <a:rPr lang="ja-JP" altLang="en-US" sz="4800" dirty="0">
                <a:solidFill>
                  <a:srgbClr val="1C85C9"/>
                </a:solidFill>
              </a:rPr>
              <a:t>には</a:t>
            </a:r>
            <a:r>
              <a:rPr lang="ja-JP" altLang="en-US" sz="4800" dirty="0"/>
              <a:t>　）時間が必要だ　。</a:t>
            </a:r>
            <a:endParaRPr lang="en-US" altLang="ja-JP" sz="4800" dirty="0"/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子どもは（　大人らしい　／　</a:t>
            </a:r>
            <a:r>
              <a:rPr lang="ja-JP" altLang="en-US" sz="4800" dirty="0">
                <a:solidFill>
                  <a:srgbClr val="1C85C9"/>
                </a:solidFill>
              </a:rPr>
              <a:t>子どもらしい　</a:t>
            </a:r>
            <a:r>
              <a:rPr lang="ja-JP" altLang="en-US" sz="4800" dirty="0"/>
              <a:t>）服を着たほうがいいと思う。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せっかく海まで来たから（</a:t>
            </a:r>
            <a:r>
              <a:rPr lang="ja-JP" altLang="en-US" sz="4800" dirty="0">
                <a:solidFill>
                  <a:srgbClr val="1C85C9"/>
                </a:solidFill>
              </a:rPr>
              <a:t>　少しいようよ　</a:t>
            </a:r>
            <a:r>
              <a:rPr lang="ja-JP" altLang="en-US" sz="4800" dirty="0"/>
              <a:t>／　今すぐ帰ろうよ　）。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20FD9CE-1CA9-7CB5-4FEA-3A928BC04BF4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93602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FCCD7-BC46-61BF-A726-6DB5636E6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A0A9A7DD-4824-32B1-92C5-83661D5721B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8AA8811-97ED-1E56-2010-AD0EF50A02EA}"/>
              </a:ext>
            </a:extLst>
          </p:cNvPr>
          <p:cNvSpPr txBox="1"/>
          <p:nvPr/>
        </p:nvSpPr>
        <p:spPr>
          <a:xfrm>
            <a:off x="1183163" y="3082851"/>
            <a:ext cx="22301713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4800" b="1" dirty="0"/>
              <a:t>問題１</a:t>
            </a:r>
          </a:p>
          <a:p>
            <a:pPr>
              <a:lnSpc>
                <a:spcPct val="150000"/>
              </a:lnSpc>
              <a:buNone/>
            </a:pPr>
            <a:r>
              <a:rPr lang="ja-JP" altLang="en-US" sz="4800" dirty="0"/>
              <a:t>中谷さんがチョコレートケーキを持ってきたことについて、筆者はどう思いましたか。</a:t>
            </a:r>
            <a:endParaRPr lang="en-US" altLang="ja-JP" sz="4800" dirty="0"/>
          </a:p>
          <a:p>
            <a:pPr marL="1371600" lvl="1" indent="-914400">
              <a:lnSpc>
                <a:spcPct val="150000"/>
              </a:lnSpc>
              <a:buAutoNum type="alphaUcPeriod"/>
            </a:pPr>
            <a:r>
              <a:rPr lang="ja-JP" altLang="en-US" sz="4800" dirty="0"/>
              <a:t>いつも中谷さんはお菓子を作ってくれるので、特に驚かなかった。</a:t>
            </a:r>
            <a:endParaRPr lang="en-US" altLang="ja-JP" sz="4800" dirty="0"/>
          </a:p>
          <a:p>
            <a:pPr marL="1371600" lvl="1" indent="-914400">
              <a:lnSpc>
                <a:spcPct val="150000"/>
              </a:lnSpc>
              <a:buAutoNum type="alphaUcPeriod"/>
            </a:pPr>
            <a:r>
              <a:rPr lang="ja-JP" altLang="en-US" sz="4800" dirty="0"/>
              <a:t>中谷さんは料理が得意だから、自分も見習おうと思った。</a:t>
            </a:r>
            <a:endParaRPr lang="en-US" altLang="ja-JP" sz="4800" dirty="0"/>
          </a:p>
          <a:p>
            <a:pPr marL="1371600" lvl="1" indent="-914400">
              <a:lnSpc>
                <a:spcPct val="150000"/>
              </a:lnSpc>
              <a:buAutoNum type="alphaUcPeriod"/>
            </a:pPr>
            <a:r>
              <a:rPr lang="ja-JP" altLang="en-US" sz="4800" dirty="0"/>
              <a:t>料理が苦手な中谷さんがケーキを作ったことに驚いた。</a:t>
            </a:r>
            <a:endParaRPr lang="en-US" altLang="ja-JP" sz="4800" dirty="0"/>
          </a:p>
          <a:p>
            <a:pPr marL="1371600" lvl="1" indent="-914400">
              <a:lnSpc>
                <a:spcPct val="150000"/>
              </a:lnSpc>
              <a:buAutoNum type="alphaUcPeriod"/>
            </a:pPr>
            <a:r>
              <a:rPr lang="ja-JP" altLang="en-US" sz="4800" dirty="0"/>
              <a:t>筆者はそのケーキを全部一人で食べたので、びっくりした。</a:t>
            </a:r>
            <a:endParaRPr lang="en-US" altLang="ja-JP" sz="4800" b="1" dirty="0"/>
          </a:p>
          <a:p>
            <a:pPr>
              <a:lnSpc>
                <a:spcPct val="150000"/>
              </a:lnSpc>
            </a:pPr>
            <a:endParaRPr lang="en-US" altLang="ja-JP" sz="4800" b="1" dirty="0"/>
          </a:p>
          <a:p>
            <a:endParaRPr lang="en-US" altLang="ja-JP" sz="4800" b="1" dirty="0"/>
          </a:p>
          <a:p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516855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E2514-EE97-0466-C267-A86BF7F13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45A33E10-0925-FAFA-4123-41616063520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76C0BFA-88EA-2889-E4AA-B79CEF3B7D79}"/>
              </a:ext>
            </a:extLst>
          </p:cNvPr>
          <p:cNvSpPr txBox="1"/>
          <p:nvPr/>
        </p:nvSpPr>
        <p:spPr>
          <a:xfrm>
            <a:off x="1183163" y="3082851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4800" b="1" dirty="0"/>
              <a:t>問題１</a:t>
            </a:r>
          </a:p>
          <a:p>
            <a:pPr>
              <a:lnSpc>
                <a:spcPct val="150000"/>
              </a:lnSpc>
              <a:buNone/>
            </a:pPr>
            <a:r>
              <a:rPr lang="ja-JP" altLang="en-US" sz="4800" dirty="0"/>
              <a:t>中谷さんがチョコレートケーキを持ってきたことについて、筆者はどう思いましたか。</a:t>
            </a:r>
            <a:endParaRPr lang="en-US" altLang="ja-JP" sz="4800" dirty="0"/>
          </a:p>
          <a:p>
            <a:pPr marL="1371600" lvl="1" indent="-914400">
              <a:lnSpc>
                <a:spcPct val="150000"/>
              </a:lnSpc>
              <a:buAutoNum type="alphaUcPeriod"/>
            </a:pPr>
            <a:r>
              <a:rPr lang="ja-JP" altLang="en-US" sz="4800" dirty="0"/>
              <a:t>いつも中谷さんはお菓子を作ってくれるので、特に驚かなかった。</a:t>
            </a:r>
            <a:endParaRPr lang="en-US" altLang="ja-JP" sz="4800" dirty="0"/>
          </a:p>
          <a:p>
            <a:pPr marL="1371600" lvl="1" indent="-914400">
              <a:lnSpc>
                <a:spcPct val="150000"/>
              </a:lnSpc>
              <a:buAutoNum type="alphaUcPeriod"/>
            </a:pPr>
            <a:r>
              <a:rPr lang="ja-JP" altLang="en-US" sz="4800" dirty="0"/>
              <a:t>中谷さんは料理が得意だから、自分も見習おうと思った。</a:t>
            </a:r>
            <a:endParaRPr lang="en-US" altLang="ja-JP" sz="4800" dirty="0"/>
          </a:p>
          <a:p>
            <a:pPr marL="1371600" lvl="1" indent="-914400">
              <a:lnSpc>
                <a:spcPct val="150000"/>
              </a:lnSpc>
              <a:buAutoNum type="alphaUcPeriod"/>
            </a:pPr>
            <a:r>
              <a:rPr lang="ja-JP" altLang="en-US" sz="4800" dirty="0">
                <a:solidFill>
                  <a:srgbClr val="1C85C9"/>
                </a:solidFill>
              </a:rPr>
              <a:t>料理が苦手な中谷さんがケーキを作ったことに驚いた。</a:t>
            </a:r>
            <a:endParaRPr lang="en-US" altLang="ja-JP" sz="4800" dirty="0">
              <a:solidFill>
                <a:srgbClr val="1C85C9"/>
              </a:solidFill>
            </a:endParaRPr>
          </a:p>
          <a:p>
            <a:pPr marL="1371600" lvl="1" indent="-914400">
              <a:lnSpc>
                <a:spcPct val="150000"/>
              </a:lnSpc>
              <a:buAutoNum type="alphaUcPeriod"/>
            </a:pPr>
            <a:r>
              <a:rPr lang="ja-JP" altLang="en-US" sz="4800" dirty="0"/>
              <a:t>筆者はそのケーキを全部一人で食べたので、びっくりした。</a:t>
            </a:r>
            <a:endParaRPr lang="en-US" altLang="ja-JP" sz="4800" b="1" dirty="0"/>
          </a:p>
          <a:p>
            <a:endParaRPr lang="en-US" altLang="ja-JP" sz="4800" b="1" dirty="0"/>
          </a:p>
          <a:p>
            <a:endParaRPr lang="en-US" altLang="ja-JP" sz="48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2E4D65C-88C5-2B53-5C50-C6995B266059}"/>
              </a:ext>
            </a:extLst>
          </p:cNvPr>
          <p:cNvSpPr txBox="1"/>
          <p:nvPr/>
        </p:nvSpPr>
        <p:spPr>
          <a:xfrm>
            <a:off x="1185672" y="10021342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「中谷さんは料理が苦手なはずです。」という描写から、</a:t>
            </a:r>
            <a:r>
              <a:rPr lang="en-US" altLang="ja-JP" sz="4800" dirty="0"/>
              <a:t>C</a:t>
            </a:r>
            <a:r>
              <a:rPr lang="ja-JP" altLang="en-US" sz="4800" dirty="0"/>
              <a:t>が正しい。</a:t>
            </a:r>
          </a:p>
        </p:txBody>
      </p:sp>
    </p:spTree>
    <p:extLst>
      <p:ext uri="{BB962C8B-B14F-4D97-AF65-F5344CB8AC3E}">
        <p14:creationId xmlns:p14="http://schemas.microsoft.com/office/powerpoint/2010/main" val="3752334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F482E-7812-EAAF-8E06-502F877D3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F076D3C2-E036-1E0D-8390-8EEEFA171CC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A1BEF9D-AEE7-B80F-AC0A-FC3098D38003}"/>
              </a:ext>
            </a:extLst>
          </p:cNvPr>
          <p:cNvSpPr txBox="1"/>
          <p:nvPr/>
        </p:nvSpPr>
        <p:spPr>
          <a:xfrm>
            <a:off x="1183163" y="3082851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4800" b="1" dirty="0"/>
              <a:t>問題２</a:t>
            </a:r>
          </a:p>
          <a:p>
            <a:pPr>
              <a:lnSpc>
                <a:spcPct val="150000"/>
              </a:lnSpc>
              <a:buNone/>
            </a:pPr>
            <a:r>
              <a:rPr lang="ja-JP" altLang="en-US" sz="4800" dirty="0"/>
              <a:t>中谷さんがケーキを炊飯器で作った理由として、最も適当なものはどれですか。</a:t>
            </a:r>
            <a:endParaRPr lang="en-US" altLang="ja-JP" sz="4800" dirty="0"/>
          </a:p>
          <a:p>
            <a:pPr marL="1371600" lvl="1" indent="-914400">
              <a:lnSpc>
                <a:spcPct val="150000"/>
              </a:lnSpc>
              <a:buAutoNum type="alphaUcPeriod"/>
            </a:pPr>
            <a:r>
              <a:rPr lang="ja-JP" altLang="en-US" sz="4800" dirty="0"/>
              <a:t>オーブンが壊れていたから。</a:t>
            </a:r>
            <a:endParaRPr lang="en-US" altLang="ja-JP" sz="4800" dirty="0"/>
          </a:p>
          <a:p>
            <a:pPr marL="1371600" lvl="1" indent="-914400">
              <a:lnSpc>
                <a:spcPct val="150000"/>
              </a:lnSpc>
              <a:buAutoNum type="alphaUcPeriod"/>
            </a:pPr>
            <a:r>
              <a:rPr lang="ja-JP" altLang="en-US" sz="4800" dirty="0"/>
              <a:t>炊飯器の使い方を覚えたかったから。</a:t>
            </a:r>
            <a:endParaRPr lang="en-US" altLang="ja-JP" sz="4800" dirty="0"/>
          </a:p>
          <a:p>
            <a:pPr marL="1371600" lvl="1" indent="-914400">
              <a:lnSpc>
                <a:spcPct val="150000"/>
              </a:lnSpc>
              <a:buAutoNum type="alphaUcPeriod"/>
            </a:pPr>
            <a:r>
              <a:rPr lang="ja-JP" altLang="en-US" sz="4800" dirty="0"/>
              <a:t>材料が簡単に手に入ったから。</a:t>
            </a:r>
            <a:endParaRPr lang="en-US" altLang="ja-JP" sz="4800" dirty="0"/>
          </a:p>
          <a:p>
            <a:pPr marL="1371600" lvl="1" indent="-914400">
              <a:lnSpc>
                <a:spcPct val="150000"/>
              </a:lnSpc>
              <a:buAutoNum type="alphaUcPeriod"/>
            </a:pPr>
            <a:r>
              <a:rPr lang="ja-JP" altLang="en-US" sz="4800" dirty="0"/>
              <a:t>買った炊飯器を有効に使いたかったから。</a:t>
            </a:r>
            <a:endParaRPr lang="en-US" altLang="ja-JP" sz="4800" b="1" dirty="0"/>
          </a:p>
          <a:p>
            <a:endParaRPr lang="en-US" altLang="ja-JP" sz="4800" b="1" dirty="0"/>
          </a:p>
          <a:p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1115666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D37D0-1F5C-E2F5-5621-6869245E8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B8881DE8-02EF-A5E2-CC8D-D896560461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91972DE-32A1-4F65-4F05-A0720EBE7D72}"/>
              </a:ext>
            </a:extLst>
          </p:cNvPr>
          <p:cNvSpPr txBox="1"/>
          <p:nvPr/>
        </p:nvSpPr>
        <p:spPr>
          <a:xfrm>
            <a:off x="1183163" y="3082851"/>
            <a:ext cx="22301713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4800" b="1" dirty="0"/>
              <a:t>問題２</a:t>
            </a:r>
          </a:p>
          <a:p>
            <a:pPr>
              <a:lnSpc>
                <a:spcPct val="150000"/>
              </a:lnSpc>
              <a:buNone/>
            </a:pPr>
            <a:r>
              <a:rPr lang="ja-JP" altLang="en-US" sz="4800" dirty="0"/>
              <a:t>中谷さんがケーキを炊飯器で作った理由として、最も適当なものはどれですか。</a:t>
            </a:r>
            <a:endParaRPr lang="en-US" altLang="ja-JP" sz="4800" dirty="0"/>
          </a:p>
          <a:p>
            <a:pPr marL="1371600" lvl="1" indent="-914400">
              <a:lnSpc>
                <a:spcPct val="150000"/>
              </a:lnSpc>
              <a:buAutoNum type="alphaUcPeriod"/>
            </a:pPr>
            <a:r>
              <a:rPr lang="ja-JP" altLang="en-US" sz="4800" dirty="0"/>
              <a:t>オーブンが壊れていたから。</a:t>
            </a:r>
            <a:endParaRPr lang="en-US" altLang="ja-JP" sz="4800" dirty="0"/>
          </a:p>
          <a:p>
            <a:pPr marL="1371600" lvl="1" indent="-914400">
              <a:lnSpc>
                <a:spcPct val="150000"/>
              </a:lnSpc>
              <a:buAutoNum type="alphaUcPeriod"/>
            </a:pPr>
            <a:r>
              <a:rPr lang="ja-JP" altLang="en-US" sz="4800" dirty="0"/>
              <a:t>炊飯器の使い方を覚えたかったから。</a:t>
            </a:r>
            <a:endParaRPr lang="en-US" altLang="ja-JP" sz="4800" dirty="0"/>
          </a:p>
          <a:p>
            <a:pPr marL="1371600" lvl="1" indent="-914400">
              <a:lnSpc>
                <a:spcPct val="150000"/>
              </a:lnSpc>
              <a:buAutoNum type="alphaUcPeriod"/>
            </a:pPr>
            <a:r>
              <a:rPr lang="ja-JP" altLang="en-US" sz="4800" dirty="0"/>
              <a:t>材料が簡単に手に入ったから。</a:t>
            </a:r>
            <a:endParaRPr lang="en-US" altLang="ja-JP" sz="4800" dirty="0"/>
          </a:p>
          <a:p>
            <a:pPr marL="1371600" lvl="1" indent="-914400">
              <a:lnSpc>
                <a:spcPct val="150000"/>
              </a:lnSpc>
              <a:buAutoNum type="alphaUcPeriod"/>
            </a:pPr>
            <a:r>
              <a:rPr lang="ja-JP" altLang="en-US" sz="4800" dirty="0">
                <a:solidFill>
                  <a:srgbClr val="1C85C9"/>
                </a:solidFill>
              </a:rPr>
              <a:t>買った炊飯器を有効に使いたかったから。</a:t>
            </a:r>
            <a:endParaRPr lang="en-US" altLang="ja-JP" sz="4800" b="1" dirty="0">
              <a:solidFill>
                <a:srgbClr val="1C85C9"/>
              </a:solidFill>
            </a:endParaRPr>
          </a:p>
          <a:p>
            <a:pPr>
              <a:lnSpc>
                <a:spcPct val="150000"/>
              </a:lnSpc>
            </a:pPr>
            <a:endParaRPr lang="en-US" altLang="ja-JP" sz="4800" b="1" dirty="0"/>
          </a:p>
          <a:p>
            <a:endParaRPr lang="en-US" altLang="ja-JP" sz="4800" b="1" dirty="0"/>
          </a:p>
          <a:p>
            <a:endParaRPr lang="en-US" altLang="ja-JP" sz="48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99D7CA2-E01E-EF9A-3A96-A250130CADCE}"/>
              </a:ext>
            </a:extLst>
          </p:cNvPr>
          <p:cNvSpPr txBox="1"/>
          <p:nvPr/>
        </p:nvSpPr>
        <p:spPr>
          <a:xfrm>
            <a:off x="1185672" y="10021342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「せっかく炊飯器を買ったんだから、ちゃんと使おうと思って。」と本文に明記。</a:t>
            </a:r>
          </a:p>
        </p:txBody>
      </p:sp>
    </p:spTree>
    <p:extLst>
      <p:ext uri="{BB962C8B-B14F-4D97-AF65-F5344CB8AC3E}">
        <p14:creationId xmlns:p14="http://schemas.microsoft.com/office/powerpoint/2010/main" val="3822570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F9413-1E46-C93C-F4C8-1E4033CEB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F8764CF5-4492-3E99-6F71-EF38B6558A1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567368A-DCF2-5747-4802-FD4DFD36BEE9}"/>
              </a:ext>
            </a:extLst>
          </p:cNvPr>
          <p:cNvSpPr txBox="1"/>
          <p:nvPr/>
        </p:nvSpPr>
        <p:spPr>
          <a:xfrm>
            <a:off x="1183163" y="3082851"/>
            <a:ext cx="22301713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4800" b="1" dirty="0"/>
              <a:t>問題３</a:t>
            </a:r>
          </a:p>
          <a:p>
            <a:pPr>
              <a:lnSpc>
                <a:spcPct val="150000"/>
              </a:lnSpc>
              <a:buNone/>
            </a:pPr>
            <a:r>
              <a:rPr lang="ja-JP" altLang="en-US" sz="4800" dirty="0"/>
              <a:t>この話の最後で筆者が感じたこととして、最も適当なものはどれですか。</a:t>
            </a:r>
            <a:endParaRPr lang="en-US" altLang="ja-JP" sz="4800" dirty="0"/>
          </a:p>
          <a:p>
            <a:pPr marL="1371600" lvl="1" indent="-914400">
              <a:lnSpc>
                <a:spcPct val="150000"/>
              </a:lnSpc>
              <a:buAutoNum type="alphaUcPeriod"/>
            </a:pPr>
            <a:r>
              <a:rPr lang="ja-JP" altLang="en-US" sz="4800" dirty="0"/>
              <a:t>外食が多い中谷さんは、もう健康が心配だと思った。</a:t>
            </a:r>
            <a:endParaRPr lang="en-US" altLang="ja-JP" sz="4800" dirty="0"/>
          </a:p>
          <a:p>
            <a:pPr marL="1371600" lvl="1" indent="-914400">
              <a:lnSpc>
                <a:spcPct val="150000"/>
              </a:lnSpc>
              <a:buAutoNum type="alphaUcPeriod"/>
            </a:pPr>
            <a:r>
              <a:rPr lang="ja-JP" altLang="en-US" sz="4800" dirty="0"/>
              <a:t>自分も料理が上手になれるように頑張ろうと思った。</a:t>
            </a:r>
            <a:endParaRPr lang="en-US" altLang="ja-JP" sz="4800" dirty="0"/>
          </a:p>
          <a:p>
            <a:pPr marL="1371600" lvl="1" indent="-914400">
              <a:lnSpc>
                <a:spcPct val="150000"/>
              </a:lnSpc>
              <a:buAutoNum type="alphaUcPeriod"/>
            </a:pPr>
            <a:r>
              <a:rPr lang="ja-JP" altLang="en-US" sz="4800" dirty="0"/>
              <a:t>中谷さんが料理に前向きになったことをうれしく思った。</a:t>
            </a:r>
            <a:endParaRPr lang="en-US" altLang="ja-JP" sz="4800" dirty="0"/>
          </a:p>
          <a:p>
            <a:pPr marL="1371600" lvl="1" indent="-914400">
              <a:lnSpc>
                <a:spcPct val="150000"/>
              </a:lnSpc>
              <a:buAutoNum type="alphaUcPeriod"/>
            </a:pPr>
            <a:r>
              <a:rPr lang="ja-JP" altLang="en-US" sz="4800" dirty="0"/>
              <a:t>ケーキを作りすぎて、どうすればよいか困った。</a:t>
            </a:r>
            <a:endParaRPr lang="en-US" altLang="ja-JP" sz="4800" b="1" dirty="0"/>
          </a:p>
          <a:p>
            <a:endParaRPr lang="en-US" altLang="ja-JP" sz="4800" b="1" dirty="0"/>
          </a:p>
          <a:p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2652490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21789-91DE-B9CC-828C-8FDDBB1F0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4D6A9489-4878-BE4F-E7BC-4413FB4B86B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CEC3119-014E-23AB-521F-A15AACF1921D}"/>
              </a:ext>
            </a:extLst>
          </p:cNvPr>
          <p:cNvSpPr txBox="1"/>
          <p:nvPr/>
        </p:nvSpPr>
        <p:spPr>
          <a:xfrm>
            <a:off x="1183163" y="3082851"/>
            <a:ext cx="22301713" cy="8956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4800" b="1" dirty="0"/>
              <a:t>問題３</a:t>
            </a:r>
          </a:p>
          <a:p>
            <a:pPr>
              <a:lnSpc>
                <a:spcPct val="150000"/>
              </a:lnSpc>
              <a:buNone/>
            </a:pPr>
            <a:r>
              <a:rPr lang="ja-JP" altLang="en-US" sz="4800" dirty="0"/>
              <a:t>この話の最後で筆者が感じたこととして、最も適当なものはどれですか。</a:t>
            </a:r>
            <a:endParaRPr lang="en-US" altLang="ja-JP" sz="4800" dirty="0"/>
          </a:p>
          <a:p>
            <a:pPr marL="1371600" lvl="1" indent="-914400">
              <a:lnSpc>
                <a:spcPct val="150000"/>
              </a:lnSpc>
              <a:buAutoNum type="alphaUcPeriod"/>
            </a:pPr>
            <a:r>
              <a:rPr lang="ja-JP" altLang="en-US" sz="4800" dirty="0"/>
              <a:t>外食が多い中谷さんは、もう健康が心配だと思った。</a:t>
            </a:r>
            <a:endParaRPr lang="en-US" altLang="ja-JP" sz="4800" dirty="0"/>
          </a:p>
          <a:p>
            <a:pPr marL="1371600" lvl="1" indent="-914400">
              <a:lnSpc>
                <a:spcPct val="150000"/>
              </a:lnSpc>
              <a:buAutoNum type="alphaUcPeriod"/>
            </a:pPr>
            <a:r>
              <a:rPr lang="ja-JP" altLang="en-US" sz="4800" dirty="0"/>
              <a:t>自分も料理が上手になれるように頑張ろうと思った。</a:t>
            </a:r>
            <a:endParaRPr lang="en-US" altLang="ja-JP" sz="4800" dirty="0"/>
          </a:p>
          <a:p>
            <a:pPr marL="1371600" lvl="1" indent="-914400">
              <a:lnSpc>
                <a:spcPct val="150000"/>
              </a:lnSpc>
              <a:buAutoNum type="alphaUcPeriod"/>
            </a:pPr>
            <a:r>
              <a:rPr lang="ja-JP" altLang="en-US" sz="4800" dirty="0">
                <a:solidFill>
                  <a:srgbClr val="1C85C9"/>
                </a:solidFill>
              </a:rPr>
              <a:t>中谷さんが料理に前向きになったことをうれしく思った。</a:t>
            </a:r>
            <a:endParaRPr lang="en-US" altLang="ja-JP" sz="4800" dirty="0">
              <a:solidFill>
                <a:srgbClr val="1C85C9"/>
              </a:solidFill>
            </a:endParaRPr>
          </a:p>
          <a:p>
            <a:pPr marL="1371600" lvl="1" indent="-914400">
              <a:lnSpc>
                <a:spcPct val="150000"/>
              </a:lnSpc>
              <a:buAutoNum type="alphaUcPeriod"/>
            </a:pPr>
            <a:r>
              <a:rPr lang="ja-JP" altLang="en-US" sz="4800" dirty="0"/>
              <a:t>ケーキを作りすぎて、どうすればよいか困った。</a:t>
            </a:r>
            <a:endParaRPr lang="en-US" altLang="ja-JP" sz="4800" b="1" dirty="0"/>
          </a:p>
          <a:p>
            <a:pPr>
              <a:lnSpc>
                <a:spcPct val="150000"/>
              </a:lnSpc>
            </a:pPr>
            <a:endParaRPr lang="en-US" altLang="ja-JP" sz="4800" b="1" dirty="0"/>
          </a:p>
          <a:p>
            <a:endParaRPr lang="en-US" altLang="ja-JP" sz="4800" b="1" dirty="0"/>
          </a:p>
          <a:p>
            <a:endParaRPr lang="en-US" altLang="ja-JP" sz="48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B4489D7-8B18-7189-0C94-4A65C90E0D37}"/>
              </a:ext>
            </a:extLst>
          </p:cNvPr>
          <p:cNvSpPr txBox="1"/>
          <p:nvPr/>
        </p:nvSpPr>
        <p:spPr>
          <a:xfrm>
            <a:off x="1185672" y="10021342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 「これからはもう大丈夫そうな気がしました。」という記述から</a:t>
            </a:r>
            <a:r>
              <a:rPr lang="en-US" altLang="ja-JP" sz="4800" dirty="0"/>
              <a:t>C</a:t>
            </a:r>
            <a:r>
              <a:rPr lang="ja-JP" altLang="en-US" sz="4800" dirty="0"/>
              <a:t>が適切。</a:t>
            </a:r>
          </a:p>
        </p:txBody>
      </p:sp>
    </p:spTree>
    <p:extLst>
      <p:ext uri="{BB962C8B-B14F-4D97-AF65-F5344CB8AC3E}">
        <p14:creationId xmlns:p14="http://schemas.microsoft.com/office/powerpoint/2010/main" val="2056490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C9886-A626-60D2-71B1-29A110E7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0CAF9C41-14FE-17B0-CE76-741338CCF4CA}"/>
              </a:ext>
            </a:extLst>
          </p:cNvPr>
          <p:cNvSpPr txBox="1"/>
          <p:nvPr/>
        </p:nvSpPr>
        <p:spPr>
          <a:xfrm>
            <a:off x="1041143" y="2911401"/>
            <a:ext cx="22301713" cy="12144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1.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他從沒遲到過，應該是遇到什麼事了。</a:t>
            </a:r>
            <a:endParaRPr lang="en-US" altLang="zh-TW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Font typeface="+mj-lt"/>
              <a:buAutoNum type="arabicPeriod"/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2.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差點就要把咖啡打翻了。</a:t>
            </a:r>
            <a:endParaRPr lang="en-US" altLang="zh-TW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Font typeface="+mj-lt"/>
              <a:buAutoNum type="arabicPeriod"/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3.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要去美國，必須取得簽證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。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Font typeface="+mj-lt"/>
              <a:buAutoNum type="arabicPeriod"/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4.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好不容易才能見到老師，所以我一定要和他合照。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  <a:buNone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03D1CF9-DD25-80A8-9AAB-6951F4DE9AD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3698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F746B-A71A-5831-AE7E-4BDEAAF6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CBBDA580-651C-4AFA-39BC-9F7B54D9DFBA}"/>
              </a:ext>
            </a:extLst>
          </p:cNvPr>
          <p:cNvSpPr txBox="1"/>
          <p:nvPr/>
        </p:nvSpPr>
        <p:spPr>
          <a:xfrm>
            <a:off x="1041143" y="2911401"/>
            <a:ext cx="22301713" cy="13252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1.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他從沒遲到過，應該是遇到什麼事了。</a:t>
            </a:r>
            <a:endParaRPr lang="en-US" altLang="zh-TW" sz="4800" b="1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4800" b="1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    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彼は今まで遅刻したことがないから、何かあったはずだ。</a:t>
            </a:r>
            <a:endParaRPr lang="en-US" altLang="ja-JP" sz="4800" b="1" dirty="0">
              <a:solidFill>
                <a:srgbClr val="1C85C9"/>
              </a:solidFill>
              <a:latin typeface="BIZ UDGothic" panose="020B0400000000000000" pitchFamily="33" charset="-128"/>
              <a:ea typeface="BIZ UDGothic" panose="020B0400000000000000" pitchFamily="33" charset="-128"/>
            </a:endParaRPr>
          </a:p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2.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差點就要把咖啡打翻了。</a:t>
            </a:r>
            <a:endParaRPr lang="en-US" altLang="zh-TW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ja-JP" altLang="en-US" sz="4800" b="1" dirty="0">
                <a:solidFill>
                  <a:srgbClr val="E46D4B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　　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コーヒーをこぼしそうになった。</a:t>
            </a:r>
            <a:endParaRPr lang="en-US" altLang="ja-JP" sz="4800" b="1" dirty="0">
              <a:solidFill>
                <a:srgbClr val="1C85C9"/>
              </a:solidFill>
              <a:latin typeface="BIZ UDGothic" panose="020B0400000000000000" pitchFamily="33" charset="-128"/>
              <a:ea typeface="BIZ UDGothic" panose="020B0400000000000000" pitchFamily="33" charset="-128"/>
            </a:endParaRPr>
          </a:p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3.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要去美國，必須取得簽證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。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　</a:t>
            </a:r>
            <a:r>
              <a:rPr lang="ja-JP" altLang="en-US" sz="4800" b="1" dirty="0">
                <a:solidFill>
                  <a:srgbClr val="E46D4B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　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アメリカに行くには、ビザを取らなければなりません。</a:t>
            </a:r>
            <a:endParaRPr lang="en-US" altLang="ja-JP" sz="4800" b="1" dirty="0">
              <a:solidFill>
                <a:srgbClr val="1C85C9"/>
              </a:solidFill>
              <a:latin typeface="BIZ UDGothic" panose="020B0400000000000000" pitchFamily="33" charset="-128"/>
              <a:ea typeface="BIZ UDGothic" panose="020B0400000000000000" pitchFamily="33" charset="-128"/>
            </a:endParaRPr>
          </a:p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4.	</a:t>
            </a:r>
            <a:r>
              <a:rPr lang="zh-TW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好不容易才能見到老師，所以我一定要和他合照。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ja-JP" altLang="en-US" sz="4800" dirty="0">
                <a:solidFill>
                  <a:srgbClr val="E46D4B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　　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せっかく先生に会えたから、一緒に写真を撮らなければならない。</a:t>
            </a:r>
            <a:endParaRPr lang="en-US" altLang="ja-JP" sz="4800" dirty="0">
              <a:latin typeface="BIZ UDGothic" panose="020B0400000000000000" pitchFamily="33" charset="-128"/>
              <a:ea typeface="BIZ UDGothic" panose="020B0400000000000000" pitchFamily="33" charset="-128"/>
            </a:endParaRPr>
          </a:p>
          <a:p>
            <a:pPr marL="914400" indent="-914400">
              <a:lnSpc>
                <a:spcPct val="150000"/>
              </a:lnSpc>
              <a:buAutoNum type="arabicPeriod" startAt="2"/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  <a:buNone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EF006DD-708A-A917-58CA-597F9BD1007A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017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"/>
          <p:cNvSpPr/>
          <p:nvPr/>
        </p:nvSpPr>
        <p:spPr>
          <a:xfrm>
            <a:off x="-1800" y="0"/>
            <a:ext cx="24387600" cy="137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imSun"/>
              <a:buNone/>
            </a:pPr>
            <a:endParaRPr sz="3600" b="0" i="0" u="none" strike="noStrike" cap="none" dirty="0">
              <a:solidFill>
                <a:srgbClr val="FFFFFF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304" name="Google Shape;304;p19"/>
          <p:cNvSpPr txBox="1">
            <a:spLocks noGrp="1"/>
          </p:cNvSpPr>
          <p:nvPr>
            <p:ph type="ctrTitle" idx="4294967295"/>
          </p:nvPr>
        </p:nvSpPr>
        <p:spPr>
          <a:xfrm>
            <a:off x="3048000" y="6874950"/>
            <a:ext cx="18288000" cy="387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91350" rIns="91350" bIns="9135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Microsoft JhengHei"/>
              <a:buNone/>
            </a:pPr>
            <a:r>
              <a:rPr lang="en-US" sz="880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Microsoft JhengHei"/>
              </a:rPr>
              <a:t>また次回の授業でお会いしましょう</a:t>
            </a:r>
            <a:endParaRPr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</a:endParaRPr>
          </a:p>
        </p:txBody>
      </p:sp>
      <p:grpSp>
        <p:nvGrpSpPr>
          <p:cNvPr id="305" name="Google Shape;305;p19"/>
          <p:cNvGrpSpPr/>
          <p:nvPr/>
        </p:nvGrpSpPr>
        <p:grpSpPr>
          <a:xfrm>
            <a:off x="10521949" y="2253139"/>
            <a:ext cx="3340119" cy="4440061"/>
            <a:chOff x="-1" y="-2"/>
            <a:chExt cx="3340118" cy="4440059"/>
          </a:xfrm>
        </p:grpSpPr>
        <p:cxnSp>
          <p:nvCxnSpPr>
            <p:cNvPr id="306" name="Google Shape;306;p19"/>
            <p:cNvCxnSpPr/>
            <p:nvPr/>
          </p:nvCxnSpPr>
          <p:spPr>
            <a:xfrm rot="10800000">
              <a:off x="319467" y="1446531"/>
              <a:ext cx="1179133" cy="1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dash"/>
              <a:bevel/>
              <a:headEnd type="none" w="sm" len="sm"/>
              <a:tailEnd type="oval" w="med" len="med"/>
            </a:ln>
          </p:spPr>
        </p:cxnSp>
        <p:grpSp>
          <p:nvGrpSpPr>
            <p:cNvPr id="307" name="Google Shape;307;p19"/>
            <p:cNvGrpSpPr/>
            <p:nvPr/>
          </p:nvGrpSpPr>
          <p:grpSpPr>
            <a:xfrm>
              <a:off x="-1" y="-2"/>
              <a:ext cx="3340118" cy="2879716"/>
              <a:chOff x="-1" y="-1"/>
              <a:chExt cx="3340117" cy="2879714"/>
            </a:xfrm>
          </p:grpSpPr>
          <p:sp>
            <p:nvSpPr>
              <p:cNvPr id="308" name="Google Shape;308;p19"/>
              <p:cNvSpPr/>
              <p:nvPr/>
            </p:nvSpPr>
            <p:spPr>
              <a:xfrm>
                <a:off x="-1" y="-1"/>
                <a:ext cx="3340117" cy="287971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894020" y="719932"/>
                <a:ext cx="1495801" cy="149580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140105" y="105120"/>
                <a:ext cx="3048625" cy="262839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7F7F7F"/>
                </a:solidFill>
                <a:prstDash val="dot"/>
                <a:bevel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</p:grpSp>
        <p:sp>
          <p:nvSpPr>
            <p:cNvPr id="313" name="Google Shape;313;p19"/>
            <p:cNvSpPr txBox="1"/>
            <p:nvPr/>
          </p:nvSpPr>
          <p:spPr>
            <a:xfrm>
              <a:off x="244517" y="2606355"/>
              <a:ext cx="2839800" cy="1833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50" tIns="91350" rIns="91350" bIns="9135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79B6"/>
                </a:buClr>
                <a:buSzPts val="10800"/>
                <a:buFont typeface="Microsoft Yahei"/>
                <a:buNone/>
              </a:pPr>
              <a:r>
                <a:rPr lang="en-US" sz="10800" b="1" i="0" u="none" strike="noStrike" cap="none" dirty="0">
                  <a:solidFill>
                    <a:srgbClr val="4079B6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FC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D5229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endParaRPr sz="1400" b="0" i="0" u="none" strike="noStrike" cap="none" dirty="0">
                <a:solidFill>
                  <a:srgbClr val="000000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Arial"/>
                <a:sym typeface="Arial"/>
              </a:endParaRPr>
            </a:p>
          </p:txBody>
        </p:sp>
        <p:pic>
          <p:nvPicPr>
            <p:cNvPr id="314" name="Google Shape;314;p19" descr="Google Shape;425;p5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5868" y="955041"/>
              <a:ext cx="1888364" cy="106268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8F8F8F"/>
      </a:accent3>
      <a:accent4>
        <a:srgbClr val="707070"/>
      </a:accent4>
      <a:accent5>
        <a:srgbClr val="B2C1DB"/>
      </a:accent5>
      <a:accent6>
        <a:srgbClr val="AE4845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TM02900720[[fn=要素]]</Template>
  <TotalTime>606</TotalTime>
  <Words>1669</Words>
  <Application>Microsoft Office PowerPoint</Application>
  <PresentationFormat>ユーザー設定</PresentationFormat>
  <Paragraphs>108</Paragraphs>
  <Slides>14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8" baseType="lpstr">
      <vt:lpstr>Wingdings 2</vt:lpstr>
      <vt:lpstr>Calibri</vt:lpstr>
      <vt:lpstr>Gen Jyuu Gothic Bold</vt:lpstr>
      <vt:lpstr>Microsoft JhengHei</vt:lpstr>
      <vt:lpstr>BIZ UDGothic</vt:lpstr>
      <vt:lpstr>Microsoft JhengHei Light</vt:lpstr>
      <vt:lpstr>BIZ UDPGothic</vt:lpstr>
      <vt:lpstr>HGPSoeiKakugothicUB</vt:lpstr>
      <vt:lpstr>Arial</vt:lpstr>
      <vt:lpstr>Calibri Light</vt:lpstr>
      <vt:lpstr>Gen Jyuu GothicL Bold</vt:lpstr>
      <vt:lpstr>Microsoft Yahei</vt:lpstr>
      <vt:lpstr>SimSun</vt:lpstr>
      <vt:lpstr>HDOfficeLightV0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また次回の授業でお会いしましょう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嘉展 張</cp:lastModifiedBy>
  <cp:revision>2</cp:revision>
  <dcterms:modified xsi:type="dcterms:W3CDTF">2025-08-20T12:39:06Z</dcterms:modified>
</cp:coreProperties>
</file>