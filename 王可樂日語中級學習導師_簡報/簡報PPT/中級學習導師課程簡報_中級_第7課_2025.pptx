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9" r:id="rId3"/>
    <p:sldId id="351" r:id="rId4"/>
    <p:sldId id="336" r:id="rId5"/>
    <p:sldId id="361" r:id="rId6"/>
    <p:sldId id="345" r:id="rId7"/>
    <p:sldId id="358" r:id="rId8"/>
    <p:sldId id="346" r:id="rId9"/>
    <p:sldId id="347" r:id="rId10"/>
    <p:sldId id="354" r:id="rId11"/>
    <p:sldId id="355" r:id="rId12"/>
    <p:sldId id="343" r:id="rId13"/>
    <p:sldId id="342"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E84582-9F37-4D59-BACD-42A3116A9691}" v="1" dt="2025-08-20T12:40:20.33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snapToGrid="0">
      <p:cViewPr varScale="1">
        <p:scale>
          <a:sx n="56" d="100"/>
          <a:sy n="56" d="100"/>
        </p:scale>
        <p:origin x="558" y="1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F2E84582-9F37-4D59-BACD-42A3116A9691}"/>
    <pc:docChg chg="modMainMaster">
      <pc:chgData name="嘉展 張" userId="56c0cc265fef7f12" providerId="LiveId" clId="{F2E84582-9F37-4D59-BACD-42A3116A9691}" dt="2025-08-20T12:40:20.331" v="0"/>
      <pc:docMkLst>
        <pc:docMk/>
      </pc:docMkLst>
      <pc:sldMasterChg chg="modSldLayout">
        <pc:chgData name="嘉展 張" userId="56c0cc265fef7f12" providerId="LiveId" clId="{F2E84582-9F37-4D59-BACD-42A3116A9691}" dt="2025-08-20T12:40:20.331" v="0"/>
        <pc:sldMasterMkLst>
          <pc:docMk/>
          <pc:sldMasterMk cId="2733321511" sldId="2147483688"/>
        </pc:sldMasterMkLst>
        <pc:sldLayoutChg chg="modSp">
          <pc:chgData name="嘉展 張" userId="56c0cc265fef7f12" providerId="LiveId" clId="{F2E84582-9F37-4D59-BACD-42A3116A9691}" dt="2025-08-20T12:40:20.331" v="0"/>
          <pc:sldLayoutMkLst>
            <pc:docMk/>
            <pc:sldMasterMk cId="2733321511" sldId="2147483688"/>
            <pc:sldLayoutMk cId="810264706" sldId="2147483689"/>
          </pc:sldLayoutMkLst>
          <pc:spChg chg="mod">
            <ac:chgData name="嘉展 張" userId="56c0cc265fef7f12" providerId="LiveId" clId="{F2E84582-9F37-4D59-BACD-42A3116A9691}" dt="2025-08-20T12:40:20.331" v="0"/>
            <ac:spMkLst>
              <pc:docMk/>
              <pc:sldMasterMk cId="2733321511" sldId="2147483688"/>
              <pc:sldLayoutMk cId="810264706" sldId="2147483689"/>
              <ac:spMk id="19" creationId="{3F54C1E6-3D7F-502D-6C15-E0DC042557B2}"/>
            </ac:spMkLst>
          </pc:spChg>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2T16:19:08.886" v="267" actId="6549"/>
      <pc:docMkLst>
        <pc:docMk/>
      </pc:docMkLst>
      <pc:sldChg chg="modSp mod">
        <pc:chgData name="嘉展 張" userId="56c0cc265fef7f12" providerId="LiveId" clId="{0BB0EFE5-82D4-4395-89A8-40A71B510EC6}" dt="2025-07-10T08:46:27.999" v="29"/>
        <pc:sldMkLst>
          <pc:docMk/>
          <pc:sldMk cId="1698366788" sldId="274"/>
        </pc:sldMkLst>
      </pc:sldChg>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2T16:19:02.441" v="263" actId="6549"/>
        <pc:sldMkLst>
          <pc:docMk/>
          <pc:sldMk cId="3383698067" sldId="342"/>
        </pc:sldMkLst>
      </pc:sldChg>
      <pc:sldChg chg="modSp mod">
        <pc:chgData name="嘉展 張" userId="56c0cc265fef7f12" providerId="LiveId" clId="{0BB0EFE5-82D4-4395-89A8-40A71B510EC6}" dt="2025-07-12T16:19:08.886" v="267" actId="6549"/>
        <pc:sldMkLst>
          <pc:docMk/>
          <pc:sldMk cId="345017411" sldId="343"/>
        </pc:sldMkLst>
      </pc:sldChg>
      <pc:sldChg chg="modSp mod">
        <pc:chgData name="嘉展 張" userId="56c0cc265fef7f12" providerId="LiveId" clId="{0BB0EFE5-82D4-4395-89A8-40A71B510EC6}" dt="2025-07-10T10:53:44.580" v="152" actId="15"/>
        <pc:sldMkLst>
          <pc:docMk/>
          <pc:sldMk cId="3752334464" sldId="345"/>
        </pc:sldMkLst>
      </pc:sldChg>
      <pc:sldChg chg="modSp mod">
        <pc:chgData name="嘉展 張" userId="56c0cc265fef7f12" providerId="LiveId" clId="{0BB0EFE5-82D4-4395-89A8-40A71B510EC6}" dt="2025-07-10T10:55:02.259" v="162" actId="15"/>
        <pc:sldMkLst>
          <pc:docMk/>
          <pc:sldMk cId="1115666099" sldId="346"/>
        </pc:sldMkLst>
      </pc:sldChg>
      <pc:sldChg chg="modSp mod">
        <pc:chgData name="嘉展 張" userId="56c0cc265fef7f12" providerId="LiveId" clId="{0BB0EFE5-82D4-4395-89A8-40A71B510EC6}" dt="2025-07-10T10:55:31.608" v="165"/>
        <pc:sldMkLst>
          <pc:docMk/>
          <pc:sldMk cId="3822570613" sldId="347"/>
        </pc:sldMkLst>
      </pc:sldChg>
      <pc:sldChg chg="modSp mod">
        <pc:chgData name="嘉展 張" userId="56c0cc265fef7f12" providerId="LiveId" clId="{0BB0EFE5-82D4-4395-89A8-40A71B510EC6}" dt="2025-07-10T09:31:21.243" v="73"/>
        <pc:sldMkLst>
          <pc:docMk/>
          <pc:sldMk cId="732333138" sldId="351"/>
        </pc:sldMkLst>
      </pc:sldChg>
      <pc:sldChg chg="modSp mod">
        <pc:chgData name="嘉展 張" userId="56c0cc265fef7f12" providerId="LiveId" clId="{0BB0EFE5-82D4-4395-89A8-40A71B510EC6}" dt="2025-07-10T10:57:53.903" v="167" actId="15"/>
        <pc:sldMkLst>
          <pc:docMk/>
          <pc:sldMk cId="2503062332" sldId="354"/>
        </pc:sldMkLst>
      </pc:sldChg>
      <pc:sldChg chg="modSp mod">
        <pc:chgData name="嘉展 張" userId="56c0cc265fef7f12" providerId="LiveId" clId="{0BB0EFE5-82D4-4395-89A8-40A71B510EC6}" dt="2025-07-10T10:58:11.544" v="170"/>
        <pc:sldMkLst>
          <pc:docMk/>
          <pc:sldMk cId="2169278876" sldId="355"/>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sldMasterChg chg="modSldLayout">
        <pc:chgData name="嘉展 張" userId="56c0cc265fef7f12" providerId="LiveId" clId="{0BB0EFE5-82D4-4395-89A8-40A71B510EC6}" dt="2025-07-10T10:53:10.532" v="150" actId="20577"/>
        <pc:sldMasterMkLst>
          <pc:docMk/>
          <pc:sldMasterMk cId="2733321511" sldId="2147483688"/>
        </pc:sldMasterMkLst>
        <pc:sldLayoutChg chg="modSp mod">
          <pc:chgData name="嘉展 張" userId="56c0cc265fef7f12" providerId="LiveId" clId="{0BB0EFE5-82D4-4395-89A8-40A71B510EC6}" dt="2025-07-10T10:53:10.532" v="150"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2025/8/20</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2A350-B6C1-742F-B5AE-2819E48B83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5FDB47E-6094-D346-2799-A8C066C3B8A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477B647-F565-395E-D257-4836AFA7E5B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066861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F4579-EC49-74F7-731C-CF35115D7FF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56E8282-F896-AF4E-2FE7-D71647B8033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00342D6-751C-5997-C484-428A8A45982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540578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DEAAD-B6A3-DA90-8711-79EDF0A5E01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0F2F2D5-37B0-ED76-2DA9-2AB9B239036F}"/>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06BB702A-95BF-143C-2F2A-93219883D01A}"/>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271903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310-7F58-FA17-6341-7E5E80802E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7D5293-8193-FF20-FA48-8B4F973985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804C5F3-E8CC-A1B4-0A04-FF293BA0514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924699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7</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喧嘩の仲裁</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第七課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8/20/2025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8/20/2025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8/20/2025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8/20/2025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～ことに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～てきた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～ていく</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～たところ</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気味</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～きる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～きれない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なんて</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くらいなら</a:t>
            </a:r>
            <a:r>
              <a:rPr lang="en-US" altLang="ja-JP" sz="4800" dirty="0">
                <a:latin typeface="BIZ UDGothic" panose="020B0600070205080204" charset="-128"/>
                <a:ea typeface="BIZ UDGothic" panose="020B0600070205080204" charset="-128"/>
              </a:rPr>
              <a:t>B</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～による（～によって）</a:t>
            </a:r>
          </a:p>
          <a:p>
            <a:pPr marL="685800" indent="-685800">
              <a:buFont typeface="Arial" panose="020B0604020202020204" pitchFamily="34" charset="0"/>
              <a:buChar char="•"/>
            </a:pPr>
            <a:r>
              <a:rPr lang="en-US" altLang="ja-JP" sz="4800" dirty="0">
                <a:latin typeface="BIZ UDGothic" panose="020B0600070205080204" charset="-128"/>
                <a:ea typeface="BIZ UDGothic" panose="020B0600070205080204" charset="-128"/>
              </a:rPr>
              <a:t>A</a:t>
            </a:r>
            <a:r>
              <a:rPr lang="ja-JP" altLang="en-US" sz="4800" dirty="0">
                <a:latin typeface="BIZ UDGothic" panose="020B0600070205080204" charset="-128"/>
                <a:ea typeface="BIZ UDGothic" panose="020B0600070205080204" charset="-128"/>
              </a:rPr>
              <a:t>ほど～</a:t>
            </a:r>
            <a:r>
              <a:rPr lang="en-US" altLang="ja-JP" sz="4800" dirty="0">
                <a:latin typeface="BIZ UDGothic" panose="020B0600070205080204" charset="-128"/>
                <a:ea typeface="BIZ UDGothic" panose="020B0600070205080204" charset="-128"/>
              </a:rPr>
              <a:t>B</a:t>
            </a:r>
            <a:r>
              <a:rPr lang="ja-JP" altLang="en-US" sz="4800" dirty="0">
                <a:latin typeface="BIZ UDGothic" panose="020B0600070205080204" charset="-128"/>
                <a:ea typeface="BIZ UDGothic" panose="020B0600070205080204" charset="-128"/>
              </a:rPr>
              <a:t>はない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い形容詞的動詞化</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07</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喧嘩の仲裁</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第七課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驚いた（　ところに　／　ことに　）、彼はまだその事件のことを覚えていた。</a:t>
            </a:r>
          </a:p>
          <a:p>
            <a:pPr marL="914400" indent="-914400">
              <a:lnSpc>
                <a:spcPct val="200000"/>
              </a:lnSpc>
              <a:buFont typeface="+mj-lt"/>
              <a:buAutoNum type="arabicPeriod"/>
            </a:pPr>
            <a:r>
              <a:rPr lang="ja-JP" altLang="en-US" sz="4800" dirty="0"/>
              <a:t>だんだん寒く（　なってきた　／　なっていく　）ので、暖房をつけました。</a:t>
            </a:r>
          </a:p>
          <a:p>
            <a:pPr marL="914400" indent="-914400">
              <a:lnSpc>
                <a:spcPct val="200000"/>
              </a:lnSpc>
              <a:buFont typeface="+mj-lt"/>
              <a:buAutoNum type="arabicPeriod"/>
            </a:pPr>
            <a:r>
              <a:rPr lang="ja-JP" altLang="en-US" sz="4800" dirty="0"/>
              <a:t>駅に着いた（　ことに、電車が来た　／　ところ、電車はちょうど出た　）。</a:t>
            </a:r>
          </a:p>
          <a:p>
            <a:pPr marL="914400" indent="-914400">
              <a:lnSpc>
                <a:spcPct val="200000"/>
              </a:lnSpc>
              <a:buFont typeface="+mj-lt"/>
              <a:buAutoNum type="arabicPeriod"/>
            </a:pPr>
            <a:r>
              <a:rPr lang="ja-JP" altLang="en-US" sz="4800" dirty="0"/>
              <a:t>風邪（　気味なので　／　っぽいので　）、今日は早めに寝ます。</a:t>
            </a:r>
          </a:p>
          <a:p>
            <a:pPr marL="914400" indent="-914400">
              <a:lnSpc>
                <a:spcPct val="200000"/>
              </a:lnSpc>
              <a:buFont typeface="+mj-lt"/>
              <a:buAutoNum type="arabicPeriod"/>
            </a:pPr>
            <a:r>
              <a:rPr lang="ja-JP" altLang="en-US" sz="4800" dirty="0"/>
              <a:t>このラーメンは、量が多くて一人ではとても食べ（　きれない　／　きたところだ　）。</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0CC0-9AEB-CEDC-011A-75914E0C47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A69BD8C-0913-B381-ABCA-CA713C77BC80}"/>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驚いた（　ところに</a:t>
            </a:r>
            <a:r>
              <a:rPr lang="ja-JP" altLang="en-US" sz="4800" dirty="0">
                <a:solidFill>
                  <a:srgbClr val="1C85C9"/>
                </a:solidFill>
              </a:rPr>
              <a:t>　</a:t>
            </a:r>
            <a:r>
              <a:rPr lang="ja-JP" altLang="en-US" sz="4800" dirty="0"/>
              <a:t>／　</a:t>
            </a:r>
            <a:r>
              <a:rPr lang="ja-JP" altLang="en-US" sz="4800" dirty="0">
                <a:solidFill>
                  <a:srgbClr val="1C85C9"/>
                </a:solidFill>
              </a:rPr>
              <a:t>ことに</a:t>
            </a:r>
            <a:r>
              <a:rPr lang="ja-JP" altLang="en-US" sz="4800" dirty="0"/>
              <a:t>　）、彼はまだその事件のことを覚えていた。</a:t>
            </a:r>
          </a:p>
          <a:p>
            <a:pPr marL="914400" indent="-914400">
              <a:lnSpc>
                <a:spcPct val="200000"/>
              </a:lnSpc>
              <a:buFont typeface="+mj-lt"/>
              <a:buAutoNum type="arabicPeriod"/>
            </a:pPr>
            <a:r>
              <a:rPr lang="ja-JP" altLang="en-US" sz="4800" dirty="0"/>
              <a:t>だんだん寒く（　</a:t>
            </a:r>
            <a:r>
              <a:rPr lang="ja-JP" altLang="en-US" sz="4800" dirty="0">
                <a:solidFill>
                  <a:srgbClr val="1C85C9"/>
                </a:solidFill>
              </a:rPr>
              <a:t>なってきた　</a:t>
            </a:r>
            <a:r>
              <a:rPr lang="ja-JP" altLang="en-US" sz="4800" dirty="0"/>
              <a:t>／　なっていく　）ので、暖房をつけました。</a:t>
            </a:r>
          </a:p>
          <a:p>
            <a:pPr marL="914400" indent="-914400">
              <a:lnSpc>
                <a:spcPct val="200000"/>
              </a:lnSpc>
              <a:buFont typeface="+mj-lt"/>
              <a:buAutoNum type="arabicPeriod"/>
            </a:pPr>
            <a:r>
              <a:rPr lang="ja-JP" altLang="en-US" sz="4800" dirty="0"/>
              <a:t>駅に着いた（　ことに、電車が来た　／　</a:t>
            </a:r>
            <a:r>
              <a:rPr lang="ja-JP" altLang="en-US" sz="4800" dirty="0">
                <a:solidFill>
                  <a:srgbClr val="1C85C9"/>
                </a:solidFill>
              </a:rPr>
              <a:t>ところ、電車はちょうど出た　</a:t>
            </a:r>
            <a:r>
              <a:rPr lang="ja-JP" altLang="en-US" sz="4800" dirty="0"/>
              <a:t>）。</a:t>
            </a:r>
          </a:p>
          <a:p>
            <a:pPr marL="914400" indent="-914400">
              <a:lnSpc>
                <a:spcPct val="200000"/>
              </a:lnSpc>
              <a:buFont typeface="+mj-lt"/>
              <a:buAutoNum type="arabicPeriod"/>
            </a:pPr>
            <a:r>
              <a:rPr lang="ja-JP" altLang="en-US" sz="4800" dirty="0"/>
              <a:t>風邪（　</a:t>
            </a:r>
            <a:r>
              <a:rPr lang="ja-JP" altLang="en-US" sz="4800" dirty="0">
                <a:solidFill>
                  <a:srgbClr val="1C85C9"/>
                </a:solidFill>
              </a:rPr>
              <a:t>気味なので　</a:t>
            </a:r>
            <a:r>
              <a:rPr lang="ja-JP" altLang="en-US" sz="4800" dirty="0"/>
              <a:t>／　っぽいので　）、今日は早めに寝ます。</a:t>
            </a:r>
          </a:p>
          <a:p>
            <a:pPr marL="914400" indent="-914400">
              <a:lnSpc>
                <a:spcPct val="200000"/>
              </a:lnSpc>
              <a:buFont typeface="+mj-lt"/>
              <a:buAutoNum type="arabicPeriod"/>
            </a:pPr>
            <a:r>
              <a:rPr lang="ja-JP" altLang="en-US" sz="4800" dirty="0"/>
              <a:t>このラーメンは、量が多くて一人ではとても食べ（　</a:t>
            </a:r>
            <a:r>
              <a:rPr lang="ja-JP" altLang="en-US" sz="4800" dirty="0">
                <a:solidFill>
                  <a:srgbClr val="1C85C9"/>
                </a:solidFill>
              </a:rPr>
              <a:t>きれない</a:t>
            </a:r>
            <a:r>
              <a:rPr lang="ja-JP" altLang="en-US" sz="4800" dirty="0"/>
              <a:t>　／　きたところだ　）。</a:t>
            </a:r>
          </a:p>
        </p:txBody>
      </p:sp>
      <p:sp>
        <p:nvSpPr>
          <p:cNvPr id="2" name="標題 1">
            <a:extLst>
              <a:ext uri="{FF2B5EF4-FFF2-40B4-BE49-F238E27FC236}">
                <a16:creationId xmlns:a16="http://schemas.microsoft.com/office/drawing/2014/main" id="{822ABB65-5595-9560-BE75-B242D3F7621E}"/>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32333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9C232-8E7E-373C-6357-B83E851A1F59}"/>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3E1321ED-A884-C297-CFB0-67F0C676076A}"/>
              </a:ext>
            </a:extLst>
          </p:cNvPr>
          <p:cNvSpPr txBox="1"/>
          <p:nvPr/>
        </p:nvSpPr>
        <p:spPr>
          <a:xfrm>
            <a:off x="1183163" y="2225601"/>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この美術館は学生（　のことに入れない　／　による割引がある　）。</a:t>
            </a:r>
          </a:p>
          <a:p>
            <a:pPr marL="914400" indent="-914400">
              <a:lnSpc>
                <a:spcPct val="200000"/>
              </a:lnSpc>
              <a:buFont typeface="+mj-lt"/>
              <a:buAutoNum type="arabicPeriod" startAt="6"/>
            </a:pPr>
            <a:r>
              <a:rPr lang="ja-JP" altLang="en-US" sz="4800" dirty="0"/>
              <a:t>彼女（　くらい絵がきれない　／　ほど絵がうまい人はいない　）。</a:t>
            </a:r>
          </a:p>
          <a:p>
            <a:pPr marL="914400" indent="-914400">
              <a:lnSpc>
                <a:spcPct val="200000"/>
              </a:lnSpc>
              <a:buFont typeface="+mj-lt"/>
              <a:buAutoNum type="arabicPeriod" startAt="6"/>
            </a:pPr>
            <a:r>
              <a:rPr lang="ja-JP" altLang="en-US" sz="4800" dirty="0"/>
              <a:t>この程度の問題（　くらいなら我慢できる　／　ほどなら休んだ方がいい　）。</a:t>
            </a:r>
          </a:p>
          <a:p>
            <a:pPr marL="914400" indent="-914400">
              <a:lnSpc>
                <a:spcPct val="200000"/>
              </a:lnSpc>
              <a:buFont typeface="+mj-lt"/>
              <a:buAutoNum type="arabicPeriod" startAt="6"/>
            </a:pPr>
            <a:r>
              <a:rPr lang="ja-JP" altLang="en-US" sz="4800" dirty="0"/>
              <a:t>あんなに強かったチームが負けるなんて（　にちがいない　／　信じられない　）。</a:t>
            </a:r>
          </a:p>
          <a:p>
            <a:pPr marL="914400" indent="-914400">
              <a:lnSpc>
                <a:spcPct val="200000"/>
              </a:lnSpc>
              <a:buFont typeface="+mj-lt"/>
              <a:buAutoNum type="arabicPeriod" startAt="6"/>
            </a:pPr>
            <a:r>
              <a:rPr lang="ja-JP" altLang="en-US" sz="4800" dirty="0"/>
              <a:t>日本語の読解力を（　高める　／　高まる　）ために、毎日新聞を読んでいる。</a:t>
            </a:r>
          </a:p>
        </p:txBody>
      </p:sp>
      <p:sp>
        <p:nvSpPr>
          <p:cNvPr id="2" name="標題 1">
            <a:extLst>
              <a:ext uri="{FF2B5EF4-FFF2-40B4-BE49-F238E27FC236}">
                <a16:creationId xmlns:a16="http://schemas.microsoft.com/office/drawing/2014/main" id="{AA8A9AF6-D02B-8CD4-94E1-C846C64EEFE6}"/>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67604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4B5B9-20AA-A5E8-822F-3E77F5DA2F83}"/>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D3C86872-797E-45A6-C1F1-5B2E43038ED2}"/>
              </a:ext>
            </a:extLst>
          </p:cNvPr>
          <p:cNvSpPr txBox="1"/>
          <p:nvPr/>
        </p:nvSpPr>
        <p:spPr>
          <a:xfrm>
            <a:off x="1183163" y="2225601"/>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この美術館は学生（　のことに入れない　／　</a:t>
            </a:r>
            <a:r>
              <a:rPr lang="ja-JP" altLang="en-US" sz="4800" dirty="0">
                <a:solidFill>
                  <a:srgbClr val="1C85C9"/>
                </a:solidFill>
              </a:rPr>
              <a:t>による割引がある　</a:t>
            </a:r>
            <a:r>
              <a:rPr lang="ja-JP" altLang="en-US" sz="4800" dirty="0"/>
              <a:t>）。</a:t>
            </a:r>
          </a:p>
          <a:p>
            <a:pPr marL="914400" indent="-914400">
              <a:lnSpc>
                <a:spcPct val="200000"/>
              </a:lnSpc>
              <a:buFont typeface="+mj-lt"/>
              <a:buAutoNum type="arabicPeriod" startAt="6"/>
            </a:pPr>
            <a:r>
              <a:rPr lang="ja-JP" altLang="en-US" sz="4800" dirty="0"/>
              <a:t>彼女（　くらい絵がきれない　／　</a:t>
            </a:r>
            <a:r>
              <a:rPr lang="ja-JP" altLang="en-US" sz="4800" dirty="0">
                <a:solidFill>
                  <a:srgbClr val="1C85C9"/>
                </a:solidFill>
              </a:rPr>
              <a:t>ほど絵がうまい人はいない　</a:t>
            </a:r>
            <a:r>
              <a:rPr lang="ja-JP" altLang="en-US" sz="4800" dirty="0"/>
              <a:t>）。</a:t>
            </a:r>
          </a:p>
          <a:p>
            <a:pPr marL="914400" indent="-914400">
              <a:lnSpc>
                <a:spcPct val="200000"/>
              </a:lnSpc>
              <a:buFont typeface="+mj-lt"/>
              <a:buAutoNum type="arabicPeriod" startAt="6"/>
            </a:pPr>
            <a:r>
              <a:rPr lang="ja-JP" altLang="en-US" sz="4800" dirty="0"/>
              <a:t>この程度の問題（　</a:t>
            </a:r>
            <a:r>
              <a:rPr lang="ja-JP" altLang="en-US" sz="4800" dirty="0">
                <a:solidFill>
                  <a:srgbClr val="1C85C9"/>
                </a:solidFill>
              </a:rPr>
              <a:t>くらいなら我慢できる　</a:t>
            </a:r>
            <a:r>
              <a:rPr lang="ja-JP" altLang="en-US" sz="4800" dirty="0"/>
              <a:t>／　ほどなら休んだ方がいい　）。</a:t>
            </a:r>
          </a:p>
          <a:p>
            <a:pPr marL="914400" indent="-914400">
              <a:lnSpc>
                <a:spcPct val="200000"/>
              </a:lnSpc>
              <a:buFont typeface="+mj-lt"/>
              <a:buAutoNum type="arabicPeriod" startAt="6"/>
            </a:pPr>
            <a:r>
              <a:rPr lang="ja-JP" altLang="en-US" sz="4800" dirty="0"/>
              <a:t>あんなに強かったチームが負けるなんて（　にちがいない　／　</a:t>
            </a:r>
            <a:r>
              <a:rPr lang="ja-JP" altLang="en-US" sz="4800" dirty="0">
                <a:solidFill>
                  <a:srgbClr val="1C85C9"/>
                </a:solidFill>
              </a:rPr>
              <a:t>信じられない</a:t>
            </a:r>
            <a:r>
              <a:rPr lang="ja-JP" altLang="en-US" sz="4800" dirty="0"/>
              <a:t>　）。</a:t>
            </a:r>
          </a:p>
          <a:p>
            <a:pPr marL="914400" indent="-914400">
              <a:lnSpc>
                <a:spcPct val="200000"/>
              </a:lnSpc>
              <a:buFont typeface="+mj-lt"/>
              <a:buAutoNum type="arabicPeriod" startAt="6"/>
            </a:pPr>
            <a:r>
              <a:rPr lang="ja-JP" altLang="en-US" sz="4800" dirty="0"/>
              <a:t>日本語の読解力を（</a:t>
            </a:r>
            <a:r>
              <a:rPr lang="ja-JP" altLang="en-US" sz="4800" dirty="0">
                <a:solidFill>
                  <a:srgbClr val="1C85C9"/>
                </a:solidFill>
              </a:rPr>
              <a:t>　高める　</a:t>
            </a:r>
            <a:r>
              <a:rPr lang="ja-JP" altLang="en-US" sz="4800" dirty="0"/>
              <a:t>／　高まる　）ために、毎日新聞を読んでいる。</a:t>
            </a:r>
          </a:p>
        </p:txBody>
      </p:sp>
      <p:sp>
        <p:nvSpPr>
          <p:cNvPr id="2" name="標題 1">
            <a:extLst>
              <a:ext uri="{FF2B5EF4-FFF2-40B4-BE49-F238E27FC236}">
                <a16:creationId xmlns:a16="http://schemas.microsoft.com/office/drawing/2014/main" id="{4DAAD53E-8309-612E-BDBB-12612DCB32E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771378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28F0A653-E125-10F4-6790-C8025C1EBB43}"/>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中谷さんが岩崎さんに怒っていた理由は何ですか。</a:t>
            </a:r>
          </a:p>
          <a:p>
            <a:pPr lvl="1" algn="just">
              <a:lnSpc>
                <a:spcPct val="150000"/>
              </a:lnSpc>
            </a:pPr>
            <a:r>
              <a:rPr lang="en-US" altLang="ja-JP" sz="4800" dirty="0"/>
              <a:t>A. </a:t>
            </a:r>
            <a:r>
              <a:rPr lang="ja-JP" altLang="en-US" sz="4800" dirty="0"/>
              <a:t>岩崎さんが約束を忘れてしまったから。</a:t>
            </a:r>
          </a:p>
          <a:p>
            <a:pPr lvl="1" algn="just">
              <a:lnSpc>
                <a:spcPct val="150000"/>
              </a:lnSpc>
            </a:pPr>
            <a:r>
              <a:rPr lang="en-US" altLang="ja-JP" sz="4800" dirty="0"/>
              <a:t>B. </a:t>
            </a:r>
            <a:r>
              <a:rPr lang="ja-JP" altLang="en-US" sz="4800" dirty="0"/>
              <a:t>一緒に見る予定だった映画を、他の友達と見に行ってしまったから。</a:t>
            </a:r>
          </a:p>
          <a:p>
            <a:pPr lvl="1" algn="just">
              <a:lnSpc>
                <a:spcPct val="150000"/>
              </a:lnSpc>
            </a:pPr>
            <a:r>
              <a:rPr lang="en-US" altLang="ja-JP" sz="4800" dirty="0"/>
              <a:t>C. </a:t>
            </a:r>
            <a:r>
              <a:rPr lang="ja-JP" altLang="en-US" sz="4800" dirty="0"/>
              <a:t>岩崎さんが中谷さんの悪口を言ったから。</a:t>
            </a:r>
          </a:p>
          <a:p>
            <a:pPr lvl="1" algn="just">
              <a:lnSpc>
                <a:spcPct val="150000"/>
              </a:lnSpc>
            </a:pPr>
            <a:r>
              <a:rPr lang="en-US" altLang="ja-JP" sz="4800" dirty="0"/>
              <a:t>D. </a:t>
            </a:r>
            <a:r>
              <a:rPr lang="ja-JP" altLang="en-US" sz="4800" dirty="0"/>
              <a:t>映画に誘ってくれなかったから。</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375233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中谷さんが岩崎さんに怒っていた理由は何ですか。</a:t>
            </a:r>
          </a:p>
          <a:p>
            <a:pPr lvl="1" algn="just">
              <a:lnSpc>
                <a:spcPct val="150000"/>
              </a:lnSpc>
            </a:pPr>
            <a:r>
              <a:rPr lang="en-US" altLang="ja-JP" sz="4800" dirty="0"/>
              <a:t>A. </a:t>
            </a:r>
            <a:r>
              <a:rPr lang="ja-JP" altLang="en-US" sz="4800" dirty="0"/>
              <a:t>岩崎さんが約束を忘れてしまったから。</a:t>
            </a:r>
          </a:p>
          <a:p>
            <a:pPr lvl="1" algn="just">
              <a:lnSpc>
                <a:spcPct val="150000"/>
              </a:lnSpc>
            </a:pPr>
            <a:r>
              <a:rPr lang="en-US" altLang="ja-JP" sz="4800" dirty="0">
                <a:solidFill>
                  <a:srgbClr val="1C85C9"/>
                </a:solidFill>
              </a:rPr>
              <a:t>B. </a:t>
            </a:r>
            <a:r>
              <a:rPr lang="ja-JP" altLang="en-US" sz="4800" dirty="0">
                <a:solidFill>
                  <a:srgbClr val="1C85C9"/>
                </a:solidFill>
              </a:rPr>
              <a:t>一緒に見る予定だった映画を、他の友達と見に行ってしまったから。</a:t>
            </a:r>
          </a:p>
          <a:p>
            <a:pPr lvl="1" algn="just">
              <a:lnSpc>
                <a:spcPct val="150000"/>
              </a:lnSpc>
            </a:pPr>
            <a:r>
              <a:rPr lang="en-US" altLang="ja-JP" sz="4800" dirty="0"/>
              <a:t>C. </a:t>
            </a:r>
            <a:r>
              <a:rPr lang="ja-JP" altLang="en-US" sz="4800" dirty="0"/>
              <a:t>岩崎さんが中谷さんの悪口を言ったから。</a:t>
            </a:r>
          </a:p>
          <a:p>
            <a:pPr lvl="1" algn="just">
              <a:lnSpc>
                <a:spcPct val="150000"/>
              </a:lnSpc>
            </a:pPr>
            <a:r>
              <a:rPr lang="en-US" altLang="ja-JP" sz="4800" dirty="0"/>
              <a:t>D. </a:t>
            </a:r>
            <a:r>
              <a:rPr lang="ja-JP" altLang="en-US" sz="4800" dirty="0"/>
              <a:t>映画に誘ってくれなかったから。</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7387907C-4FF0-D60B-5B22-CC1EE6A1DD01}"/>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「いっしょに見る予定だった映画を岩崎さんが他の友達と見に行ってしまったらしい」と明記されている。</a:t>
            </a:r>
          </a:p>
        </p:txBody>
      </p:sp>
    </p:spTree>
    <p:extLst>
      <p:ext uri="{BB962C8B-B14F-4D97-AF65-F5344CB8AC3E}">
        <p14:creationId xmlns:p14="http://schemas.microsoft.com/office/powerpoint/2010/main" val="419317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筆者が「そんなの大したことじゃないよ」と言ったのは、どんなことに対してですか。</a:t>
            </a:r>
          </a:p>
          <a:p>
            <a:pPr lvl="1" algn="just">
              <a:lnSpc>
                <a:spcPct val="150000"/>
              </a:lnSpc>
            </a:pPr>
            <a:r>
              <a:rPr lang="en-US" altLang="ja-JP" sz="4800" dirty="0"/>
              <a:t>A. </a:t>
            </a:r>
            <a:r>
              <a:rPr lang="ja-JP" altLang="en-US" sz="4800" dirty="0"/>
              <a:t>中谷さんが岩崎さんにプレゼントをあげること。</a:t>
            </a:r>
          </a:p>
          <a:p>
            <a:pPr lvl="1" algn="just">
              <a:lnSpc>
                <a:spcPct val="150000"/>
              </a:lnSpc>
            </a:pPr>
            <a:r>
              <a:rPr lang="en-US" altLang="ja-JP" sz="4800" dirty="0"/>
              <a:t>B. </a:t>
            </a:r>
            <a:r>
              <a:rPr lang="ja-JP" altLang="en-US" sz="4800" dirty="0"/>
              <a:t>中谷さんが岩崎さんに映画の内容を話してしまったこと。</a:t>
            </a:r>
          </a:p>
          <a:p>
            <a:pPr lvl="1" algn="just">
              <a:lnSpc>
                <a:spcPct val="150000"/>
              </a:lnSpc>
            </a:pPr>
            <a:r>
              <a:rPr lang="en-US" altLang="ja-JP" sz="4800" dirty="0"/>
              <a:t>C. </a:t>
            </a:r>
            <a:r>
              <a:rPr lang="ja-JP" altLang="en-US" sz="4800" dirty="0"/>
              <a:t>岩崎さんが旅行に行ってしまったこと。</a:t>
            </a:r>
          </a:p>
          <a:p>
            <a:pPr lvl="1" algn="just">
              <a:lnSpc>
                <a:spcPct val="150000"/>
              </a:lnSpc>
            </a:pPr>
            <a:r>
              <a:rPr lang="en-US" altLang="ja-JP" sz="4800" dirty="0"/>
              <a:t>D. </a:t>
            </a:r>
            <a:r>
              <a:rPr lang="ja-JP" altLang="en-US" sz="4800" dirty="0"/>
              <a:t>映画があまり面白くなかったこと。</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筆者が「そんなの大したことじゃないよ」と言ったのは、どんなことに対してですか。</a:t>
            </a:r>
          </a:p>
          <a:p>
            <a:pPr lvl="1" algn="just">
              <a:lnSpc>
                <a:spcPct val="150000"/>
              </a:lnSpc>
            </a:pPr>
            <a:r>
              <a:rPr lang="en-US" altLang="ja-JP" sz="4800" dirty="0"/>
              <a:t>A. </a:t>
            </a:r>
            <a:r>
              <a:rPr lang="ja-JP" altLang="en-US" sz="4800" dirty="0"/>
              <a:t>中谷さんが岩崎さんにプレゼントをあげること。</a:t>
            </a:r>
          </a:p>
          <a:p>
            <a:pPr lvl="1" algn="just">
              <a:lnSpc>
                <a:spcPct val="150000"/>
              </a:lnSpc>
            </a:pPr>
            <a:r>
              <a:rPr lang="en-US" altLang="ja-JP" sz="4800" dirty="0">
                <a:solidFill>
                  <a:srgbClr val="1C85C9"/>
                </a:solidFill>
              </a:rPr>
              <a:t>B. </a:t>
            </a:r>
            <a:r>
              <a:rPr lang="ja-JP" altLang="en-US" sz="4800" dirty="0">
                <a:solidFill>
                  <a:srgbClr val="1C85C9"/>
                </a:solidFill>
              </a:rPr>
              <a:t>中谷さんが岩崎さんに映画の内容を話してしまったこと。</a:t>
            </a:r>
          </a:p>
          <a:p>
            <a:pPr lvl="1" algn="just">
              <a:lnSpc>
                <a:spcPct val="150000"/>
              </a:lnSpc>
            </a:pPr>
            <a:r>
              <a:rPr lang="en-US" altLang="ja-JP" sz="4800" dirty="0"/>
              <a:t>C. </a:t>
            </a:r>
            <a:r>
              <a:rPr lang="ja-JP" altLang="en-US" sz="4800" dirty="0"/>
              <a:t>岩崎さんが旅行に行ってしまったこと。</a:t>
            </a:r>
          </a:p>
          <a:p>
            <a:pPr lvl="1" algn="just">
              <a:lnSpc>
                <a:spcPct val="150000"/>
              </a:lnSpc>
            </a:pPr>
            <a:r>
              <a:rPr lang="en-US" altLang="ja-JP" sz="4800" dirty="0"/>
              <a:t>D. </a:t>
            </a:r>
            <a:r>
              <a:rPr lang="ja-JP" altLang="en-US" sz="4800" dirty="0"/>
              <a:t>映画があまり面白くなかったこと。</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中谷さんが「映画の内容を言ってしまった」ことに対して、筆者が「そんなの大したことじゃないよ」と言っている。</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この喧嘩の結果として、最もふさわしいものはどれですか。</a:t>
            </a:r>
          </a:p>
          <a:p>
            <a:pPr lvl="1" algn="just">
              <a:lnSpc>
                <a:spcPct val="150000"/>
              </a:lnSpc>
            </a:pPr>
            <a:r>
              <a:rPr lang="en-US" altLang="ja-JP" sz="4800" dirty="0"/>
              <a:t>A. </a:t>
            </a:r>
            <a:r>
              <a:rPr lang="ja-JP" altLang="en-US" sz="4800" dirty="0"/>
              <a:t>お互いの気持ちが冷めてしまい、友達ではなくなった。</a:t>
            </a:r>
          </a:p>
          <a:p>
            <a:pPr lvl="1" algn="just">
              <a:lnSpc>
                <a:spcPct val="150000"/>
              </a:lnSpc>
            </a:pPr>
            <a:r>
              <a:rPr lang="en-US" altLang="ja-JP" sz="4800" dirty="0"/>
              <a:t>B. </a:t>
            </a:r>
            <a:r>
              <a:rPr lang="ja-JP" altLang="en-US" sz="4800" dirty="0"/>
              <a:t>しばらく連絡しなかったが、自然に元通りになった。</a:t>
            </a:r>
          </a:p>
          <a:p>
            <a:pPr lvl="1" algn="just">
              <a:lnSpc>
                <a:spcPct val="150000"/>
              </a:lnSpc>
            </a:pPr>
            <a:r>
              <a:rPr lang="en-US" altLang="ja-JP" sz="4800" dirty="0"/>
              <a:t>C. </a:t>
            </a:r>
            <a:r>
              <a:rPr lang="ja-JP" altLang="en-US" sz="4800" dirty="0"/>
              <a:t>仲直りし、さらに友情が深まった。</a:t>
            </a:r>
          </a:p>
          <a:p>
            <a:pPr lvl="1" algn="just">
              <a:lnSpc>
                <a:spcPct val="150000"/>
              </a:lnSpc>
            </a:pPr>
            <a:r>
              <a:rPr lang="en-US" altLang="ja-JP" sz="4800" dirty="0"/>
              <a:t>D. </a:t>
            </a:r>
            <a:r>
              <a:rPr lang="ja-JP" altLang="en-US" sz="4800" dirty="0"/>
              <a:t>他の友達に相談して解決した。</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0905-BD41-B96E-B92F-C0769DC95DEF}"/>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92FE2F65-EE2C-3DE9-04DF-3E842575BC27}"/>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1A6F6398-4125-3D01-B3FA-C72FE3AE26BE}"/>
              </a:ext>
            </a:extLst>
          </p:cNvPr>
          <p:cNvSpPr txBox="1"/>
          <p:nvPr/>
        </p:nvSpPr>
        <p:spPr>
          <a:xfrm>
            <a:off x="1041143" y="2048947"/>
            <a:ext cx="22301713" cy="7848302"/>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ja-JP" altLang="en-US" sz="4800" dirty="0"/>
              <a:t>この喧嘩の結果として、最もふさわしいものはどれですか。</a:t>
            </a:r>
          </a:p>
          <a:p>
            <a:pPr lvl="1" algn="just">
              <a:lnSpc>
                <a:spcPct val="150000"/>
              </a:lnSpc>
            </a:pPr>
            <a:r>
              <a:rPr lang="en-US" altLang="ja-JP" sz="4800" dirty="0"/>
              <a:t>A. </a:t>
            </a:r>
            <a:r>
              <a:rPr lang="ja-JP" altLang="en-US" sz="4800" dirty="0"/>
              <a:t>お互いの気持ちが冷めてしまい、友達ではなくなった。</a:t>
            </a:r>
          </a:p>
          <a:p>
            <a:pPr lvl="1" algn="just">
              <a:lnSpc>
                <a:spcPct val="150000"/>
              </a:lnSpc>
            </a:pPr>
            <a:r>
              <a:rPr lang="en-US" altLang="ja-JP" sz="4800" dirty="0"/>
              <a:t>B. </a:t>
            </a:r>
            <a:r>
              <a:rPr lang="ja-JP" altLang="en-US" sz="4800" dirty="0"/>
              <a:t>しばらく連絡しなかったが、自然に元通りになった。</a:t>
            </a:r>
          </a:p>
          <a:p>
            <a:pPr lvl="1" algn="just">
              <a:lnSpc>
                <a:spcPct val="150000"/>
              </a:lnSpc>
            </a:pPr>
            <a:r>
              <a:rPr lang="en-US" altLang="ja-JP" sz="4800" dirty="0">
                <a:solidFill>
                  <a:srgbClr val="1C85C9"/>
                </a:solidFill>
              </a:rPr>
              <a:t>C. </a:t>
            </a:r>
            <a:r>
              <a:rPr lang="ja-JP" altLang="en-US" sz="4800" dirty="0">
                <a:solidFill>
                  <a:srgbClr val="1C85C9"/>
                </a:solidFill>
              </a:rPr>
              <a:t>仲直りし、さらに友情が深まった。</a:t>
            </a:r>
          </a:p>
          <a:p>
            <a:pPr lvl="1" algn="just">
              <a:lnSpc>
                <a:spcPct val="150000"/>
              </a:lnSpc>
            </a:pPr>
            <a:r>
              <a:rPr lang="en-US" altLang="ja-JP" sz="4800" dirty="0"/>
              <a:t>D. </a:t>
            </a:r>
            <a:r>
              <a:rPr lang="ja-JP" altLang="en-US" sz="4800" dirty="0"/>
              <a:t>他の友達に相談して解決した。</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0F56BF10-A4DB-12BD-61DF-20C1B5C688CB}"/>
              </a:ext>
            </a:extLst>
          </p:cNvPr>
          <p:cNvSpPr txBox="1"/>
          <p:nvPr/>
        </p:nvSpPr>
        <p:spPr>
          <a:xfrm>
            <a:off x="1043652" y="10049322"/>
            <a:ext cx="22299204" cy="2181879"/>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「今回の喧嘩は友情を深めるいい機会になった」と最後にまとめられている。</a:t>
            </a:r>
          </a:p>
        </p:txBody>
      </p:sp>
    </p:spTree>
    <p:extLst>
      <p:ext uri="{BB962C8B-B14F-4D97-AF65-F5344CB8AC3E}">
        <p14:creationId xmlns:p14="http://schemas.microsoft.com/office/powerpoint/2010/main" val="2169278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令人開心的是，我收到她的來信了。（～ことに）</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最近有點感冒的樣子，喉嚨有點痛。（～気味）</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居然忘記自己的生日這種事，真不敢相信！（～なんて）</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根據新聞，颱風明天會登陸</a:t>
            </a:r>
            <a:r>
              <a:rPr lang="ja-JP" altLang="en-US" sz="4800" b="1">
                <a:latin typeface="Microsoft JhengHei Light" panose="020B0304030504040204" pitchFamily="34" charset="-120"/>
                <a:ea typeface="Microsoft JhengHei Light" panose="020B0304030504040204" pitchFamily="34" charset="-120"/>
              </a:rPr>
              <a:t>。（～</a:t>
            </a:r>
            <a:r>
              <a:rPr lang="ja-JP" altLang="en-US" sz="4800" b="1" dirty="0">
                <a:latin typeface="Microsoft JhengHei Light" panose="020B0304030504040204" pitchFamily="34" charset="-120"/>
                <a:ea typeface="Microsoft JhengHei Light" panose="020B0304030504040204" pitchFamily="34" charset="-120"/>
              </a:rPr>
              <a:t>による／～によって）</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820556"/>
          </a:xfrm>
          <a:prstGeom prst="rect">
            <a:avLst/>
          </a:prstGeom>
          <a:noFill/>
        </p:spPr>
        <p:txBody>
          <a:bodyPr wrap="square">
            <a:spAutoFit/>
          </a:bodyPr>
          <a:lstStyle/>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1.	</a:t>
            </a:r>
            <a:r>
              <a:rPr lang="ja-JP" altLang="en-US" sz="4800" b="1" dirty="0">
                <a:latin typeface="Microsoft JhengHei Light" panose="020B0304030504040204" pitchFamily="34" charset="-120"/>
                <a:ea typeface="Microsoft JhengHei Light" panose="020B0304030504040204" pitchFamily="34" charset="-120"/>
              </a:rPr>
              <a:t>令人開心的是，我收到她的來信了。（～ことに）</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嬉しいことに、彼女から手紙が届きました。</a:t>
            </a: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2.	</a:t>
            </a:r>
            <a:r>
              <a:rPr lang="ja-JP" altLang="en-US" sz="4800" b="1" dirty="0">
                <a:latin typeface="Microsoft JhengHei Light" panose="020B0304030504040204" pitchFamily="34" charset="-120"/>
                <a:ea typeface="Microsoft JhengHei Light" panose="020B0304030504040204" pitchFamily="34" charset="-120"/>
              </a:rPr>
              <a:t>最近有點感冒的樣子，喉嚨有點痛。（～気味）</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最近風邪気味で、のどが少し痛いです。</a:t>
            </a:r>
          </a:p>
          <a:p>
            <a:pPr>
              <a:lnSpc>
                <a:spcPct val="150000"/>
              </a:lnSpc>
            </a:pPr>
            <a:r>
              <a:rPr lang="en-US" altLang="zh-TW" sz="4800" b="1" dirty="0">
                <a:latin typeface="Microsoft JhengHei Light" panose="020B0304030504040204" pitchFamily="34" charset="-120"/>
                <a:ea typeface="Microsoft JhengHei Light" panose="020B0304030504040204" pitchFamily="34" charset="-120"/>
              </a:rPr>
              <a:t>3.	</a:t>
            </a:r>
            <a:r>
              <a:rPr lang="ja-JP" altLang="en-US" sz="4800" b="1" dirty="0">
                <a:latin typeface="Microsoft JhengHei Light" panose="020B0304030504040204" pitchFamily="34" charset="-120"/>
                <a:ea typeface="Microsoft JhengHei Light" panose="020B0304030504040204" pitchFamily="34" charset="-120"/>
              </a:rPr>
              <a:t>居然忘記自己的生日這種事，真不敢相信！（～なんて）</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自分の誕生日を忘れるなんて、信じられない！</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根據新聞，颱風明天會登陸。（～による／～によって）</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ニュースによると、台風は明日上陸するそうです。</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839</TotalTime>
  <Words>1818</Words>
  <Application>Microsoft Office PowerPoint</Application>
  <PresentationFormat>ユーザー設定</PresentationFormat>
  <Paragraphs>101</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Wingdings 2</vt:lpstr>
      <vt:lpstr>Calibri</vt:lpstr>
      <vt:lpstr>Gen Jyuu Gothic Bold</vt:lpstr>
      <vt:lpstr>Microsoft JhengHei</vt:lpstr>
      <vt:lpstr>BIZ UDGothic</vt:lpstr>
      <vt:lpstr>Microsoft JhengHei Light</vt:lpstr>
      <vt:lpstr>BIZ UDPGothic</vt:lpstr>
      <vt:lpstr>HGPSoeiKakugothicUB</vt:lpstr>
      <vt:lpstr>Arial</vt:lpstr>
      <vt:lpstr>Calibri Light</vt:lpstr>
      <vt:lpstr>Gen Jyuu GothicL Bold</vt:lpstr>
      <vt:lpstr>Microsoft Yahei</vt:lpstr>
      <vt:lpstr>SimSun</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2025-08-20T12:40:22Z</dcterms:modified>
</cp:coreProperties>
</file>