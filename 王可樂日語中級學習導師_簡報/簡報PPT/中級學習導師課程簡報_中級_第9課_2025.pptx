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9" r:id="rId3"/>
    <p:sldId id="364" r:id="rId4"/>
    <p:sldId id="351" r:id="rId5"/>
    <p:sldId id="365" r:id="rId6"/>
    <p:sldId id="345" r:id="rId7"/>
    <p:sldId id="358" r:id="rId8"/>
    <p:sldId id="346" r:id="rId9"/>
    <p:sldId id="347" r:id="rId10"/>
    <p:sldId id="354" r:id="rId11"/>
    <p:sldId id="355" r:id="rId12"/>
    <p:sldId id="343" r:id="rId13"/>
    <p:sldId id="342"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42C9EF-86A7-4270-AEFB-9BCD7B1C8D78}" v="1" dt="2025-08-20T12:40:51.764"/>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56" d="100"/>
          <a:sy n="56" d="100"/>
        </p:scale>
        <p:origin x="558" y="108"/>
      </p:cViewPr>
      <p:guideLst/>
    </p:cSldViewPr>
  </p:slideViewPr>
  <p:notesTextViewPr>
    <p:cViewPr>
      <p:scale>
        <a:sx n="1" d="1"/>
        <a:sy n="1" d="1"/>
      </p:scale>
      <p:origin x="0" y="0"/>
    </p:cViewPr>
  </p:notesText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1A42C9EF-86A7-4270-AEFB-9BCD7B1C8D78}"/>
    <pc:docChg chg="modMainMaster">
      <pc:chgData name="嘉展 張" userId="56c0cc265fef7f12" providerId="LiveId" clId="{1A42C9EF-86A7-4270-AEFB-9BCD7B1C8D78}" dt="2025-08-20T12:40:51.764" v="0"/>
      <pc:docMkLst>
        <pc:docMk/>
      </pc:docMkLst>
      <pc:sldMasterChg chg="modSldLayout">
        <pc:chgData name="嘉展 張" userId="56c0cc265fef7f12" providerId="LiveId" clId="{1A42C9EF-86A7-4270-AEFB-9BCD7B1C8D78}" dt="2025-08-20T12:40:51.764" v="0"/>
        <pc:sldMasterMkLst>
          <pc:docMk/>
          <pc:sldMasterMk cId="2733321511" sldId="2147483688"/>
        </pc:sldMasterMkLst>
        <pc:sldLayoutChg chg="modSp">
          <pc:chgData name="嘉展 張" userId="56c0cc265fef7f12" providerId="LiveId" clId="{1A42C9EF-86A7-4270-AEFB-9BCD7B1C8D78}" dt="2025-08-20T12:40:51.764" v="0"/>
          <pc:sldLayoutMkLst>
            <pc:docMk/>
            <pc:sldMasterMk cId="2733321511" sldId="2147483688"/>
            <pc:sldLayoutMk cId="810264706" sldId="2147483689"/>
          </pc:sldLayoutMkLst>
          <pc:spChg chg="mod">
            <ac:chgData name="嘉展 張" userId="56c0cc265fef7f12" providerId="LiveId" clId="{1A42C9EF-86A7-4270-AEFB-9BCD7B1C8D78}" dt="2025-08-20T12:40:51.764" v="0"/>
            <ac:spMkLst>
              <pc:docMk/>
              <pc:sldMasterMk cId="2733321511" sldId="2147483688"/>
              <pc:sldLayoutMk cId="810264706" sldId="2147483689"/>
              <ac:spMk id="19" creationId="{3F54C1E6-3D7F-502D-6C15-E0DC042557B2}"/>
            </ac:spMkLst>
          </pc:spChg>
        </pc:sldLayoutChg>
      </pc:sldMaster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871B63E1-5688-4BC9-A264-EFDDC7298B48}"/>
    <pc:docChg chg="undo custSel addSld delSld modSld modMainMaster">
      <pc:chgData name="嘉展 張" userId="56c0cc265fef7f12" providerId="LiveId" clId="{871B63E1-5688-4BC9-A264-EFDDC7298B48}" dt="2025-07-11T23:25:53.146" v="183" actId="5793"/>
      <pc:docMkLst>
        <pc:docMk/>
      </pc:docMkLst>
      <pc:sldChg chg="modSp mod">
        <pc:chgData name="嘉展 張" userId="56c0cc265fef7f12" providerId="LiveId" clId="{871B63E1-5688-4BC9-A264-EFDDC7298B48}" dt="2025-07-11T23:13:48.171" v="11"/>
        <pc:sldMkLst>
          <pc:docMk/>
          <pc:sldMk cId="1698366788" sldId="274"/>
        </pc:sldMkLst>
      </pc:sldChg>
      <pc:sldChg chg="del">
        <pc:chgData name="嘉展 張" userId="56c0cc265fef7f12" providerId="LiveId" clId="{871B63E1-5688-4BC9-A264-EFDDC7298B48}" dt="2025-07-11T23:21:07.059" v="123" actId="47"/>
        <pc:sldMkLst>
          <pc:docMk/>
          <pc:sldMk cId="3676040206" sldId="336"/>
        </pc:sldMkLst>
      </pc:sldChg>
      <pc:sldChg chg="modSp mod">
        <pc:chgData name="嘉展 張" userId="56c0cc265fef7f12" providerId="LiveId" clId="{871B63E1-5688-4BC9-A264-EFDDC7298B48}" dt="2025-07-11T23:25:53.146" v="183" actId="5793"/>
        <pc:sldMkLst>
          <pc:docMk/>
          <pc:sldMk cId="3383698067" sldId="342"/>
        </pc:sldMkLst>
      </pc:sldChg>
      <pc:sldChg chg="modSp mod">
        <pc:chgData name="嘉展 張" userId="56c0cc265fef7f12" providerId="LiveId" clId="{871B63E1-5688-4BC9-A264-EFDDC7298B48}" dt="2025-07-11T23:23:17.764" v="150" actId="20577"/>
        <pc:sldMkLst>
          <pc:docMk/>
          <pc:sldMk cId="345017411" sldId="343"/>
        </pc:sldMkLst>
      </pc:sldChg>
      <pc:sldChg chg="modSp mod">
        <pc:chgData name="嘉展 張" userId="56c0cc265fef7f12" providerId="LiveId" clId="{871B63E1-5688-4BC9-A264-EFDDC7298B48}" dt="2025-07-11T23:21:28.196" v="125" actId="15"/>
        <pc:sldMkLst>
          <pc:docMk/>
          <pc:sldMk cId="3752334464" sldId="345"/>
        </pc:sldMkLst>
      </pc:sldChg>
      <pc:sldChg chg="modSp mod">
        <pc:chgData name="嘉展 張" userId="56c0cc265fef7f12" providerId="LiveId" clId="{871B63E1-5688-4BC9-A264-EFDDC7298B48}" dt="2025-07-11T23:22:00.820" v="130" actId="15"/>
        <pc:sldMkLst>
          <pc:docMk/>
          <pc:sldMk cId="1115666099" sldId="346"/>
        </pc:sldMkLst>
      </pc:sldChg>
      <pc:sldChg chg="modSp mod">
        <pc:chgData name="嘉展 張" userId="56c0cc265fef7f12" providerId="LiveId" clId="{871B63E1-5688-4BC9-A264-EFDDC7298B48}" dt="2025-07-11T23:22:18.321" v="133"/>
        <pc:sldMkLst>
          <pc:docMk/>
          <pc:sldMk cId="3822570613" sldId="347"/>
        </pc:sldMkLst>
      </pc:sldChg>
      <pc:sldChg chg="modSp mod">
        <pc:chgData name="嘉展 張" userId="56c0cc265fef7f12" providerId="LiveId" clId="{871B63E1-5688-4BC9-A264-EFDDC7298B48}" dt="2025-07-11T23:20:59.511" v="121" actId="207"/>
        <pc:sldMkLst>
          <pc:docMk/>
          <pc:sldMk cId="732333138" sldId="351"/>
        </pc:sldMkLst>
      </pc:sldChg>
      <pc:sldChg chg="modSp mod">
        <pc:chgData name="嘉展 張" userId="56c0cc265fef7f12" providerId="LiveId" clId="{871B63E1-5688-4BC9-A264-EFDDC7298B48}" dt="2025-07-11T23:22:37.686" v="135" actId="15"/>
        <pc:sldMkLst>
          <pc:docMk/>
          <pc:sldMk cId="2503062332" sldId="354"/>
        </pc:sldMkLst>
      </pc:sldChg>
      <pc:sldChg chg="modSp mod">
        <pc:chgData name="嘉展 張" userId="56c0cc265fef7f12" providerId="LiveId" clId="{871B63E1-5688-4BC9-A264-EFDDC7298B48}" dt="2025-07-11T23:22:54.190" v="138"/>
        <pc:sldMkLst>
          <pc:docMk/>
          <pc:sldMk cId="2169278876" sldId="355"/>
        </pc:sldMkLst>
      </pc:sldChg>
      <pc:sldChg chg="modSp mod">
        <pc:chgData name="嘉展 張" userId="56c0cc265fef7f12" providerId="LiveId" clId="{871B63E1-5688-4BC9-A264-EFDDC7298B48}" dt="2025-07-11T23:21:47.926" v="128"/>
        <pc:sldMkLst>
          <pc:docMk/>
          <pc:sldMk cId="4193172206" sldId="358"/>
        </pc:sldMkLst>
      </pc:sldChg>
      <pc:sldChg chg="modSp mod">
        <pc:chgData name="嘉展 張" userId="56c0cc265fef7f12" providerId="LiveId" clId="{871B63E1-5688-4BC9-A264-EFDDC7298B48}" dt="2025-07-11T23:21:01.265" v="122" actId="207"/>
        <pc:sldMkLst>
          <pc:docMk/>
          <pc:sldMk cId="3585428774" sldId="359"/>
        </pc:sldMkLst>
      </pc:sldChg>
      <pc:sldChg chg="del">
        <pc:chgData name="嘉展 張" userId="56c0cc265fef7f12" providerId="LiveId" clId="{871B63E1-5688-4BC9-A264-EFDDC7298B48}" dt="2025-07-11T23:21:07.059" v="123" actId="47"/>
        <pc:sldMkLst>
          <pc:docMk/>
          <pc:sldMk cId="771378846" sldId="361"/>
        </pc:sldMkLst>
      </pc:sldChg>
      <pc:sldChg chg="add">
        <pc:chgData name="嘉展 張" userId="56c0cc265fef7f12" providerId="LiveId" clId="{871B63E1-5688-4BC9-A264-EFDDC7298B48}" dt="2025-07-11T23:18:10.223" v="57"/>
        <pc:sldMkLst>
          <pc:docMk/>
          <pc:sldMk cId="2643400217" sldId="362"/>
        </pc:sldMkLst>
      </pc:sldChg>
      <pc:sldChg chg="add">
        <pc:chgData name="嘉展 張" userId="56c0cc265fef7f12" providerId="LiveId" clId="{871B63E1-5688-4BC9-A264-EFDDC7298B48}" dt="2025-07-11T23:20:56.187" v="120"/>
        <pc:sldMkLst>
          <pc:docMk/>
          <pc:sldMk cId="1308011151" sldId="363"/>
        </pc:sldMkLst>
      </pc:sldChg>
      <pc:sldMasterChg chg="modSldLayout">
        <pc:chgData name="嘉展 張" userId="56c0cc265fef7f12" providerId="LiveId" clId="{871B63E1-5688-4BC9-A264-EFDDC7298B48}" dt="2025-07-11T23:18:41.043" v="80" actId="20577"/>
        <pc:sldMasterMkLst>
          <pc:docMk/>
          <pc:sldMasterMk cId="2733321511" sldId="2147483688"/>
        </pc:sldMasterMkLst>
        <pc:sldLayoutChg chg="modSp mod">
          <pc:chgData name="嘉展 張" userId="56c0cc265fef7f12" providerId="LiveId" clId="{871B63E1-5688-4BC9-A264-EFDDC7298B48}" dt="2025-07-11T23:18:41.043" v="80" actId="20577"/>
          <pc:sldLayoutMkLst>
            <pc:docMk/>
            <pc:sldMasterMk cId="2733321511" sldId="2147483688"/>
            <pc:sldLayoutMk cId="2749409723" sldId="2147483690"/>
          </pc:sldLayoutMkLst>
        </pc:sldLayoutChg>
      </pc:sldMaster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B8F15BBE-A2E8-4DCB-B8C2-722EEBD073BE}"/>
    <pc:docChg chg="undo redo custSel addSld delSld modSld modMainMaster">
      <pc:chgData name="嘉展 張" userId="56c0cc265fef7f12" providerId="LiveId" clId="{B8F15BBE-A2E8-4DCB-B8C2-722EEBD073BE}" dt="2025-07-12T16:18:24.027" v="219" actId="6549"/>
      <pc:docMkLst>
        <pc:docMk/>
      </pc:docMkLst>
      <pc:sldChg chg="modSp mod">
        <pc:chgData name="嘉展 張" userId="56c0cc265fef7f12" providerId="LiveId" clId="{B8F15BBE-A2E8-4DCB-B8C2-722EEBD073BE}" dt="2025-07-11T23:28:13.859" v="20"/>
        <pc:sldMkLst>
          <pc:docMk/>
          <pc:sldMk cId="1698366788" sldId="274"/>
        </pc:sldMkLst>
      </pc:sldChg>
      <pc:sldChg chg="modSp mod">
        <pc:chgData name="嘉展 張" userId="56c0cc265fef7f12" providerId="LiveId" clId="{B8F15BBE-A2E8-4DCB-B8C2-722EEBD073BE}" dt="2025-07-12T16:18:17.640" v="215" actId="6549"/>
        <pc:sldMkLst>
          <pc:docMk/>
          <pc:sldMk cId="3383698067" sldId="342"/>
        </pc:sldMkLst>
      </pc:sldChg>
      <pc:sldChg chg="modSp mod">
        <pc:chgData name="嘉展 張" userId="56c0cc265fef7f12" providerId="LiveId" clId="{B8F15BBE-A2E8-4DCB-B8C2-722EEBD073BE}" dt="2025-07-12T16:18:24.027" v="219" actId="6549"/>
        <pc:sldMkLst>
          <pc:docMk/>
          <pc:sldMk cId="345017411" sldId="343"/>
        </pc:sldMkLst>
      </pc:sldChg>
      <pc:sldChg chg="modSp mod">
        <pc:chgData name="嘉展 張" userId="56c0cc265fef7f12" providerId="LiveId" clId="{B8F15BBE-A2E8-4DCB-B8C2-722EEBD073BE}" dt="2025-07-11T23:32:06.872" v="132" actId="15"/>
        <pc:sldMkLst>
          <pc:docMk/>
          <pc:sldMk cId="3752334464" sldId="345"/>
        </pc:sldMkLst>
      </pc:sldChg>
      <pc:sldChg chg="modSp mod">
        <pc:chgData name="嘉展 張" userId="56c0cc265fef7f12" providerId="LiveId" clId="{B8F15BBE-A2E8-4DCB-B8C2-722EEBD073BE}" dt="2025-07-11T23:33:18.044" v="143" actId="15"/>
        <pc:sldMkLst>
          <pc:docMk/>
          <pc:sldMk cId="1115666099" sldId="346"/>
        </pc:sldMkLst>
      </pc:sldChg>
      <pc:sldChg chg="modSp mod">
        <pc:chgData name="嘉展 張" userId="56c0cc265fef7f12" providerId="LiveId" clId="{B8F15BBE-A2E8-4DCB-B8C2-722EEBD073BE}" dt="2025-07-11T23:33:38.101" v="146"/>
        <pc:sldMkLst>
          <pc:docMk/>
          <pc:sldMk cId="3822570613" sldId="347"/>
        </pc:sldMkLst>
      </pc:sldChg>
      <pc:sldChg chg="modSp mod">
        <pc:chgData name="嘉展 張" userId="56c0cc265fef7f12" providerId="LiveId" clId="{B8F15BBE-A2E8-4DCB-B8C2-722EEBD073BE}" dt="2025-07-11T23:31:50.127" v="130" actId="207"/>
        <pc:sldMkLst>
          <pc:docMk/>
          <pc:sldMk cId="732333138" sldId="351"/>
        </pc:sldMkLst>
      </pc:sldChg>
      <pc:sldChg chg="modSp mod">
        <pc:chgData name="嘉展 張" userId="56c0cc265fef7f12" providerId="LiveId" clId="{B8F15BBE-A2E8-4DCB-B8C2-722EEBD073BE}" dt="2025-07-11T23:33:49.051" v="148" actId="15"/>
        <pc:sldMkLst>
          <pc:docMk/>
          <pc:sldMk cId="2503062332" sldId="354"/>
        </pc:sldMkLst>
      </pc:sldChg>
      <pc:sldChg chg="modSp mod">
        <pc:chgData name="嘉展 張" userId="56c0cc265fef7f12" providerId="LiveId" clId="{B8F15BBE-A2E8-4DCB-B8C2-722EEBD073BE}" dt="2025-07-11T23:34:13.940" v="153"/>
        <pc:sldMkLst>
          <pc:docMk/>
          <pc:sldMk cId="2169278876" sldId="355"/>
        </pc:sldMkLst>
      </pc:sldChg>
      <pc:sldChg chg="modSp mod">
        <pc:chgData name="嘉展 張" userId="56c0cc265fef7f12" providerId="LiveId" clId="{B8F15BBE-A2E8-4DCB-B8C2-722EEBD073BE}" dt="2025-07-11T23:32:58.322" v="141" actId="6549"/>
        <pc:sldMkLst>
          <pc:docMk/>
          <pc:sldMk cId="4193172206" sldId="358"/>
        </pc:sldMkLst>
      </pc:sldChg>
      <pc:sldChg chg="modSp mod">
        <pc:chgData name="嘉展 張" userId="56c0cc265fef7f12" providerId="LiveId" clId="{B8F15BBE-A2E8-4DCB-B8C2-722EEBD073BE}" dt="2025-07-11T23:29:58.509" v="83" actId="207"/>
        <pc:sldMkLst>
          <pc:docMk/>
          <pc:sldMk cId="3585428774" sldId="359"/>
        </pc:sldMkLst>
      </pc:sldChg>
      <pc:sldChg chg="del">
        <pc:chgData name="嘉展 張" userId="56c0cc265fef7f12" providerId="LiveId" clId="{B8F15BBE-A2E8-4DCB-B8C2-722EEBD073BE}" dt="2025-07-11T23:29:53.142" v="81" actId="47"/>
        <pc:sldMkLst>
          <pc:docMk/>
          <pc:sldMk cId="2643400217" sldId="362"/>
        </pc:sldMkLst>
      </pc:sldChg>
      <pc:sldChg chg="del">
        <pc:chgData name="嘉展 張" userId="56c0cc265fef7f12" providerId="LiveId" clId="{B8F15BBE-A2E8-4DCB-B8C2-722EEBD073BE}" dt="2025-07-11T23:31:42.132" v="129" actId="47"/>
        <pc:sldMkLst>
          <pc:docMk/>
          <pc:sldMk cId="1308011151" sldId="363"/>
        </pc:sldMkLst>
      </pc:sldChg>
      <pc:sldChg chg="add">
        <pc:chgData name="嘉展 張" userId="56c0cc265fef7f12" providerId="LiveId" clId="{B8F15BBE-A2E8-4DCB-B8C2-722EEBD073BE}" dt="2025-07-11T23:29:54.524" v="82"/>
        <pc:sldMkLst>
          <pc:docMk/>
          <pc:sldMk cId="2901890192" sldId="364"/>
        </pc:sldMkLst>
      </pc:sldChg>
      <pc:sldChg chg="add">
        <pc:chgData name="嘉展 張" userId="56c0cc265fef7f12" providerId="LiveId" clId="{B8F15BBE-A2E8-4DCB-B8C2-722EEBD073BE}" dt="2025-07-11T23:31:40.443" v="128"/>
        <pc:sldMkLst>
          <pc:docMk/>
          <pc:sldMk cId="4208653585" sldId="365"/>
        </pc:sldMkLst>
      </pc:sldChg>
      <pc:sldChg chg="addSp delSp modSp add del mod">
        <pc:chgData name="嘉展 張" userId="56c0cc265fef7f12" providerId="LiveId" clId="{B8F15BBE-A2E8-4DCB-B8C2-722EEBD073BE}" dt="2025-07-11T23:35:29.456" v="171" actId="47"/>
        <pc:sldMkLst>
          <pc:docMk/>
          <pc:sldMk cId="2529413341" sldId="366"/>
        </pc:sldMkLst>
      </pc:sldChg>
      <pc:sldMasterChg chg="modSldLayout">
        <pc:chgData name="嘉展 張" userId="56c0cc265fef7f12" providerId="LiveId" clId="{B8F15BBE-A2E8-4DCB-B8C2-722EEBD073BE}" dt="2025-07-11T23:28:47.104" v="52" actId="20577"/>
        <pc:sldMasterMkLst>
          <pc:docMk/>
          <pc:sldMasterMk cId="2733321511" sldId="2147483688"/>
        </pc:sldMasterMkLst>
        <pc:sldLayoutChg chg="modSp mod">
          <pc:chgData name="嘉展 張" userId="56c0cc265fef7f12" providerId="LiveId" clId="{B8F15BBE-A2E8-4DCB-B8C2-722EEBD073BE}" dt="2025-07-11T23:28:47.104" v="52" actId="20577"/>
          <pc:sldLayoutMkLst>
            <pc:docMk/>
            <pc:sldMasterMk cId="2733321511" sldId="2147483688"/>
            <pc:sldLayoutMk cId="2749409723" sldId="2147483690"/>
          </pc:sldLayoutMkLst>
        </pc:sldLayoutChg>
      </pc:sldMaster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0T11:02:24.083" v="259" actId="108"/>
      <pc:docMkLst>
        <pc:docMk/>
      </pc:docMkLst>
      <pc:sldChg chg="modSp mod">
        <pc:chgData name="嘉展 張" userId="56c0cc265fef7f12" providerId="LiveId" clId="{0BB0EFE5-82D4-4395-89A8-40A71B510EC6}" dt="2025-07-10T08:46:27.999" v="29"/>
        <pc:sldMkLst>
          <pc:docMk/>
          <pc:sldMk cId="1698366788" sldId="274"/>
        </pc:sldMkLst>
      </pc:sldChg>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0T11:02:24.083" v="259" actId="108"/>
        <pc:sldMkLst>
          <pc:docMk/>
          <pc:sldMk cId="3383698067" sldId="342"/>
        </pc:sldMkLst>
      </pc:sldChg>
      <pc:sldChg chg="modSp mod">
        <pc:chgData name="嘉展 張" userId="56c0cc265fef7f12" providerId="LiveId" clId="{0BB0EFE5-82D4-4395-89A8-40A71B510EC6}" dt="2025-07-10T10:59:58.793" v="190" actId="20577"/>
        <pc:sldMkLst>
          <pc:docMk/>
          <pc:sldMk cId="345017411" sldId="343"/>
        </pc:sldMkLst>
      </pc:sldChg>
      <pc:sldChg chg="modSp mod">
        <pc:chgData name="嘉展 張" userId="56c0cc265fef7f12" providerId="LiveId" clId="{0BB0EFE5-82D4-4395-89A8-40A71B510EC6}" dt="2025-07-10T10:53:44.580" v="152" actId="15"/>
        <pc:sldMkLst>
          <pc:docMk/>
          <pc:sldMk cId="3752334464" sldId="345"/>
        </pc:sldMkLst>
      </pc:sldChg>
      <pc:sldChg chg="modSp mod">
        <pc:chgData name="嘉展 張" userId="56c0cc265fef7f12" providerId="LiveId" clId="{0BB0EFE5-82D4-4395-89A8-40A71B510EC6}" dt="2025-07-10T10:55:02.259" v="162" actId="15"/>
        <pc:sldMkLst>
          <pc:docMk/>
          <pc:sldMk cId="1115666099" sldId="346"/>
        </pc:sldMkLst>
      </pc:sldChg>
      <pc:sldChg chg="modSp mod">
        <pc:chgData name="嘉展 張" userId="56c0cc265fef7f12" providerId="LiveId" clId="{0BB0EFE5-82D4-4395-89A8-40A71B510EC6}" dt="2025-07-10T10:55:31.608" v="165"/>
        <pc:sldMkLst>
          <pc:docMk/>
          <pc:sldMk cId="3822570613" sldId="347"/>
        </pc:sldMkLst>
      </pc:sldChg>
      <pc:sldChg chg="modSp mod">
        <pc:chgData name="嘉展 張" userId="56c0cc265fef7f12" providerId="LiveId" clId="{0BB0EFE5-82D4-4395-89A8-40A71B510EC6}" dt="2025-07-10T09:31:21.243" v="73"/>
        <pc:sldMkLst>
          <pc:docMk/>
          <pc:sldMk cId="732333138" sldId="351"/>
        </pc:sldMkLst>
      </pc:sldChg>
      <pc:sldChg chg="modSp mod">
        <pc:chgData name="嘉展 張" userId="56c0cc265fef7f12" providerId="LiveId" clId="{0BB0EFE5-82D4-4395-89A8-40A71B510EC6}" dt="2025-07-10T10:57:53.903" v="167" actId="15"/>
        <pc:sldMkLst>
          <pc:docMk/>
          <pc:sldMk cId="2503062332" sldId="354"/>
        </pc:sldMkLst>
      </pc:sldChg>
      <pc:sldChg chg="modSp mod">
        <pc:chgData name="嘉展 張" userId="56c0cc265fef7f12" providerId="LiveId" clId="{0BB0EFE5-82D4-4395-89A8-40A71B510EC6}" dt="2025-07-10T10:58:11.544" v="170"/>
        <pc:sldMkLst>
          <pc:docMk/>
          <pc:sldMk cId="2169278876" sldId="355"/>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sldMasterChg chg="modSldLayout">
        <pc:chgData name="嘉展 張" userId="56c0cc265fef7f12" providerId="LiveId" clId="{0BB0EFE5-82D4-4395-89A8-40A71B510EC6}" dt="2025-07-10T10:53:10.532" v="150" actId="20577"/>
        <pc:sldMasterMkLst>
          <pc:docMk/>
          <pc:sldMasterMk cId="2733321511" sldId="2147483688"/>
        </pc:sldMasterMkLst>
        <pc:sldLayoutChg chg="modSp mod">
          <pc:chgData name="嘉展 張" userId="56c0cc265fef7f12" providerId="LiveId" clId="{0BB0EFE5-82D4-4395-89A8-40A71B510EC6}" dt="2025-07-10T10:53:10.532" v="150"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2025/8/20</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B9D73-044F-2A37-3F4E-8335B5A0587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97F75CE-88EA-850A-CECC-F4C2561DA62D}"/>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6137BD8-B183-DD95-DE6C-D859B1C88A1F}"/>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769433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350-B6C1-742F-B5AE-2819E48B83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FDB47E-6094-D346-2799-A8C066C3B8A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477B647-F565-395E-D257-4836AFA7E5B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066861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1D298-6422-5CD8-401B-52AFAA872D4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EF98A0D-F23B-2562-A086-FB7474258DF2}"/>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FE11E9A7-44F6-0342-8D0D-BDF1850FB12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01301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310-7F58-FA17-6341-7E5E80802E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7D5293-8193-FF20-FA48-8B4F973985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804C5F3-E8CC-A1B4-0A04-FF293BA0514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924699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endPar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endParaRP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9</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大阪城公園で</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第九課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8/20/2025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8/20/2025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8/20/2025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8/20/2025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見える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～当たり</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代わり</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～とのこと</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中（ちゅう／じゅう）</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～せいか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～に当たる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なぜなら～からだ</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～つつある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～を込める</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09</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大阪城公園で</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a:t>
            </a:r>
            <a:r>
              <a:rPr kumimoji="1" lang="ja-JP" altLang="en-US" sz="360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九</a:t>
            </a:r>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この服は値段のわりに安く（　見える　／　とのこと　）ね。</a:t>
            </a:r>
          </a:p>
          <a:p>
            <a:pPr marL="914400" indent="-914400">
              <a:lnSpc>
                <a:spcPct val="200000"/>
              </a:lnSpc>
              <a:buFont typeface="+mj-lt"/>
              <a:buAutoNum type="arabicPeriod"/>
            </a:pPr>
            <a:r>
              <a:rPr lang="ja-JP" altLang="en-US" sz="4800" dirty="0"/>
              <a:t>このイベントは</a:t>
            </a:r>
            <a:r>
              <a:rPr lang="en-US" altLang="ja-JP" sz="4800" dirty="0"/>
              <a:t>1</a:t>
            </a:r>
            <a:r>
              <a:rPr lang="ja-JP" altLang="en-US" sz="4800" dirty="0"/>
              <a:t>人（　当たり</a:t>
            </a:r>
            <a:r>
              <a:rPr lang="en-US" altLang="ja-JP" sz="4800" dirty="0"/>
              <a:t>500</a:t>
            </a:r>
            <a:r>
              <a:rPr lang="ja-JP" altLang="en-US" sz="4800" dirty="0"/>
              <a:t>円　／　に当たって</a:t>
            </a:r>
            <a:r>
              <a:rPr lang="en-US" altLang="ja-JP" sz="4800" dirty="0"/>
              <a:t>500</a:t>
            </a:r>
            <a:r>
              <a:rPr lang="ja-JP" altLang="en-US" sz="4800" dirty="0"/>
              <a:t>円　）を集めています。</a:t>
            </a:r>
          </a:p>
          <a:p>
            <a:pPr marL="914400" indent="-914400">
              <a:lnSpc>
                <a:spcPct val="200000"/>
              </a:lnSpc>
              <a:buFont typeface="+mj-lt"/>
              <a:buAutoNum type="arabicPeriod"/>
            </a:pPr>
            <a:r>
              <a:rPr lang="ja-JP" altLang="en-US" sz="4800" dirty="0"/>
              <a:t>彼は父の（　中に行く　／　代わりに会社を経営している　）。</a:t>
            </a:r>
          </a:p>
          <a:p>
            <a:pPr marL="914400" indent="-914400">
              <a:lnSpc>
                <a:spcPct val="200000"/>
              </a:lnSpc>
              <a:buFont typeface="+mj-lt"/>
              <a:buAutoNum type="arabicPeriod"/>
            </a:pPr>
            <a:r>
              <a:rPr lang="ja-JP" altLang="en-US" sz="4800" dirty="0"/>
              <a:t>明日の会議は中止にする（　とのことです　／　を込めました　）。</a:t>
            </a:r>
          </a:p>
          <a:p>
            <a:pPr marL="914400" indent="-914400">
              <a:lnSpc>
                <a:spcPct val="200000"/>
              </a:lnSpc>
              <a:buFont typeface="+mj-lt"/>
              <a:buAutoNum type="arabicPeriod"/>
            </a:pPr>
            <a:r>
              <a:rPr lang="ja-JP" altLang="en-US" sz="4800" dirty="0"/>
              <a:t>この映画はゴールデンウィーク（　代わりに観た　／　中に上映される　）予定です。</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766D7-6258-EEE9-6FE5-561ED561E12B}"/>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432CC06D-D1D4-CA4B-A06A-3D4A7EC9DC00}"/>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この服は値段のわりに安く（　</a:t>
            </a:r>
            <a:r>
              <a:rPr lang="ja-JP" altLang="en-US" sz="4800" dirty="0">
                <a:solidFill>
                  <a:srgbClr val="1C85C9"/>
                </a:solidFill>
              </a:rPr>
              <a:t>見える</a:t>
            </a:r>
            <a:r>
              <a:rPr lang="ja-JP" altLang="en-US" sz="4800" dirty="0"/>
              <a:t>　／　とのこと　）ね。</a:t>
            </a:r>
          </a:p>
          <a:p>
            <a:pPr marL="914400" indent="-914400">
              <a:lnSpc>
                <a:spcPct val="200000"/>
              </a:lnSpc>
              <a:buFont typeface="+mj-lt"/>
              <a:buAutoNum type="arabicPeriod"/>
            </a:pPr>
            <a:r>
              <a:rPr lang="ja-JP" altLang="en-US" sz="4800" dirty="0"/>
              <a:t>このイベントは</a:t>
            </a:r>
            <a:r>
              <a:rPr lang="en-US" altLang="ja-JP" sz="4800" dirty="0"/>
              <a:t>1</a:t>
            </a:r>
            <a:r>
              <a:rPr lang="ja-JP" altLang="en-US" sz="4800" dirty="0"/>
              <a:t>人（　</a:t>
            </a:r>
            <a:r>
              <a:rPr lang="ja-JP" altLang="en-US" sz="4800" dirty="0">
                <a:solidFill>
                  <a:srgbClr val="1C85C9"/>
                </a:solidFill>
              </a:rPr>
              <a:t>当たり</a:t>
            </a:r>
            <a:r>
              <a:rPr lang="en-US" altLang="ja-JP" sz="4800" dirty="0">
                <a:solidFill>
                  <a:srgbClr val="1C85C9"/>
                </a:solidFill>
              </a:rPr>
              <a:t>500</a:t>
            </a:r>
            <a:r>
              <a:rPr lang="ja-JP" altLang="en-US" sz="4800" dirty="0">
                <a:solidFill>
                  <a:srgbClr val="1C85C9"/>
                </a:solidFill>
              </a:rPr>
              <a:t>円　</a:t>
            </a:r>
            <a:r>
              <a:rPr lang="ja-JP" altLang="en-US" sz="4800" dirty="0"/>
              <a:t>／　に当たって</a:t>
            </a:r>
            <a:r>
              <a:rPr lang="en-US" altLang="ja-JP" sz="4800" dirty="0"/>
              <a:t>500</a:t>
            </a:r>
            <a:r>
              <a:rPr lang="ja-JP" altLang="en-US" sz="4800" dirty="0"/>
              <a:t>円　）を集めています。</a:t>
            </a:r>
          </a:p>
          <a:p>
            <a:pPr marL="914400" indent="-914400">
              <a:lnSpc>
                <a:spcPct val="200000"/>
              </a:lnSpc>
              <a:buFont typeface="+mj-lt"/>
              <a:buAutoNum type="arabicPeriod"/>
            </a:pPr>
            <a:r>
              <a:rPr lang="ja-JP" altLang="en-US" sz="4800" dirty="0"/>
              <a:t>彼は父の（　中に行く　／　</a:t>
            </a:r>
            <a:r>
              <a:rPr lang="ja-JP" altLang="en-US" sz="4800" dirty="0">
                <a:solidFill>
                  <a:srgbClr val="1C85C9"/>
                </a:solidFill>
              </a:rPr>
              <a:t>代わりに会社を経営している　</a:t>
            </a:r>
            <a:r>
              <a:rPr lang="ja-JP" altLang="en-US" sz="4800" dirty="0"/>
              <a:t>）。</a:t>
            </a:r>
          </a:p>
          <a:p>
            <a:pPr marL="914400" indent="-914400">
              <a:lnSpc>
                <a:spcPct val="200000"/>
              </a:lnSpc>
              <a:buFont typeface="+mj-lt"/>
              <a:buAutoNum type="arabicPeriod"/>
            </a:pPr>
            <a:r>
              <a:rPr lang="ja-JP" altLang="en-US" sz="4800" dirty="0"/>
              <a:t>明日の会議は中止にする（　</a:t>
            </a:r>
            <a:r>
              <a:rPr lang="ja-JP" altLang="en-US" sz="4800" dirty="0">
                <a:solidFill>
                  <a:srgbClr val="1C85C9"/>
                </a:solidFill>
              </a:rPr>
              <a:t>とのことです　</a:t>
            </a:r>
            <a:r>
              <a:rPr lang="ja-JP" altLang="en-US" sz="4800" dirty="0"/>
              <a:t>／　を込めました　）。</a:t>
            </a:r>
          </a:p>
          <a:p>
            <a:pPr marL="914400" indent="-914400">
              <a:lnSpc>
                <a:spcPct val="200000"/>
              </a:lnSpc>
              <a:buFont typeface="+mj-lt"/>
              <a:buAutoNum type="arabicPeriod"/>
            </a:pPr>
            <a:r>
              <a:rPr lang="ja-JP" altLang="en-US" sz="4800" dirty="0"/>
              <a:t>この映画はゴールデンウィーク（</a:t>
            </a:r>
            <a:r>
              <a:rPr lang="ja-JP" altLang="en-US" sz="4800" dirty="0">
                <a:solidFill>
                  <a:srgbClr val="1C85C9"/>
                </a:solidFill>
              </a:rPr>
              <a:t>　</a:t>
            </a:r>
            <a:r>
              <a:rPr lang="ja-JP" altLang="en-US" sz="4800" dirty="0"/>
              <a:t>代わりに観た　／　</a:t>
            </a:r>
            <a:r>
              <a:rPr lang="ja-JP" altLang="en-US" sz="4800" dirty="0">
                <a:solidFill>
                  <a:srgbClr val="1C85C9"/>
                </a:solidFill>
              </a:rPr>
              <a:t>中に上映される　</a:t>
            </a:r>
            <a:r>
              <a:rPr lang="ja-JP" altLang="en-US" sz="4800" dirty="0"/>
              <a:t>）予定です。</a:t>
            </a:r>
          </a:p>
        </p:txBody>
      </p:sp>
      <p:sp>
        <p:nvSpPr>
          <p:cNvPr id="2" name="標題 1">
            <a:extLst>
              <a:ext uri="{FF2B5EF4-FFF2-40B4-BE49-F238E27FC236}">
                <a16:creationId xmlns:a16="http://schemas.microsoft.com/office/drawing/2014/main" id="{05101F6F-BEBC-0585-A232-ADF959350CAF}"/>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2901890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C0-9AEB-CEDC-011A-75914E0C47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A69BD8C-0913-B381-ABCA-CA713C77BC80}"/>
              </a:ext>
            </a:extLst>
          </p:cNvPr>
          <p:cNvSpPr txBox="1"/>
          <p:nvPr/>
        </p:nvSpPr>
        <p:spPr>
          <a:xfrm>
            <a:off x="1041143" y="2344617"/>
            <a:ext cx="22301713"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寝不足（　に当たって　／　のせいか）、今日は集中できない。</a:t>
            </a:r>
          </a:p>
          <a:p>
            <a:pPr marL="914400" indent="-914400">
              <a:lnSpc>
                <a:spcPct val="200000"/>
              </a:lnSpc>
              <a:buFont typeface="+mj-lt"/>
              <a:buAutoNum type="arabicPeriod" startAt="6"/>
            </a:pPr>
            <a:r>
              <a:rPr lang="ja-JP" altLang="en-US" sz="4800" dirty="0"/>
              <a:t>この出来事は、歴史上の革命に（　当たり　／　当たる　）ものだ。</a:t>
            </a:r>
          </a:p>
          <a:p>
            <a:pPr marL="914400" indent="-914400">
              <a:lnSpc>
                <a:spcPct val="200000"/>
              </a:lnSpc>
              <a:buFont typeface="+mj-lt"/>
              <a:buAutoNum type="arabicPeriod" startAt="6"/>
            </a:pPr>
            <a:r>
              <a:rPr lang="ja-JP" altLang="en-US" sz="4800" dirty="0"/>
              <a:t>彼女の意見は正しい。なぜなら、具体的な根拠が（　あるからだ　／　ありつつある　）。</a:t>
            </a:r>
          </a:p>
          <a:p>
            <a:pPr marL="914400" indent="-914400">
              <a:lnSpc>
                <a:spcPct val="200000"/>
              </a:lnSpc>
              <a:buFont typeface="+mj-lt"/>
              <a:buAutoNum type="arabicPeriod" startAt="6"/>
            </a:pPr>
            <a:r>
              <a:rPr lang="ja-JP" altLang="en-US" sz="4800" dirty="0"/>
              <a:t>日本でも、電子マネーの使用が広がり（　つつある　／　当たりある　）。</a:t>
            </a:r>
          </a:p>
          <a:p>
            <a:pPr marL="914400" indent="-914400">
              <a:lnSpc>
                <a:spcPct val="200000"/>
              </a:lnSpc>
              <a:buFont typeface="+mj-lt"/>
              <a:buAutoNum type="arabicPeriod" startAt="6"/>
            </a:pPr>
            <a:r>
              <a:rPr lang="ja-JP" altLang="en-US" sz="4800" dirty="0"/>
              <a:t>母は合格のお祝いに、手紙に愛情を（　込むせいか　／　込めた　）。</a:t>
            </a:r>
          </a:p>
        </p:txBody>
      </p:sp>
      <p:sp>
        <p:nvSpPr>
          <p:cNvPr id="2" name="標題 1">
            <a:extLst>
              <a:ext uri="{FF2B5EF4-FFF2-40B4-BE49-F238E27FC236}">
                <a16:creationId xmlns:a16="http://schemas.microsoft.com/office/drawing/2014/main" id="{822ABB65-5595-9560-BE75-B242D3F7621E}"/>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32333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D7B00-6145-DBEE-1016-A13143833D99}"/>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B2927B0E-9ACF-CB3E-8173-D2D2B14174F0}"/>
              </a:ext>
            </a:extLst>
          </p:cNvPr>
          <p:cNvSpPr txBox="1"/>
          <p:nvPr/>
        </p:nvSpPr>
        <p:spPr>
          <a:xfrm>
            <a:off x="1041143" y="2344617"/>
            <a:ext cx="22301713"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寝不足（　に当たって　／　</a:t>
            </a:r>
            <a:r>
              <a:rPr lang="ja-JP" altLang="en-US" sz="4800" dirty="0">
                <a:solidFill>
                  <a:srgbClr val="1C85C9"/>
                </a:solidFill>
              </a:rPr>
              <a:t>のせいか</a:t>
            </a:r>
            <a:r>
              <a:rPr lang="ja-JP" altLang="en-US" sz="4800" dirty="0"/>
              <a:t>）、今日は集中できない。</a:t>
            </a:r>
          </a:p>
          <a:p>
            <a:pPr marL="914400" indent="-914400">
              <a:lnSpc>
                <a:spcPct val="200000"/>
              </a:lnSpc>
              <a:buFont typeface="+mj-lt"/>
              <a:buAutoNum type="arabicPeriod" startAt="6"/>
            </a:pPr>
            <a:r>
              <a:rPr lang="ja-JP" altLang="en-US" sz="4800" dirty="0"/>
              <a:t>この出来事は、歴史上の革命に（　当たり　／　</a:t>
            </a:r>
            <a:r>
              <a:rPr lang="ja-JP" altLang="en-US" sz="4800" dirty="0">
                <a:solidFill>
                  <a:srgbClr val="1C85C9"/>
                </a:solidFill>
              </a:rPr>
              <a:t>当たる</a:t>
            </a:r>
            <a:r>
              <a:rPr lang="ja-JP" altLang="en-US" sz="4800" dirty="0"/>
              <a:t>　）ものだ。</a:t>
            </a:r>
          </a:p>
          <a:p>
            <a:pPr marL="914400" indent="-914400">
              <a:lnSpc>
                <a:spcPct val="200000"/>
              </a:lnSpc>
              <a:buFont typeface="+mj-lt"/>
              <a:buAutoNum type="arabicPeriod" startAt="6"/>
            </a:pPr>
            <a:r>
              <a:rPr lang="ja-JP" altLang="en-US" sz="4800" dirty="0"/>
              <a:t>彼女の意見は正しい。なぜなら、具体的な根拠が（　</a:t>
            </a:r>
            <a:r>
              <a:rPr lang="ja-JP" altLang="en-US" sz="4800" dirty="0">
                <a:solidFill>
                  <a:srgbClr val="1C85C9"/>
                </a:solidFill>
              </a:rPr>
              <a:t>あるからだ　</a:t>
            </a:r>
            <a:r>
              <a:rPr lang="ja-JP" altLang="en-US" sz="4800" dirty="0"/>
              <a:t>／　ありつつある　）。</a:t>
            </a:r>
          </a:p>
          <a:p>
            <a:pPr marL="914400" indent="-914400">
              <a:lnSpc>
                <a:spcPct val="200000"/>
              </a:lnSpc>
              <a:buFont typeface="+mj-lt"/>
              <a:buAutoNum type="arabicPeriod" startAt="6"/>
            </a:pPr>
            <a:r>
              <a:rPr lang="ja-JP" altLang="en-US" sz="4800" dirty="0"/>
              <a:t>日本でも、電子マネーの使用が広がり（　</a:t>
            </a:r>
            <a:r>
              <a:rPr lang="ja-JP" altLang="en-US" sz="4800" dirty="0">
                <a:solidFill>
                  <a:srgbClr val="1C85C9"/>
                </a:solidFill>
              </a:rPr>
              <a:t>つつある　</a:t>
            </a:r>
            <a:r>
              <a:rPr lang="ja-JP" altLang="en-US" sz="4800" dirty="0"/>
              <a:t>／　当たりある　）。</a:t>
            </a:r>
          </a:p>
          <a:p>
            <a:pPr marL="914400" indent="-914400">
              <a:lnSpc>
                <a:spcPct val="200000"/>
              </a:lnSpc>
              <a:buFont typeface="+mj-lt"/>
              <a:buAutoNum type="arabicPeriod" startAt="6"/>
            </a:pPr>
            <a:r>
              <a:rPr lang="ja-JP" altLang="en-US" sz="4800" dirty="0"/>
              <a:t>母は合格のお祝いに、手紙に愛情を（　込むせいか　／　</a:t>
            </a:r>
            <a:r>
              <a:rPr lang="ja-JP" altLang="en-US" sz="4800" dirty="0">
                <a:solidFill>
                  <a:srgbClr val="1C85C9"/>
                </a:solidFill>
              </a:rPr>
              <a:t>込めた　</a:t>
            </a:r>
            <a:r>
              <a:rPr lang="ja-JP" altLang="en-US" sz="4800" dirty="0"/>
              <a:t>）。</a:t>
            </a:r>
          </a:p>
        </p:txBody>
      </p:sp>
      <p:sp>
        <p:nvSpPr>
          <p:cNvPr id="2" name="標題 1">
            <a:extLst>
              <a:ext uri="{FF2B5EF4-FFF2-40B4-BE49-F238E27FC236}">
                <a16:creationId xmlns:a16="http://schemas.microsoft.com/office/drawing/2014/main" id="{22C366D3-DF9C-01D7-A26E-4BDF75266E9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4208653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28F0A653-E125-10F4-6790-C8025C1EBB43}"/>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中谷さんが急にジョギングを始めた理由は何ですか。</a:t>
            </a:r>
          </a:p>
          <a:p>
            <a:pPr lvl="1" algn="just">
              <a:lnSpc>
                <a:spcPct val="150000"/>
              </a:lnSpc>
            </a:pPr>
            <a:r>
              <a:rPr lang="en-US" altLang="ja-JP" sz="4800" dirty="0"/>
              <a:t>A. </a:t>
            </a:r>
            <a:r>
              <a:rPr lang="ja-JP" altLang="en-US" sz="4800" dirty="0"/>
              <a:t>体調が悪くなったから。</a:t>
            </a:r>
          </a:p>
          <a:p>
            <a:pPr lvl="1" algn="just">
              <a:lnSpc>
                <a:spcPct val="150000"/>
              </a:lnSpc>
            </a:pPr>
            <a:r>
              <a:rPr lang="en-US" altLang="ja-JP" sz="4800" dirty="0"/>
              <a:t>B. </a:t>
            </a:r>
            <a:r>
              <a:rPr lang="ja-JP" altLang="en-US" sz="4800" dirty="0"/>
              <a:t>健康診断で注意されたから。</a:t>
            </a:r>
          </a:p>
          <a:p>
            <a:pPr lvl="1" algn="just">
              <a:lnSpc>
                <a:spcPct val="150000"/>
              </a:lnSpc>
            </a:pPr>
            <a:r>
              <a:rPr lang="en-US" altLang="ja-JP" sz="4800" dirty="0"/>
              <a:t>C. </a:t>
            </a:r>
            <a:r>
              <a:rPr lang="ja-JP" altLang="en-US" sz="4800" dirty="0"/>
              <a:t>岡本さんに会いたくて、ダイエットを始めたから。</a:t>
            </a:r>
          </a:p>
          <a:p>
            <a:pPr lvl="1" algn="just">
              <a:lnSpc>
                <a:spcPct val="150000"/>
              </a:lnSpc>
            </a:pPr>
            <a:r>
              <a:rPr lang="en-US" altLang="ja-JP" sz="4800" dirty="0"/>
              <a:t>D. </a:t>
            </a:r>
            <a:r>
              <a:rPr lang="ja-JP" altLang="en-US" sz="4800" dirty="0"/>
              <a:t>大阪マラソンに出場するため。</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375233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中谷さんが急にジョギングを始めた理由は何ですか。</a:t>
            </a:r>
          </a:p>
          <a:p>
            <a:pPr lvl="1" algn="just">
              <a:lnSpc>
                <a:spcPct val="150000"/>
              </a:lnSpc>
            </a:pPr>
            <a:r>
              <a:rPr lang="en-US" altLang="ja-JP" sz="4800" dirty="0"/>
              <a:t>A. </a:t>
            </a:r>
            <a:r>
              <a:rPr lang="ja-JP" altLang="en-US" sz="4800" dirty="0"/>
              <a:t>体調が悪くなったから。</a:t>
            </a:r>
          </a:p>
          <a:p>
            <a:pPr lvl="1" algn="just">
              <a:lnSpc>
                <a:spcPct val="150000"/>
              </a:lnSpc>
            </a:pPr>
            <a:r>
              <a:rPr lang="en-US" altLang="ja-JP" sz="4800" dirty="0"/>
              <a:t>B. </a:t>
            </a:r>
            <a:r>
              <a:rPr lang="ja-JP" altLang="en-US" sz="4800" dirty="0"/>
              <a:t>健康診断で注意されたから。</a:t>
            </a:r>
          </a:p>
          <a:p>
            <a:pPr lvl="1" algn="just">
              <a:lnSpc>
                <a:spcPct val="150000"/>
              </a:lnSpc>
            </a:pPr>
            <a:r>
              <a:rPr lang="en-US" altLang="ja-JP" sz="4800" dirty="0">
                <a:solidFill>
                  <a:srgbClr val="1C85C9"/>
                </a:solidFill>
              </a:rPr>
              <a:t>C. </a:t>
            </a:r>
            <a:r>
              <a:rPr lang="ja-JP" altLang="en-US" sz="4800" dirty="0">
                <a:solidFill>
                  <a:srgbClr val="1C85C9"/>
                </a:solidFill>
              </a:rPr>
              <a:t>岡本さんに会いたくて、ダイエットを始めたから。</a:t>
            </a:r>
          </a:p>
          <a:p>
            <a:pPr lvl="1" algn="just">
              <a:lnSpc>
                <a:spcPct val="150000"/>
              </a:lnSpc>
            </a:pPr>
            <a:r>
              <a:rPr lang="en-US" altLang="ja-JP" sz="4800" dirty="0"/>
              <a:t>D. </a:t>
            </a:r>
            <a:r>
              <a:rPr lang="ja-JP" altLang="en-US" sz="4800" dirty="0"/>
              <a:t>大阪マラソンに出場するため。</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7387907C-4FF0-D60B-5B22-CC1EE6A1DD01}"/>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本文に「どうしていきなりダイエットなんて始めようと思ったんだろう」や、「岡本さんというそうだ。高まる気持ちを抑えきれないようで</a:t>
            </a:r>
            <a:r>
              <a:rPr lang="en-US" altLang="ja-JP" sz="4800" dirty="0"/>
              <a:t>…</a:t>
            </a:r>
            <a:r>
              <a:rPr lang="ja-JP" altLang="en-US" sz="4800" dirty="0"/>
              <a:t>」とあり、好意が動機であることがわかる。</a:t>
            </a:r>
          </a:p>
        </p:txBody>
      </p:sp>
    </p:spTree>
    <p:extLst>
      <p:ext uri="{BB962C8B-B14F-4D97-AF65-F5344CB8AC3E}">
        <p14:creationId xmlns:p14="http://schemas.microsoft.com/office/powerpoint/2010/main" val="419317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筆者が岡本さんの友達・木村さんにドキッとした理由は何ですか。</a:t>
            </a:r>
          </a:p>
          <a:p>
            <a:pPr lvl="1" algn="just">
              <a:lnSpc>
                <a:spcPct val="150000"/>
              </a:lnSpc>
            </a:pPr>
            <a:r>
              <a:rPr lang="en-US" altLang="ja-JP" sz="4800" dirty="0"/>
              <a:t>A. </a:t>
            </a:r>
            <a:r>
              <a:rPr lang="ja-JP" altLang="en-US" sz="4800" dirty="0"/>
              <a:t>木村さんが突然話しかけてきたから。</a:t>
            </a:r>
          </a:p>
          <a:p>
            <a:pPr lvl="1" algn="just">
              <a:lnSpc>
                <a:spcPct val="150000"/>
              </a:lnSpc>
            </a:pPr>
            <a:r>
              <a:rPr lang="en-US" altLang="ja-JP" sz="4800" dirty="0"/>
              <a:t>B. </a:t>
            </a:r>
            <a:r>
              <a:rPr lang="ja-JP" altLang="en-US" sz="4800" dirty="0"/>
              <a:t>木村さんの服装が派手だったから。</a:t>
            </a:r>
          </a:p>
          <a:p>
            <a:pPr lvl="1" algn="just">
              <a:lnSpc>
                <a:spcPct val="150000"/>
              </a:lnSpc>
            </a:pPr>
            <a:r>
              <a:rPr lang="en-US" altLang="ja-JP" sz="4800" dirty="0"/>
              <a:t>C. </a:t>
            </a:r>
            <a:r>
              <a:rPr lang="ja-JP" altLang="en-US" sz="4800" dirty="0"/>
              <a:t>木村さんが筆者のタイプだったから。</a:t>
            </a:r>
          </a:p>
          <a:p>
            <a:pPr lvl="1" algn="just">
              <a:lnSpc>
                <a:spcPct val="150000"/>
              </a:lnSpc>
            </a:pPr>
            <a:r>
              <a:rPr lang="en-US" altLang="ja-JP" sz="4800" dirty="0"/>
              <a:t>D. </a:t>
            </a:r>
            <a:r>
              <a:rPr lang="ja-JP" altLang="en-US" sz="4800" dirty="0"/>
              <a:t>木村さんが筆者の秘密を知っていたから。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筆者が岡本さんの友達・木村さんにドキッとした理由は何ですか。</a:t>
            </a:r>
          </a:p>
          <a:p>
            <a:pPr lvl="1" algn="just">
              <a:lnSpc>
                <a:spcPct val="150000"/>
              </a:lnSpc>
            </a:pPr>
            <a:r>
              <a:rPr lang="en-US" altLang="ja-JP" sz="4800" dirty="0"/>
              <a:t>A. </a:t>
            </a:r>
            <a:r>
              <a:rPr lang="ja-JP" altLang="en-US" sz="4800" dirty="0"/>
              <a:t>木村さんが突然話しかけてきたから。</a:t>
            </a:r>
          </a:p>
          <a:p>
            <a:pPr lvl="1" algn="just">
              <a:lnSpc>
                <a:spcPct val="150000"/>
              </a:lnSpc>
            </a:pPr>
            <a:r>
              <a:rPr lang="en-US" altLang="ja-JP" sz="4800" dirty="0"/>
              <a:t>B. </a:t>
            </a:r>
            <a:r>
              <a:rPr lang="ja-JP" altLang="en-US" sz="4800" dirty="0"/>
              <a:t>木村さんの服装が派手だったから。</a:t>
            </a:r>
          </a:p>
          <a:p>
            <a:pPr lvl="1" algn="just">
              <a:lnSpc>
                <a:spcPct val="150000"/>
              </a:lnSpc>
            </a:pPr>
            <a:r>
              <a:rPr lang="en-US" altLang="ja-JP" sz="4800" dirty="0">
                <a:solidFill>
                  <a:srgbClr val="1C85C9"/>
                </a:solidFill>
              </a:rPr>
              <a:t>C. </a:t>
            </a:r>
            <a:r>
              <a:rPr lang="ja-JP" altLang="en-US" sz="4800" dirty="0">
                <a:solidFill>
                  <a:srgbClr val="1C85C9"/>
                </a:solidFill>
              </a:rPr>
              <a:t>木村さんが筆者のタイプだったから。</a:t>
            </a:r>
          </a:p>
          <a:p>
            <a:pPr lvl="1" algn="just">
              <a:lnSpc>
                <a:spcPct val="150000"/>
              </a:lnSpc>
            </a:pPr>
            <a:r>
              <a:rPr lang="en-US" altLang="ja-JP" sz="4800" dirty="0"/>
              <a:t>D. </a:t>
            </a:r>
            <a:r>
              <a:rPr lang="ja-JP" altLang="en-US" sz="4800" dirty="0"/>
              <a:t>木村さんが筆者の秘密を知っていたから。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2181879"/>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本文に「なぜなら、ものすごくタイプの人だったからだ。」と明記されている。</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この日の出来事から考えられる今後の展開として最もふさわしいものはどれですか。</a:t>
            </a:r>
          </a:p>
          <a:p>
            <a:pPr lvl="1" algn="just">
              <a:lnSpc>
                <a:spcPct val="150000"/>
              </a:lnSpc>
            </a:pPr>
            <a:r>
              <a:rPr lang="en-US" altLang="ja-JP" sz="4800" dirty="0"/>
              <a:t>A. </a:t>
            </a:r>
            <a:r>
              <a:rPr lang="ja-JP" altLang="en-US" sz="4800" dirty="0"/>
              <a:t>中谷さんと岡本さんの関係が深まっていく可能性がある。</a:t>
            </a:r>
          </a:p>
          <a:p>
            <a:pPr lvl="1" algn="just">
              <a:lnSpc>
                <a:spcPct val="150000"/>
              </a:lnSpc>
            </a:pPr>
            <a:r>
              <a:rPr lang="en-US" altLang="ja-JP" sz="4800" dirty="0"/>
              <a:t>B. </a:t>
            </a:r>
            <a:r>
              <a:rPr lang="ja-JP" altLang="en-US" sz="4800" dirty="0"/>
              <a:t>筆者はジョギングが嫌いになった。</a:t>
            </a:r>
          </a:p>
          <a:p>
            <a:pPr lvl="1" algn="just">
              <a:lnSpc>
                <a:spcPct val="150000"/>
              </a:lnSpc>
            </a:pPr>
            <a:r>
              <a:rPr lang="en-US" altLang="ja-JP" sz="4800" dirty="0"/>
              <a:t>C. </a:t>
            </a:r>
            <a:r>
              <a:rPr lang="ja-JP" altLang="en-US" sz="4800" dirty="0"/>
              <a:t>岡本さんは筆者の気持ちに気づいて距離をとるようになる。</a:t>
            </a:r>
          </a:p>
          <a:p>
            <a:pPr lvl="1" algn="just">
              <a:lnSpc>
                <a:spcPct val="150000"/>
              </a:lnSpc>
            </a:pPr>
            <a:r>
              <a:rPr lang="en-US" altLang="ja-JP" sz="4800" dirty="0"/>
              <a:t>D. </a:t>
            </a:r>
            <a:r>
              <a:rPr lang="ja-JP" altLang="en-US" sz="4800" dirty="0"/>
              <a:t>中谷さんはダイエットをやめてしまう。</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0905-BD41-B96E-B92F-C0769DC95DEF}"/>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92FE2F65-EE2C-3DE9-04DF-3E842575BC27}"/>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1A6F6398-4125-3D01-B3FA-C72FE3AE26BE}"/>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この日の出来事から考えられる今後の展開として最もふさわしいものはどれですか。</a:t>
            </a:r>
          </a:p>
          <a:p>
            <a:pPr lvl="1" algn="just">
              <a:lnSpc>
                <a:spcPct val="150000"/>
              </a:lnSpc>
            </a:pPr>
            <a:r>
              <a:rPr lang="en-US" altLang="ja-JP" sz="4800" dirty="0">
                <a:solidFill>
                  <a:srgbClr val="1C85C9"/>
                </a:solidFill>
              </a:rPr>
              <a:t>A. </a:t>
            </a:r>
            <a:r>
              <a:rPr lang="ja-JP" altLang="en-US" sz="4800" dirty="0">
                <a:solidFill>
                  <a:srgbClr val="1C85C9"/>
                </a:solidFill>
              </a:rPr>
              <a:t>中谷さんと岡本さんの関係が深まっていく可能性がある。</a:t>
            </a:r>
          </a:p>
          <a:p>
            <a:pPr lvl="1" algn="just">
              <a:lnSpc>
                <a:spcPct val="150000"/>
              </a:lnSpc>
            </a:pPr>
            <a:r>
              <a:rPr lang="en-US" altLang="ja-JP" sz="4800" dirty="0"/>
              <a:t>B. </a:t>
            </a:r>
            <a:r>
              <a:rPr lang="ja-JP" altLang="en-US" sz="4800" dirty="0"/>
              <a:t>筆者はジョギングが嫌いになった。</a:t>
            </a:r>
          </a:p>
          <a:p>
            <a:pPr lvl="1" algn="just">
              <a:lnSpc>
                <a:spcPct val="150000"/>
              </a:lnSpc>
            </a:pPr>
            <a:r>
              <a:rPr lang="en-US" altLang="ja-JP" sz="4800" dirty="0"/>
              <a:t>C. </a:t>
            </a:r>
            <a:r>
              <a:rPr lang="ja-JP" altLang="en-US" sz="4800" dirty="0"/>
              <a:t>岡本さんは筆者の気持ちに気づいて距離をとるようになる。</a:t>
            </a:r>
          </a:p>
          <a:p>
            <a:pPr lvl="1" algn="just">
              <a:lnSpc>
                <a:spcPct val="150000"/>
              </a:lnSpc>
            </a:pPr>
            <a:r>
              <a:rPr lang="en-US" altLang="ja-JP" sz="4800" dirty="0"/>
              <a:t>D. </a:t>
            </a:r>
            <a:r>
              <a:rPr lang="ja-JP" altLang="en-US" sz="4800" dirty="0"/>
              <a:t>中谷さんはダイエットをやめてしまう。</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0F56BF10-A4DB-12BD-61DF-20C1B5C688CB}"/>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 本文最後に「このままうまくいけばいいなという願いをこめながら、</a:t>
            </a:r>
            <a:r>
              <a:rPr lang="en-US" altLang="ja-JP" sz="4800" dirty="0"/>
              <a:t>2</a:t>
            </a:r>
            <a:r>
              <a:rPr lang="ja-JP" altLang="en-US" sz="4800" dirty="0"/>
              <a:t>人を見ていた」とあり、良い方向に進んでいく様子が描かれている。</a:t>
            </a:r>
          </a:p>
        </p:txBody>
      </p:sp>
    </p:spTree>
    <p:extLst>
      <p:ext uri="{BB962C8B-B14F-4D97-AF65-F5344CB8AC3E}">
        <p14:creationId xmlns:p14="http://schemas.microsoft.com/office/powerpoint/2010/main" val="216927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每人一天三顆藥，請照著服用。（～当たり）</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不知道是不是因為沒睡飽，今天頭很痛。（～せいか）</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這個國家的經濟正在慢慢改善中。（～つつある）</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我代替部長出席了那場會議</a:t>
            </a:r>
            <a:r>
              <a:rPr lang="ja-JP" altLang="en-US" sz="4800" b="1">
                <a:latin typeface="Microsoft JhengHei Light" panose="020B0304030504040204" pitchFamily="34" charset="-120"/>
                <a:ea typeface="Microsoft JhengHei Light" panose="020B0304030504040204" pitchFamily="34" charset="-120"/>
              </a:rPr>
              <a:t>。（～代わり</a:t>
            </a:r>
            <a:r>
              <a:rPr lang="ja-JP" altLang="en-US" sz="4800" b="1" dirty="0">
                <a:latin typeface="Microsoft JhengHei Light" panose="020B0304030504040204" pitchFamily="34" charset="-120"/>
                <a:ea typeface="Microsoft JhengHei Light" panose="020B0304030504040204" pitchFamily="34" charset="-120"/>
              </a:rPr>
              <a:t>に）</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820556"/>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每人一天三顆藥，請照著服用。（～当たり）</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en-US" altLang="ja-JP" sz="4800" b="1" dirty="0">
                <a:solidFill>
                  <a:srgbClr val="1C85C9"/>
                </a:solidFill>
                <a:latin typeface="BIZ UDGothic" panose="020B0400000000000000" pitchFamily="33" charset="-128"/>
                <a:ea typeface="BIZ UDGothic" panose="020B0400000000000000" pitchFamily="33" charset="-128"/>
              </a:rPr>
              <a:t>1</a:t>
            </a:r>
            <a:r>
              <a:rPr lang="ja-JP" altLang="en-US" sz="4800" b="1" dirty="0">
                <a:solidFill>
                  <a:srgbClr val="1C85C9"/>
                </a:solidFill>
                <a:latin typeface="BIZ UDGothic" panose="020B0400000000000000" pitchFamily="33" charset="-128"/>
                <a:ea typeface="BIZ UDGothic" panose="020B0400000000000000" pitchFamily="33" charset="-128"/>
              </a:rPr>
              <a:t>日当たり</a:t>
            </a:r>
            <a:r>
              <a:rPr lang="en-US" altLang="ja-JP" sz="4800" b="1" dirty="0">
                <a:solidFill>
                  <a:srgbClr val="1C85C9"/>
                </a:solidFill>
                <a:latin typeface="BIZ UDGothic" panose="020B0400000000000000" pitchFamily="33" charset="-128"/>
                <a:ea typeface="BIZ UDGothic" panose="020B0400000000000000" pitchFamily="33" charset="-128"/>
              </a:rPr>
              <a:t>3</a:t>
            </a:r>
            <a:r>
              <a:rPr lang="ja-JP" altLang="en-US" sz="4800" b="1" dirty="0">
                <a:solidFill>
                  <a:srgbClr val="1C85C9"/>
                </a:solidFill>
                <a:latin typeface="BIZ UDGothic" panose="020B0400000000000000" pitchFamily="33" charset="-128"/>
                <a:ea typeface="BIZ UDGothic" panose="020B0400000000000000" pitchFamily="33" charset="-128"/>
              </a:rPr>
              <a:t>錠の薬を飲んでください。</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不知道是不是因為沒睡飽，今天頭很痛。（～せいか）</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寝不足のせいか、今日は頭が痛いです。</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這個國家的經濟正在慢慢改善中。（～つつある）</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この国の経済は、少しずつ回復しつつあります。</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我代替部長出席了那場會議。（～代わりに）</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部長の代わりに、その会議に出席しました。</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881</TotalTime>
  <Words>1731</Words>
  <Application>Microsoft Office PowerPoint</Application>
  <PresentationFormat>ユーザー設定</PresentationFormat>
  <Paragraphs>101</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Wingdings 2</vt:lpstr>
      <vt:lpstr>Calibri</vt:lpstr>
      <vt:lpstr>Gen Jyuu Gothic Bold</vt:lpstr>
      <vt:lpstr>Microsoft JhengHei</vt:lpstr>
      <vt:lpstr>BIZ UDGothic</vt:lpstr>
      <vt:lpstr>Microsoft JhengHei Light</vt:lpstr>
      <vt:lpstr>BIZ UDPGothic</vt:lpstr>
      <vt:lpstr>HGPSoeiKakugothicUB</vt:lpstr>
      <vt:lpstr>Arial</vt:lpstr>
      <vt:lpstr>Calibri Light</vt:lpstr>
      <vt:lpstr>Gen Jyuu GothicL Bold</vt:lpstr>
      <vt:lpstr>Microsoft Yahei</vt:lpstr>
      <vt:lpstr>SimSun</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2025-08-20T12:40:52Z</dcterms:modified>
</cp:coreProperties>
</file>