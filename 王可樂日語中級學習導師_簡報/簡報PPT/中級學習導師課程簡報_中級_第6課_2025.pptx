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6"/>
  </p:notesMasterIdLst>
  <p:handoutMasterIdLst>
    <p:handoutMasterId r:id="rId17"/>
  </p:handoutMasterIdLst>
  <p:sldIdLst>
    <p:sldId id="274" r:id="rId2"/>
    <p:sldId id="359" r:id="rId3"/>
    <p:sldId id="351" r:id="rId4"/>
    <p:sldId id="336" r:id="rId5"/>
    <p:sldId id="360" r:id="rId6"/>
    <p:sldId id="345" r:id="rId7"/>
    <p:sldId id="358" r:id="rId8"/>
    <p:sldId id="346" r:id="rId9"/>
    <p:sldId id="347" r:id="rId10"/>
    <p:sldId id="354" r:id="rId11"/>
    <p:sldId id="355" r:id="rId12"/>
    <p:sldId id="343" r:id="rId13"/>
    <p:sldId id="342" r:id="rId14"/>
    <p:sldId id="264" r:id="rId15"/>
  </p:sldIdLst>
  <p:sldSz cx="24384000" cy="13716000"/>
  <p:notesSz cx="6858000" cy="9144000"/>
  <p:embeddedFontLst>
    <p:embeddedFont>
      <p:font typeface="BIZ UDPGothic" panose="020B0400000000000000" pitchFamily="50" charset="-128"/>
      <p:regular r:id="rId18"/>
      <p:bold r:id="rId19"/>
    </p:embeddedFont>
    <p:embeddedFont>
      <p:font typeface="BIZ UDGothic" panose="020B0400000000000000" pitchFamily="49" charset="-128"/>
      <p:regular r:id="rId20"/>
      <p:bold r:id="rId21"/>
    </p:embeddedFont>
    <p:embeddedFont>
      <p:font typeface="Gen Jyuu GothicL Bold" panose="020B0600070205080204" charset="-128"/>
      <p:bold r:id="rId22"/>
    </p:embeddedFont>
    <p:embeddedFont>
      <p:font typeface="HGPSoeiKakugothicUB" panose="020B0900000000000000" pitchFamily="50" charset="-128"/>
      <p:regular r:id="rId23"/>
    </p:embeddedFont>
    <p:embeddedFont>
      <p:font typeface="Gen Jyuu Gothic Bold" panose="020B0602020203020207" pitchFamily="50" charset="-128"/>
      <p:bold r:id="rId24"/>
    </p:embeddedFont>
    <p:embeddedFont>
      <p:font typeface="Microsoft JhengHei" panose="020B0604030504040204" pitchFamily="34" charset="-120"/>
      <p:regular r:id="rId25"/>
      <p:bold r:id="rId26"/>
    </p:embeddedFont>
    <p:embeddedFont>
      <p:font typeface="Microsoft JhengHei Light" panose="020B0304030504040204" pitchFamily="34" charset="-120"/>
      <p:regular r:id="rId27"/>
    </p:embeddedFont>
    <p:embeddedFont>
      <p:font typeface="Microsoft Yahei" panose="020B0503020204020204" pitchFamily="34" charset="-122"/>
      <p:regular r:id="rId28"/>
      <p:bold r:id="rId29"/>
    </p:embeddedFont>
    <p:embeddedFont>
      <p:font typeface="Wingdings 2" panose="05020102010507070707" pitchFamily="18" charset="2"/>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31" roundtripDataSignature="AMtx7mgWneN2Aa4XZ32EnoSuaD2gv1sk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C9"/>
    <a:srgbClr val="2289CB"/>
    <a:srgbClr val="288CCC"/>
    <a:srgbClr val="E46D4B"/>
    <a:srgbClr val="F2F2F2"/>
    <a:srgbClr val="3B3838"/>
    <a:srgbClr val="EF8759"/>
    <a:srgbClr val="000000"/>
    <a:srgbClr val="7F7F7F"/>
    <a:srgbClr val="D8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5E5328-47EF-4CD6-924D-E640C7CCCE31}" v="1" dt="2025-10-22T02:07:03.776"/>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3" d="100"/>
          <a:sy n="53" d="100"/>
        </p:scale>
        <p:origin x="732" y="15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嘉展 張" userId="56c0cc265fef7f12" providerId="LiveId" clId="{8E012BFB-294C-4CBC-BFD9-F4F33BC901B5}"/>
    <pc:docChg chg="undo custSel addSld delSld modSld modMainMaster">
      <pc:chgData name="嘉展 張" userId="56c0cc265fef7f12" providerId="LiveId" clId="{8E012BFB-294C-4CBC-BFD9-F4F33BC901B5}" dt="2025-07-07T13:15:43.499" v="1890"/>
      <pc:docMkLst>
        <pc:docMk/>
      </pc:docMkLst>
      <pc:sldChg chg="modSp mod">
        <pc:chgData name="嘉展 張" userId="56c0cc265fef7f12" providerId="LiveId" clId="{8E012BFB-294C-4CBC-BFD9-F4F33BC901B5}" dt="2025-07-07T12:02:26.523" v="105" actId="20577"/>
        <pc:sldMkLst>
          <pc:docMk/>
          <pc:sldMk cId="1698366788" sldId="274"/>
        </pc:sldMkLst>
      </pc:sldChg>
      <pc:sldChg chg="modSp mod">
        <pc:chgData name="嘉展 張" userId="56c0cc265fef7f12" providerId="LiveId" clId="{8E012BFB-294C-4CBC-BFD9-F4F33BC901B5}" dt="2025-07-07T12:50:50.900" v="961"/>
        <pc:sldMkLst>
          <pc:docMk/>
          <pc:sldMk cId="516855969" sldId="328"/>
        </pc:sldMkLst>
      </pc:sldChg>
      <pc:sldChg chg="modSp mod">
        <pc:chgData name="嘉展 張" userId="56c0cc265fef7f12" providerId="LiveId" clId="{8E012BFB-294C-4CBC-BFD9-F4F33BC901B5}" dt="2025-07-07T12:22:12.557" v="459" actId="20577"/>
        <pc:sldMkLst>
          <pc:docMk/>
          <pc:sldMk cId="1652940647" sldId="335"/>
        </pc:sldMkLst>
      </pc:sldChg>
      <pc:sldChg chg="modSp mod">
        <pc:chgData name="嘉展 張" userId="56c0cc265fef7f12" providerId="LiveId" clId="{8E012BFB-294C-4CBC-BFD9-F4F33BC901B5}" dt="2025-07-07T12:47:32.732" v="938" actId="207"/>
        <pc:sldMkLst>
          <pc:docMk/>
          <pc:sldMk cId="3676040206" sldId="336"/>
        </pc:sldMkLst>
      </pc:sldChg>
      <pc:sldChg chg="modSp mod">
        <pc:chgData name="嘉展 張" userId="56c0cc265fef7f12" providerId="LiveId" clId="{8E012BFB-294C-4CBC-BFD9-F4F33BC901B5}" dt="2025-07-07T12:23:48.151" v="466" actId="207"/>
        <pc:sldMkLst>
          <pc:docMk/>
          <pc:sldMk cId="2128628793" sldId="337"/>
        </pc:sldMkLst>
      </pc:sldChg>
      <pc:sldChg chg="modSp mod">
        <pc:chgData name="嘉展 張" userId="56c0cc265fef7f12" providerId="LiveId" clId="{8E012BFB-294C-4CBC-BFD9-F4F33BC901B5}" dt="2025-07-07T13:15:23.668" v="1886" actId="1076"/>
        <pc:sldMkLst>
          <pc:docMk/>
          <pc:sldMk cId="3383698067" sldId="342"/>
        </pc:sldMkLst>
      </pc:sldChg>
      <pc:sldChg chg="modSp mod">
        <pc:chgData name="嘉展 張" userId="56c0cc265fef7f12" providerId="LiveId" clId="{8E012BFB-294C-4CBC-BFD9-F4F33BC901B5}" dt="2025-07-07T13:15:43.499" v="1890"/>
        <pc:sldMkLst>
          <pc:docMk/>
          <pc:sldMk cId="345017411" sldId="343"/>
        </pc:sldMkLst>
      </pc:sldChg>
      <pc:sldChg chg="del">
        <pc:chgData name="嘉展 張" userId="56c0cc265fef7f12" providerId="LiveId" clId="{8E012BFB-294C-4CBC-BFD9-F4F33BC901B5}" dt="2025-07-07T12:41:39.935" v="731" actId="47"/>
        <pc:sldMkLst>
          <pc:docMk/>
          <pc:sldMk cId="919750547" sldId="344"/>
        </pc:sldMkLst>
      </pc:sldChg>
      <pc:sldChg chg="modSp mod">
        <pc:chgData name="嘉展 張" userId="56c0cc265fef7f12" providerId="LiveId" clId="{8E012BFB-294C-4CBC-BFD9-F4F33BC901B5}" dt="2025-07-07T12:51:07.548" v="963"/>
        <pc:sldMkLst>
          <pc:docMk/>
          <pc:sldMk cId="3752334464" sldId="345"/>
        </pc:sldMkLst>
      </pc:sldChg>
      <pc:sldChg chg="modSp mod">
        <pc:chgData name="嘉展 張" userId="56c0cc265fef7f12" providerId="LiveId" clId="{8E012BFB-294C-4CBC-BFD9-F4F33BC901B5}" dt="2025-07-07T12:52:38.362" v="983" actId="20577"/>
        <pc:sldMkLst>
          <pc:docMk/>
          <pc:sldMk cId="1115666099" sldId="346"/>
        </pc:sldMkLst>
      </pc:sldChg>
      <pc:sldChg chg="modSp mod">
        <pc:chgData name="嘉展 張" userId="56c0cc265fef7f12" providerId="LiveId" clId="{8E012BFB-294C-4CBC-BFD9-F4F33BC901B5}" dt="2025-07-07T12:53:49.422" v="986"/>
        <pc:sldMkLst>
          <pc:docMk/>
          <pc:sldMk cId="3822570613" sldId="347"/>
        </pc:sldMkLst>
      </pc:sldChg>
      <pc:sldChg chg="modSp mod">
        <pc:chgData name="嘉展 張" userId="56c0cc265fef7f12" providerId="LiveId" clId="{8E012BFB-294C-4CBC-BFD9-F4F33BC901B5}" dt="2025-07-07T12:55:05.653" v="1005" actId="20577"/>
        <pc:sldMkLst>
          <pc:docMk/>
          <pc:sldMk cId="2652490174" sldId="348"/>
        </pc:sldMkLst>
      </pc:sldChg>
      <pc:sldChg chg="modSp mod">
        <pc:chgData name="嘉展 張" userId="56c0cc265fef7f12" providerId="LiveId" clId="{8E012BFB-294C-4CBC-BFD9-F4F33BC901B5}" dt="2025-07-07T12:55:49.755" v="1008"/>
        <pc:sldMkLst>
          <pc:docMk/>
          <pc:sldMk cId="2056490660" sldId="349"/>
        </pc:sldMkLst>
      </pc:sldChg>
      <pc:sldChg chg="modSp add mod">
        <pc:chgData name="嘉展 張" userId="56c0cc265fef7f12" providerId="LiveId" clId="{8E012BFB-294C-4CBC-BFD9-F4F33BC901B5}" dt="2025-07-07T12:47:17.642" v="936" actId="207"/>
        <pc:sldMkLst>
          <pc:docMk/>
          <pc:sldMk cId="1893602695" sldId="350"/>
        </pc:sldMkLst>
      </pc:sldChg>
      <pc:sldMasterChg chg="modSldLayout">
        <pc:chgData name="嘉展 張" userId="56c0cc265fef7f12" providerId="LiveId" clId="{8E012BFB-294C-4CBC-BFD9-F4F33BC901B5}" dt="2025-07-07T11:59:24.703" v="91" actId="6549"/>
        <pc:sldMasterMkLst>
          <pc:docMk/>
          <pc:sldMasterMk cId="2733321511" sldId="2147483688"/>
        </pc:sldMasterMkLst>
        <pc:sldLayoutChg chg="modSp mod">
          <pc:chgData name="嘉展 張" userId="56c0cc265fef7f12" providerId="LiveId" clId="{8E012BFB-294C-4CBC-BFD9-F4F33BC901B5}" dt="2025-07-07T11:59:24.703" v="91" actId="6549"/>
          <pc:sldLayoutMkLst>
            <pc:docMk/>
            <pc:sldMasterMk cId="2733321511" sldId="2147483688"/>
            <pc:sldLayoutMk cId="2749409723" sldId="2147483690"/>
          </pc:sldLayoutMkLst>
        </pc:sldLayoutChg>
      </pc:sldMasterChg>
    </pc:docChg>
  </pc:docChgLst>
  <pc:docChgLst>
    <pc:chgData name="嘉展 張" userId="56c0cc265fef7f12" providerId="LiveId" clId="{FC3B12ED-B978-4741-8F4E-ACC995148FC2}"/>
    <pc:docChg chg="undo custSel modSld">
      <pc:chgData name="嘉展 張" userId="56c0cc265fef7f12" providerId="LiveId" clId="{FC3B12ED-B978-4741-8F4E-ACC995148FC2}" dt="2025-07-07T04:22:08.380" v="43" actId="207"/>
      <pc:docMkLst>
        <pc:docMk/>
      </pc:docMkLst>
      <pc:sldChg chg="addSp delSp modSp mod">
        <pc:chgData name="嘉展 張" userId="56c0cc265fef7f12" providerId="LiveId" clId="{FC3B12ED-B978-4741-8F4E-ACC995148FC2}" dt="2025-07-07T04:20:44.928" v="23" actId="207"/>
        <pc:sldMkLst>
          <pc:docMk/>
          <pc:sldMk cId="0" sldId="264"/>
        </pc:sldMkLst>
      </pc:sldChg>
      <pc:sldChg chg="modSp mod">
        <pc:chgData name="嘉展 張" userId="56c0cc265fef7f12" providerId="LiveId" clId="{FC3B12ED-B978-4741-8F4E-ACC995148FC2}" dt="2025-07-07T04:19:17.917" v="6" actId="207"/>
        <pc:sldMkLst>
          <pc:docMk/>
          <pc:sldMk cId="516855969" sldId="328"/>
        </pc:sldMkLst>
      </pc:sldChg>
      <pc:sldChg chg="modSp mod">
        <pc:chgData name="嘉展 張" userId="56c0cc265fef7f12" providerId="LiveId" clId="{FC3B12ED-B978-4741-8F4E-ACC995148FC2}" dt="2025-07-07T04:19:30.362" v="10" actId="207"/>
        <pc:sldMkLst>
          <pc:docMk/>
          <pc:sldMk cId="1848417769" sldId="329"/>
        </pc:sldMkLst>
      </pc:sldChg>
      <pc:sldChg chg="modSp mod">
        <pc:chgData name="嘉展 張" userId="56c0cc265fef7f12" providerId="LiveId" clId="{FC3B12ED-B978-4741-8F4E-ACC995148FC2}" dt="2025-07-07T04:19:24.576" v="8" actId="207"/>
        <pc:sldMkLst>
          <pc:docMk/>
          <pc:sldMk cId="725604826" sldId="330"/>
        </pc:sldMkLst>
      </pc:sldChg>
      <pc:sldChg chg="modSp mod">
        <pc:chgData name="嘉展 張" userId="56c0cc265fef7f12" providerId="LiveId" clId="{FC3B12ED-B978-4741-8F4E-ACC995148FC2}" dt="2025-07-07T04:18:57.079" v="0" actId="207"/>
        <pc:sldMkLst>
          <pc:docMk/>
          <pc:sldMk cId="1652940647" sldId="335"/>
        </pc:sldMkLst>
      </pc:sldChg>
      <pc:sldChg chg="modSp mod">
        <pc:chgData name="嘉展 張" userId="56c0cc265fef7f12" providerId="LiveId" clId="{FC3B12ED-B978-4741-8F4E-ACC995148FC2}" dt="2025-07-07T04:19:06.457" v="2" actId="207"/>
        <pc:sldMkLst>
          <pc:docMk/>
          <pc:sldMk cId="3676040206" sldId="336"/>
        </pc:sldMkLst>
      </pc:sldChg>
      <pc:sldChg chg="modSp mod">
        <pc:chgData name="嘉展 張" userId="56c0cc265fef7f12" providerId="LiveId" clId="{FC3B12ED-B978-4741-8F4E-ACC995148FC2}" dt="2025-07-07T04:22:08.380" v="43" actId="207"/>
        <pc:sldMkLst>
          <pc:docMk/>
          <pc:sldMk cId="2128628793" sldId="337"/>
        </pc:sldMkLst>
      </pc:sldChg>
      <pc:sldChg chg="modSp mod">
        <pc:chgData name="嘉展 張" userId="56c0cc265fef7f12" providerId="LiveId" clId="{FC3B12ED-B978-4741-8F4E-ACC995148FC2}" dt="2025-07-07T04:21:51.077" v="38" actId="207"/>
        <pc:sldMkLst>
          <pc:docMk/>
          <pc:sldMk cId="4036497139" sldId="338"/>
        </pc:sldMkLst>
      </pc:sldChg>
      <pc:sldChg chg="modSp mod">
        <pc:chgData name="嘉展 張" userId="56c0cc265fef7f12" providerId="LiveId" clId="{FC3B12ED-B978-4741-8F4E-ACC995148FC2}" dt="2025-07-07T04:21:32.640" v="32" actId="207"/>
        <pc:sldMkLst>
          <pc:docMk/>
          <pc:sldMk cId="2939669483" sldId="339"/>
        </pc:sldMkLst>
      </pc:sldChg>
      <pc:sldChg chg="modSp mod">
        <pc:chgData name="嘉展 張" userId="56c0cc265fef7f12" providerId="LiveId" clId="{FC3B12ED-B978-4741-8F4E-ACC995148FC2}" dt="2025-07-07T04:21:07.627" v="27" actId="207"/>
        <pc:sldMkLst>
          <pc:docMk/>
          <pc:sldMk cId="1195771477" sldId="340"/>
        </pc:sldMkLst>
      </pc:sldChg>
      <pc:sldChg chg="modSp mod">
        <pc:chgData name="嘉展 張" userId="56c0cc265fef7f12" providerId="LiveId" clId="{FC3B12ED-B978-4741-8F4E-ACC995148FC2}" dt="2025-07-07T04:21:24.340" v="30" actId="207"/>
        <pc:sldMkLst>
          <pc:docMk/>
          <pc:sldMk cId="3653896156" sldId="341"/>
        </pc:sldMkLst>
      </pc:sldChg>
      <pc:sldChg chg="modSp mod">
        <pc:chgData name="嘉展 張" userId="56c0cc265fef7f12" providerId="LiveId" clId="{FC3B12ED-B978-4741-8F4E-ACC995148FC2}" dt="2025-07-07T04:19:43.171" v="12" actId="207"/>
        <pc:sldMkLst>
          <pc:docMk/>
          <pc:sldMk cId="3383698067" sldId="342"/>
        </pc:sldMkLst>
      </pc:sldChg>
      <pc:sldChg chg="modSp mod">
        <pc:chgData name="嘉展 張" userId="56c0cc265fef7f12" providerId="LiveId" clId="{FC3B12ED-B978-4741-8F4E-ACC995148FC2}" dt="2025-07-07T04:20:00.157" v="17" actId="207"/>
        <pc:sldMkLst>
          <pc:docMk/>
          <pc:sldMk cId="345017411" sldId="343"/>
        </pc:sldMkLst>
      </pc:sldChg>
    </pc:docChg>
  </pc:docChgLst>
  <pc:docChgLst>
    <pc:chgData name="嘉展 張" userId="56c0cc265fef7f12" providerId="LiveId" clId="{61A3D83D-8E70-4168-93F8-664275C06C64}"/>
    <pc:docChg chg="undo custSel addSld delSld modSld sldOrd modMainMaster">
      <pc:chgData name="嘉展 張" userId="56c0cc265fef7f12" providerId="LiveId" clId="{61A3D83D-8E70-4168-93F8-664275C06C64}" dt="2025-07-09T08:50:25.732" v="856" actId="207"/>
      <pc:docMkLst>
        <pc:docMk/>
      </pc:docMkLst>
      <pc:sldChg chg="modSp mod">
        <pc:chgData name="嘉展 張" userId="56c0cc265fef7f12" providerId="LiveId" clId="{61A3D83D-8E70-4168-93F8-664275C06C64}" dt="2025-07-07T22:21:16.724" v="41" actId="20577"/>
        <pc:sldMkLst>
          <pc:docMk/>
          <pc:sldMk cId="1698366788" sldId="274"/>
        </pc:sldMkLst>
      </pc:sldChg>
      <pc:sldChg chg="del">
        <pc:chgData name="嘉展 張" userId="56c0cc265fef7f12" providerId="LiveId" clId="{61A3D83D-8E70-4168-93F8-664275C06C64}" dt="2025-07-09T08:38:51.651" v="661" actId="47"/>
        <pc:sldMkLst>
          <pc:docMk/>
          <pc:sldMk cId="516855969" sldId="328"/>
        </pc:sldMkLst>
      </pc:sldChg>
      <pc:sldChg chg="modSp del mod ord">
        <pc:chgData name="嘉展 張" userId="56c0cc265fef7f12" providerId="LiveId" clId="{61A3D83D-8E70-4168-93F8-664275C06C64}" dt="2025-07-09T08:36:52.758" v="629" actId="47"/>
        <pc:sldMkLst>
          <pc:docMk/>
          <pc:sldMk cId="1652940647" sldId="335"/>
        </pc:sldMkLst>
      </pc:sldChg>
      <pc:sldChg chg="modSp mod">
        <pc:chgData name="嘉展 張" userId="56c0cc265fef7f12" providerId="LiveId" clId="{61A3D83D-8E70-4168-93F8-664275C06C64}" dt="2025-07-09T08:37:56.642" v="658" actId="207"/>
        <pc:sldMkLst>
          <pc:docMk/>
          <pc:sldMk cId="3676040206" sldId="336"/>
        </pc:sldMkLst>
      </pc:sldChg>
      <pc:sldChg chg="modSp mod ord">
        <pc:chgData name="嘉展 張" userId="56c0cc265fef7f12" providerId="LiveId" clId="{61A3D83D-8E70-4168-93F8-664275C06C64}" dt="2025-07-09T08:36:46.609" v="628" actId="207"/>
        <pc:sldMkLst>
          <pc:docMk/>
          <pc:sldMk cId="2128628793" sldId="337"/>
        </pc:sldMkLst>
      </pc:sldChg>
      <pc:sldChg chg="modSp mod">
        <pc:chgData name="嘉展 張" userId="56c0cc265fef7f12" providerId="LiveId" clId="{61A3D83D-8E70-4168-93F8-664275C06C64}" dt="2025-07-09T08:47:51.529" v="819" actId="5793"/>
        <pc:sldMkLst>
          <pc:docMk/>
          <pc:sldMk cId="3383698067" sldId="342"/>
        </pc:sldMkLst>
      </pc:sldChg>
      <pc:sldChg chg="modSp mod">
        <pc:chgData name="嘉展 張" userId="56c0cc265fef7f12" providerId="LiveId" clId="{61A3D83D-8E70-4168-93F8-664275C06C64}" dt="2025-07-09T08:49:53.628" v="855" actId="207"/>
        <pc:sldMkLst>
          <pc:docMk/>
          <pc:sldMk cId="345017411" sldId="343"/>
        </pc:sldMkLst>
      </pc:sldChg>
      <pc:sldChg chg="addSp delSp modSp mod">
        <pc:chgData name="嘉展 張" userId="56c0cc265fef7f12" providerId="LiveId" clId="{61A3D83D-8E70-4168-93F8-664275C06C64}" dt="2025-07-09T08:50:25.732" v="856" actId="207"/>
        <pc:sldMkLst>
          <pc:docMk/>
          <pc:sldMk cId="3752334464" sldId="345"/>
        </pc:sldMkLst>
      </pc:sldChg>
      <pc:sldChg chg="addSp delSp modSp mod">
        <pc:chgData name="嘉展 張" userId="56c0cc265fef7f12" providerId="LiveId" clId="{61A3D83D-8E70-4168-93F8-664275C06C64}" dt="2025-07-09T08:44:55.675" v="778" actId="20577"/>
        <pc:sldMkLst>
          <pc:docMk/>
          <pc:sldMk cId="1115666099" sldId="346"/>
        </pc:sldMkLst>
      </pc:sldChg>
      <pc:sldChg chg="addSp delSp modSp mod">
        <pc:chgData name="嘉展 張" userId="56c0cc265fef7f12" providerId="LiveId" clId="{61A3D83D-8E70-4168-93F8-664275C06C64}" dt="2025-07-09T08:45:47.099" v="793"/>
        <pc:sldMkLst>
          <pc:docMk/>
          <pc:sldMk cId="3822570613" sldId="347"/>
        </pc:sldMkLst>
      </pc:sldChg>
      <pc:sldChg chg="del">
        <pc:chgData name="嘉展 張" userId="56c0cc265fef7f12" providerId="LiveId" clId="{61A3D83D-8E70-4168-93F8-664275C06C64}" dt="2025-07-09T08:46:08.197" v="794" actId="47"/>
        <pc:sldMkLst>
          <pc:docMk/>
          <pc:sldMk cId="2652490174" sldId="348"/>
        </pc:sldMkLst>
      </pc:sldChg>
      <pc:sldChg chg="del">
        <pc:chgData name="嘉展 張" userId="56c0cc265fef7f12" providerId="LiveId" clId="{61A3D83D-8E70-4168-93F8-664275C06C64}" dt="2025-07-09T08:46:08.197" v="794" actId="47"/>
        <pc:sldMkLst>
          <pc:docMk/>
          <pc:sldMk cId="2056490660" sldId="349"/>
        </pc:sldMkLst>
      </pc:sldChg>
      <pc:sldChg chg="del">
        <pc:chgData name="嘉展 張" userId="56c0cc265fef7f12" providerId="LiveId" clId="{61A3D83D-8E70-4168-93F8-664275C06C64}" dt="2025-07-09T08:37:50.990" v="657" actId="47"/>
        <pc:sldMkLst>
          <pc:docMk/>
          <pc:sldMk cId="1893602695" sldId="350"/>
        </pc:sldMkLst>
      </pc:sldChg>
      <pc:sldChg chg="modSp add mod ord">
        <pc:chgData name="嘉展 張" userId="56c0cc265fef7f12" providerId="LiveId" clId="{61A3D83D-8E70-4168-93F8-664275C06C64}" dt="2025-07-09T08:36:58.667" v="633" actId="207"/>
        <pc:sldMkLst>
          <pc:docMk/>
          <pc:sldMk cId="732333138" sldId="351"/>
        </pc:sldMkLst>
      </pc:sldChg>
      <pc:sldChg chg="add">
        <pc:chgData name="嘉展 張" userId="56c0cc265fef7f12" providerId="LiveId" clId="{61A3D83D-8E70-4168-93F8-664275C06C64}" dt="2025-07-09T08:37:49.462" v="656"/>
        <pc:sldMkLst>
          <pc:docMk/>
          <pc:sldMk cId="838783306" sldId="352"/>
        </pc:sldMkLst>
      </pc:sldChg>
      <pc:sldChg chg="modSp add mod">
        <pc:chgData name="嘉展 張" userId="56c0cc265fef7f12" providerId="LiveId" clId="{61A3D83D-8E70-4168-93F8-664275C06C64}" dt="2025-07-09T08:44:59.889" v="784" actId="20577"/>
        <pc:sldMkLst>
          <pc:docMk/>
          <pc:sldMk cId="1406075394" sldId="353"/>
        </pc:sldMkLst>
      </pc:sldChg>
      <pc:sldChg chg="modSp add mod">
        <pc:chgData name="嘉展 張" userId="56c0cc265fef7f12" providerId="LiveId" clId="{61A3D83D-8E70-4168-93F8-664275C06C64}" dt="2025-07-09T08:46:38.988" v="804" actId="15"/>
        <pc:sldMkLst>
          <pc:docMk/>
          <pc:sldMk cId="2503062332" sldId="354"/>
        </pc:sldMkLst>
      </pc:sldChg>
      <pc:sldChg chg="addSp delSp modSp add mod">
        <pc:chgData name="嘉展 張" userId="56c0cc265fef7f12" providerId="LiveId" clId="{61A3D83D-8E70-4168-93F8-664275C06C64}" dt="2025-07-09T08:47:25.416" v="812"/>
        <pc:sldMkLst>
          <pc:docMk/>
          <pc:sldMk cId="2169278876" sldId="355"/>
        </pc:sldMkLst>
      </pc:sldChg>
      <pc:sldMasterChg chg="modSldLayout">
        <pc:chgData name="嘉展 張" userId="56c0cc265fef7f12" providerId="LiveId" clId="{61A3D83D-8E70-4168-93F8-664275C06C64}" dt="2025-07-07T22:46:29.148" v="596" actId="20577"/>
        <pc:sldMasterMkLst>
          <pc:docMk/>
          <pc:sldMasterMk cId="2733321511" sldId="2147483688"/>
        </pc:sldMasterMkLst>
        <pc:sldLayoutChg chg="modSp mod">
          <pc:chgData name="嘉展 張" userId="56c0cc265fef7f12" providerId="LiveId" clId="{61A3D83D-8E70-4168-93F8-664275C06C64}" dt="2025-07-07T22:46:29.148" v="596" actId="20577"/>
          <pc:sldLayoutMkLst>
            <pc:docMk/>
            <pc:sldMasterMk cId="2733321511" sldId="2147483688"/>
            <pc:sldLayoutMk cId="2749409723" sldId="2147483690"/>
          </pc:sldLayoutMkLst>
        </pc:sldLayoutChg>
      </pc:sldMasterChg>
    </pc:docChg>
  </pc:docChgLst>
  <pc:docChgLst>
    <pc:chgData name="嘉展 張" userId="56c0cc265fef7f12" providerId="LiveId" clId="{7F69A522-7DAF-4A02-BC46-5EFA4FA51996}"/>
    <pc:docChg chg="undo redo custSel addSld delSld modSld sldOrd modMainMaster">
      <pc:chgData name="嘉展 張" userId="56c0cc265fef7f12" providerId="LiveId" clId="{7F69A522-7DAF-4A02-BC46-5EFA4FA51996}" dt="2025-07-07T11:43:59.783" v="1614" actId="20577"/>
      <pc:docMkLst>
        <pc:docMk/>
      </pc:docMkLst>
      <pc:sldChg chg="addSp modSp mod">
        <pc:chgData name="嘉展 張" userId="56c0cc265fef7f12" providerId="LiveId" clId="{7F69A522-7DAF-4A02-BC46-5EFA4FA51996}" dt="2025-07-07T07:12:49.739" v="133" actId="6549"/>
        <pc:sldMkLst>
          <pc:docMk/>
          <pc:sldMk cId="1698366788" sldId="274"/>
        </pc:sldMkLst>
      </pc:sldChg>
      <pc:sldChg chg="modSp mod">
        <pc:chgData name="嘉展 張" userId="56c0cc265fef7f12" providerId="LiveId" clId="{7F69A522-7DAF-4A02-BC46-5EFA4FA51996}" dt="2025-07-07T10:47:32.083" v="879" actId="15"/>
        <pc:sldMkLst>
          <pc:docMk/>
          <pc:sldMk cId="516855969" sldId="328"/>
        </pc:sldMkLst>
      </pc:sldChg>
      <pc:sldChg chg="del">
        <pc:chgData name="嘉展 張" userId="56c0cc265fef7f12" providerId="LiveId" clId="{7F69A522-7DAF-4A02-BC46-5EFA4FA51996}" dt="2025-07-07T10:48:34.374" v="888" actId="47"/>
        <pc:sldMkLst>
          <pc:docMk/>
          <pc:sldMk cId="1848417769" sldId="329"/>
        </pc:sldMkLst>
      </pc:sldChg>
      <pc:sldChg chg="del">
        <pc:chgData name="嘉展 張" userId="56c0cc265fef7f12" providerId="LiveId" clId="{7F69A522-7DAF-4A02-BC46-5EFA4FA51996}" dt="2025-07-07T10:48:34.374" v="888" actId="47"/>
        <pc:sldMkLst>
          <pc:docMk/>
          <pc:sldMk cId="725604826" sldId="330"/>
        </pc:sldMkLst>
      </pc:sldChg>
      <pc:sldChg chg="modSp mod">
        <pc:chgData name="嘉展 張" userId="56c0cc265fef7f12" providerId="LiveId" clId="{7F69A522-7DAF-4A02-BC46-5EFA4FA51996}" dt="2025-07-07T07:34:37.926" v="646" actId="20577"/>
        <pc:sldMkLst>
          <pc:docMk/>
          <pc:sldMk cId="1652940647" sldId="335"/>
        </pc:sldMkLst>
      </pc:sldChg>
      <pc:sldChg chg="modSp mod">
        <pc:chgData name="嘉展 張" userId="56c0cc265fef7f12" providerId="LiveId" clId="{7F69A522-7DAF-4A02-BC46-5EFA4FA51996}" dt="2025-07-07T10:41:39.183" v="813" actId="20577"/>
        <pc:sldMkLst>
          <pc:docMk/>
          <pc:sldMk cId="3676040206" sldId="336"/>
        </pc:sldMkLst>
      </pc:sldChg>
      <pc:sldChg chg="modSp mod">
        <pc:chgData name="嘉展 張" userId="56c0cc265fef7f12" providerId="LiveId" clId="{7F69A522-7DAF-4A02-BC46-5EFA4FA51996}" dt="2025-07-07T07:37:27.551" v="655"/>
        <pc:sldMkLst>
          <pc:docMk/>
          <pc:sldMk cId="2128628793" sldId="337"/>
        </pc:sldMkLst>
      </pc:sldChg>
      <pc:sldChg chg="del">
        <pc:chgData name="嘉展 張" userId="56c0cc265fef7f12" providerId="LiveId" clId="{7F69A522-7DAF-4A02-BC46-5EFA4FA51996}" dt="2025-07-07T07:14:28.904" v="169" actId="47"/>
        <pc:sldMkLst>
          <pc:docMk/>
          <pc:sldMk cId="4036497139" sldId="338"/>
        </pc:sldMkLst>
      </pc:sldChg>
      <pc:sldChg chg="modSp del mod">
        <pc:chgData name="嘉展 張" userId="56c0cc265fef7f12" providerId="LiveId" clId="{7F69A522-7DAF-4A02-BC46-5EFA4FA51996}" dt="2025-07-07T10:47:46.757" v="882" actId="47"/>
        <pc:sldMkLst>
          <pc:docMk/>
          <pc:sldMk cId="2939669483" sldId="339"/>
        </pc:sldMkLst>
      </pc:sldChg>
      <pc:sldChg chg="del">
        <pc:chgData name="嘉展 張" userId="56c0cc265fef7f12" providerId="LiveId" clId="{7F69A522-7DAF-4A02-BC46-5EFA4FA51996}" dt="2025-07-07T10:48:34.374" v="888" actId="47"/>
        <pc:sldMkLst>
          <pc:docMk/>
          <pc:sldMk cId="1195771477" sldId="340"/>
        </pc:sldMkLst>
      </pc:sldChg>
      <pc:sldChg chg="del">
        <pc:chgData name="嘉展 張" userId="56c0cc265fef7f12" providerId="LiveId" clId="{7F69A522-7DAF-4A02-BC46-5EFA4FA51996}" dt="2025-07-07T10:48:34.374" v="888" actId="47"/>
        <pc:sldMkLst>
          <pc:docMk/>
          <pc:sldMk cId="3653896156" sldId="341"/>
        </pc:sldMkLst>
      </pc:sldChg>
      <pc:sldChg chg="modSp mod">
        <pc:chgData name="嘉展 張" userId="56c0cc265fef7f12" providerId="LiveId" clId="{7F69A522-7DAF-4A02-BC46-5EFA4FA51996}" dt="2025-07-07T11:43:59.783" v="1614" actId="20577"/>
        <pc:sldMkLst>
          <pc:docMk/>
          <pc:sldMk cId="3383698067" sldId="342"/>
        </pc:sldMkLst>
      </pc:sldChg>
      <pc:sldChg chg="modSp mod">
        <pc:chgData name="嘉展 張" userId="56c0cc265fef7f12" providerId="LiveId" clId="{7F69A522-7DAF-4A02-BC46-5EFA4FA51996}" dt="2025-07-07T11:43:47.461" v="1596" actId="20577"/>
        <pc:sldMkLst>
          <pc:docMk/>
          <pc:sldMk cId="345017411" sldId="343"/>
        </pc:sldMkLst>
      </pc:sldChg>
      <pc:sldChg chg="modSp add mod">
        <pc:chgData name="嘉展 張" userId="56c0cc265fef7f12" providerId="LiveId" clId="{7F69A522-7DAF-4A02-BC46-5EFA4FA51996}" dt="2025-07-07T10:42:22.726" v="848" actId="207"/>
        <pc:sldMkLst>
          <pc:docMk/>
          <pc:sldMk cId="919750547" sldId="344"/>
        </pc:sldMkLst>
      </pc:sldChg>
      <pc:sldChg chg="add del">
        <pc:chgData name="嘉展 張" userId="56c0cc265fef7f12" providerId="LiveId" clId="{7F69A522-7DAF-4A02-BC46-5EFA4FA51996}" dt="2025-07-07T10:47:26.562" v="877" actId="47"/>
        <pc:sldMkLst>
          <pc:docMk/>
          <pc:sldMk cId="1590898524" sldId="345"/>
        </pc:sldMkLst>
      </pc:sldChg>
      <pc:sldChg chg="addSp modSp add del">
        <pc:chgData name="嘉展 張" userId="56c0cc265fef7f12" providerId="LiveId" clId="{7F69A522-7DAF-4A02-BC46-5EFA4FA51996}" dt="2025-07-07T10:46:57.549" v="873"/>
        <pc:sldMkLst>
          <pc:docMk/>
          <pc:sldMk cId="2963216146" sldId="345"/>
        </pc:sldMkLst>
      </pc:sldChg>
      <pc:sldChg chg="addSp modSp add mod">
        <pc:chgData name="嘉展 張" userId="56c0cc265fef7f12" providerId="LiveId" clId="{7F69A522-7DAF-4A02-BC46-5EFA4FA51996}" dt="2025-07-07T10:48:51.726" v="905" actId="20577"/>
        <pc:sldMkLst>
          <pc:docMk/>
          <pc:sldMk cId="3752334464" sldId="345"/>
        </pc:sldMkLst>
      </pc:sldChg>
      <pc:sldChg chg="modSp add mod ord">
        <pc:chgData name="嘉展 張" userId="56c0cc265fef7f12" providerId="LiveId" clId="{7F69A522-7DAF-4A02-BC46-5EFA4FA51996}" dt="2025-07-07T10:50:38.949" v="944" actId="20577"/>
        <pc:sldMkLst>
          <pc:docMk/>
          <pc:sldMk cId="1115666099" sldId="346"/>
        </pc:sldMkLst>
      </pc:sldChg>
      <pc:sldChg chg="add del">
        <pc:chgData name="嘉展 張" userId="56c0cc265fef7f12" providerId="LiveId" clId="{7F69A522-7DAF-4A02-BC46-5EFA4FA51996}" dt="2025-07-07T10:48:34.374" v="888" actId="47"/>
        <pc:sldMkLst>
          <pc:docMk/>
          <pc:sldMk cId="2840440202" sldId="346"/>
        </pc:sldMkLst>
      </pc:sldChg>
      <pc:sldChg chg="addSp modSp add mod">
        <pc:chgData name="嘉展 張" userId="56c0cc265fef7f12" providerId="LiveId" clId="{7F69A522-7DAF-4A02-BC46-5EFA4FA51996}" dt="2025-07-07T10:51:30.889" v="950" actId="20577"/>
        <pc:sldMkLst>
          <pc:docMk/>
          <pc:sldMk cId="3822570613" sldId="347"/>
        </pc:sldMkLst>
      </pc:sldChg>
      <pc:sldChg chg="modSp add mod ord">
        <pc:chgData name="嘉展 張" userId="56c0cc265fef7f12" providerId="LiveId" clId="{7F69A522-7DAF-4A02-BC46-5EFA4FA51996}" dt="2025-07-07T10:52:46.104" v="983" actId="6549"/>
        <pc:sldMkLst>
          <pc:docMk/>
          <pc:sldMk cId="2652490174" sldId="348"/>
        </pc:sldMkLst>
      </pc:sldChg>
      <pc:sldChg chg="addSp modSp add mod">
        <pc:chgData name="嘉展 張" userId="56c0cc265fef7f12" providerId="LiveId" clId="{7F69A522-7DAF-4A02-BC46-5EFA4FA51996}" dt="2025-07-07T10:53:10.646" v="989" actId="207"/>
        <pc:sldMkLst>
          <pc:docMk/>
          <pc:sldMk cId="2056490660" sldId="349"/>
        </pc:sldMkLst>
      </pc:sldChg>
      <pc:sldChg chg="modSp add del mod">
        <pc:chgData name="嘉展 張" userId="56c0cc265fef7f12" providerId="LiveId" clId="{7F69A522-7DAF-4A02-BC46-5EFA4FA51996}" dt="2025-07-07T11:43:02.907" v="1552" actId="47"/>
        <pc:sldMkLst>
          <pc:docMk/>
          <pc:sldMk cId="1303398649" sldId="350"/>
        </pc:sldMkLst>
      </pc:sldChg>
      <pc:sldMasterChg chg="modSldLayout">
        <pc:chgData name="嘉展 張" userId="56c0cc265fef7f12" providerId="LiveId" clId="{7F69A522-7DAF-4A02-BC46-5EFA4FA51996}" dt="2025-07-07T06:57:29.419" v="122" actId="20577"/>
        <pc:sldMasterMkLst>
          <pc:docMk/>
          <pc:sldMasterMk cId="2733321511" sldId="2147483688"/>
        </pc:sldMasterMkLst>
        <pc:sldLayoutChg chg="delSp mod">
          <pc:chgData name="嘉展 張" userId="56c0cc265fef7f12" providerId="LiveId" clId="{7F69A522-7DAF-4A02-BC46-5EFA4FA51996}" dt="2025-07-07T04:33:12.003" v="0" actId="21"/>
          <pc:sldLayoutMkLst>
            <pc:docMk/>
            <pc:sldMasterMk cId="2733321511" sldId="2147483688"/>
            <pc:sldLayoutMk cId="810264706" sldId="2147483689"/>
          </pc:sldLayoutMkLst>
        </pc:sldLayoutChg>
        <pc:sldLayoutChg chg="modSp mod">
          <pc:chgData name="嘉展 張" userId="56c0cc265fef7f12" providerId="LiveId" clId="{7F69A522-7DAF-4A02-BC46-5EFA4FA51996}" dt="2025-07-07T06:57:29.419" v="122" actId="20577"/>
          <pc:sldLayoutMkLst>
            <pc:docMk/>
            <pc:sldMasterMk cId="2733321511" sldId="2147483688"/>
            <pc:sldLayoutMk cId="2749409723" sldId="2147483690"/>
          </pc:sldLayoutMkLst>
        </pc:sldLayoutChg>
      </pc:sldMasterChg>
    </pc:docChg>
  </pc:docChgLst>
  <pc:docChgLst>
    <pc:chgData name="嘉展 張" userId="56c0cc265fef7f12" providerId="LiveId" clId="{CA2D70FC-5C55-47B2-99B4-B3F2BD8F9BEE}"/>
    <pc:docChg chg="undo custSel addSld delSld modSld sldOrd modMainMaster">
      <pc:chgData name="嘉展 張" userId="56c0cc265fef7f12" providerId="LiveId" clId="{CA2D70FC-5C55-47B2-99B4-B3F2BD8F9BEE}" dt="2025-07-09T09:08:13.713" v="221" actId="207"/>
      <pc:docMkLst>
        <pc:docMk/>
      </pc:docMkLst>
      <pc:sldChg chg="modSp mod">
        <pc:chgData name="嘉展 張" userId="56c0cc265fef7f12" providerId="LiveId" clId="{CA2D70FC-5C55-47B2-99B4-B3F2BD8F9BEE}" dt="2025-07-09T08:53:37.299" v="38"/>
        <pc:sldMkLst>
          <pc:docMk/>
          <pc:sldMk cId="1698366788" sldId="274"/>
        </pc:sldMkLst>
      </pc:sldChg>
      <pc:sldChg chg="modSp mod">
        <pc:chgData name="嘉展 張" userId="56c0cc265fef7f12" providerId="LiveId" clId="{CA2D70FC-5C55-47B2-99B4-B3F2BD8F9BEE}" dt="2025-07-09T09:00:47.384" v="157" actId="207"/>
        <pc:sldMkLst>
          <pc:docMk/>
          <pc:sldMk cId="3676040206" sldId="336"/>
        </pc:sldMkLst>
      </pc:sldChg>
      <pc:sldChg chg="del">
        <pc:chgData name="嘉展 張" userId="56c0cc265fef7f12" providerId="LiveId" clId="{CA2D70FC-5C55-47B2-99B4-B3F2BD8F9BEE}" dt="2025-07-09T08:58:04.032" v="107" actId="47"/>
        <pc:sldMkLst>
          <pc:docMk/>
          <pc:sldMk cId="2128628793" sldId="337"/>
        </pc:sldMkLst>
      </pc:sldChg>
      <pc:sldChg chg="modSp mod">
        <pc:chgData name="嘉展 張" userId="56c0cc265fef7f12" providerId="LiveId" clId="{CA2D70FC-5C55-47B2-99B4-B3F2BD8F9BEE}" dt="2025-07-09T09:07:36.283" v="220" actId="20577"/>
        <pc:sldMkLst>
          <pc:docMk/>
          <pc:sldMk cId="3383698067" sldId="342"/>
        </pc:sldMkLst>
      </pc:sldChg>
      <pc:sldChg chg="modSp mod ord">
        <pc:chgData name="嘉展 張" userId="56c0cc265fef7f12" providerId="LiveId" clId="{CA2D70FC-5C55-47B2-99B4-B3F2BD8F9BEE}" dt="2025-07-09T09:07:28.375" v="218" actId="20577"/>
        <pc:sldMkLst>
          <pc:docMk/>
          <pc:sldMk cId="345017411" sldId="343"/>
        </pc:sldMkLst>
      </pc:sldChg>
      <pc:sldChg chg="modSp mod">
        <pc:chgData name="嘉展 張" userId="56c0cc265fef7f12" providerId="LiveId" clId="{CA2D70FC-5C55-47B2-99B4-B3F2BD8F9BEE}" dt="2025-07-09T09:01:08.659" v="159" actId="15"/>
        <pc:sldMkLst>
          <pc:docMk/>
          <pc:sldMk cId="3752334464" sldId="345"/>
        </pc:sldMkLst>
      </pc:sldChg>
      <pc:sldChg chg="modSp mod">
        <pc:chgData name="嘉展 張" userId="56c0cc265fef7f12" providerId="LiveId" clId="{CA2D70FC-5C55-47B2-99B4-B3F2BD8F9BEE}" dt="2025-07-09T09:03:30.405" v="167" actId="15"/>
        <pc:sldMkLst>
          <pc:docMk/>
          <pc:sldMk cId="1115666099" sldId="346"/>
        </pc:sldMkLst>
      </pc:sldChg>
      <pc:sldChg chg="modSp mod">
        <pc:chgData name="嘉展 張" userId="56c0cc265fef7f12" providerId="LiveId" clId="{CA2D70FC-5C55-47B2-99B4-B3F2BD8F9BEE}" dt="2025-07-09T09:04:04.880" v="171"/>
        <pc:sldMkLst>
          <pc:docMk/>
          <pc:sldMk cId="3822570613" sldId="347"/>
        </pc:sldMkLst>
      </pc:sldChg>
      <pc:sldChg chg="modSp mod">
        <pc:chgData name="嘉展 張" userId="56c0cc265fef7f12" providerId="LiveId" clId="{CA2D70FC-5C55-47B2-99B4-B3F2BD8F9BEE}" dt="2025-07-09T08:58:00.156" v="106" actId="207"/>
        <pc:sldMkLst>
          <pc:docMk/>
          <pc:sldMk cId="732333138" sldId="351"/>
        </pc:sldMkLst>
      </pc:sldChg>
      <pc:sldChg chg="del">
        <pc:chgData name="嘉展 張" userId="56c0cc265fef7f12" providerId="LiveId" clId="{CA2D70FC-5C55-47B2-99B4-B3F2BD8F9BEE}" dt="2025-07-09T08:59:58.138" v="140" actId="47"/>
        <pc:sldMkLst>
          <pc:docMk/>
          <pc:sldMk cId="838783306" sldId="352"/>
        </pc:sldMkLst>
      </pc:sldChg>
      <pc:sldChg chg="del">
        <pc:chgData name="嘉展 張" userId="56c0cc265fef7f12" providerId="LiveId" clId="{CA2D70FC-5C55-47B2-99B4-B3F2BD8F9BEE}" dt="2025-07-09T09:01:18.660" v="162" actId="47"/>
        <pc:sldMkLst>
          <pc:docMk/>
          <pc:sldMk cId="1406075394" sldId="353"/>
        </pc:sldMkLst>
      </pc:sldChg>
      <pc:sldChg chg="modSp mod">
        <pc:chgData name="嘉展 張" userId="56c0cc265fef7f12" providerId="LiveId" clId="{CA2D70FC-5C55-47B2-99B4-B3F2BD8F9BEE}" dt="2025-07-09T09:04:26.024" v="173" actId="15"/>
        <pc:sldMkLst>
          <pc:docMk/>
          <pc:sldMk cId="2503062332" sldId="354"/>
        </pc:sldMkLst>
      </pc:sldChg>
      <pc:sldChg chg="modSp mod">
        <pc:chgData name="嘉展 張" userId="56c0cc265fef7f12" providerId="LiveId" clId="{CA2D70FC-5C55-47B2-99B4-B3F2BD8F9BEE}" dt="2025-07-09T09:04:52.828" v="176"/>
        <pc:sldMkLst>
          <pc:docMk/>
          <pc:sldMk cId="2169278876" sldId="355"/>
        </pc:sldMkLst>
      </pc:sldChg>
      <pc:sldChg chg="add">
        <pc:chgData name="嘉展 張" userId="56c0cc265fef7f12" providerId="LiveId" clId="{CA2D70FC-5C55-47B2-99B4-B3F2BD8F9BEE}" dt="2025-07-09T08:57:55.575" v="105"/>
        <pc:sldMkLst>
          <pc:docMk/>
          <pc:sldMk cId="3052656619" sldId="356"/>
        </pc:sldMkLst>
      </pc:sldChg>
      <pc:sldChg chg="add">
        <pc:chgData name="嘉展 張" userId="56c0cc265fef7f12" providerId="LiveId" clId="{CA2D70FC-5C55-47B2-99B4-B3F2BD8F9BEE}" dt="2025-07-09T09:00:43.843" v="156"/>
        <pc:sldMkLst>
          <pc:docMk/>
          <pc:sldMk cId="185642437" sldId="357"/>
        </pc:sldMkLst>
      </pc:sldChg>
      <pc:sldChg chg="addSp modSp add mod">
        <pc:chgData name="嘉展 張" userId="56c0cc265fef7f12" providerId="LiveId" clId="{CA2D70FC-5C55-47B2-99B4-B3F2BD8F9BEE}" dt="2025-07-09T09:08:13.713" v="221" actId="207"/>
        <pc:sldMkLst>
          <pc:docMk/>
          <pc:sldMk cId="4193172206" sldId="358"/>
        </pc:sldMkLst>
      </pc:sldChg>
      <pc:sldMasterChg chg="modSldLayout">
        <pc:chgData name="嘉展 張" userId="56c0cc265fef7f12" providerId="LiveId" clId="{CA2D70FC-5C55-47B2-99B4-B3F2BD8F9BEE}" dt="2025-07-09T08:54:19.509" v="64" actId="20577"/>
        <pc:sldMasterMkLst>
          <pc:docMk/>
          <pc:sldMasterMk cId="2733321511" sldId="2147483688"/>
        </pc:sldMasterMkLst>
        <pc:sldLayoutChg chg="modSp mod">
          <pc:chgData name="嘉展 張" userId="56c0cc265fef7f12" providerId="LiveId" clId="{CA2D70FC-5C55-47B2-99B4-B3F2BD8F9BEE}" dt="2025-07-09T08:54:19.509" v="64" actId="20577"/>
          <pc:sldLayoutMkLst>
            <pc:docMk/>
            <pc:sldMasterMk cId="2733321511" sldId="2147483688"/>
            <pc:sldLayoutMk cId="2749409723" sldId="2147483690"/>
          </pc:sldLayoutMkLst>
        </pc:sldLayoutChg>
      </pc:sldMasterChg>
    </pc:docChg>
  </pc:docChgLst>
  <pc:docChgLst>
    <pc:chgData name="嘉展 張" userId="56c0cc265fef7f12" providerId="LiveId" clId="{8C17DC2B-5918-4C2A-ABAD-E0796C8BEBAA}"/>
    <pc:docChg chg="undo custSel addSld delSld modSld modMainMaster">
      <pc:chgData name="嘉展 張" userId="56c0cc265fef7f12" providerId="LiveId" clId="{8C17DC2B-5918-4C2A-ABAD-E0796C8BEBAA}" dt="2025-07-09T09:31:06.934" v="373" actId="2711"/>
      <pc:docMkLst>
        <pc:docMk/>
      </pc:docMkLst>
      <pc:sldChg chg="modSp mod">
        <pc:chgData name="嘉展 張" userId="56c0cc265fef7f12" providerId="LiveId" clId="{8C17DC2B-5918-4C2A-ABAD-E0796C8BEBAA}" dt="2025-07-09T09:14:09.580" v="41"/>
        <pc:sldMkLst>
          <pc:docMk/>
          <pc:sldMk cId="1698366788" sldId="274"/>
        </pc:sldMkLst>
      </pc:sldChg>
      <pc:sldChg chg="modSp mod">
        <pc:chgData name="嘉展 張" userId="56c0cc265fef7f12" providerId="LiveId" clId="{8C17DC2B-5918-4C2A-ABAD-E0796C8BEBAA}" dt="2025-07-09T09:23:28.904" v="318" actId="207"/>
        <pc:sldMkLst>
          <pc:docMk/>
          <pc:sldMk cId="3676040206" sldId="336"/>
        </pc:sldMkLst>
      </pc:sldChg>
      <pc:sldChg chg="modSp mod">
        <pc:chgData name="嘉展 張" userId="56c0cc265fef7f12" providerId="LiveId" clId="{8C17DC2B-5918-4C2A-ABAD-E0796C8BEBAA}" dt="2025-07-09T09:31:06.934" v="373" actId="2711"/>
        <pc:sldMkLst>
          <pc:docMk/>
          <pc:sldMk cId="3383698067" sldId="342"/>
        </pc:sldMkLst>
      </pc:sldChg>
      <pc:sldChg chg="modSp mod">
        <pc:chgData name="嘉展 張" userId="56c0cc265fef7f12" providerId="LiveId" clId="{8C17DC2B-5918-4C2A-ABAD-E0796C8BEBAA}" dt="2025-07-09T09:29:41.625" v="352" actId="20577"/>
        <pc:sldMkLst>
          <pc:docMk/>
          <pc:sldMk cId="345017411" sldId="343"/>
        </pc:sldMkLst>
      </pc:sldChg>
      <pc:sldChg chg="modSp mod">
        <pc:chgData name="嘉展 張" userId="56c0cc265fef7f12" providerId="LiveId" clId="{8C17DC2B-5918-4C2A-ABAD-E0796C8BEBAA}" dt="2025-07-09T09:25:12.609" v="320" actId="15"/>
        <pc:sldMkLst>
          <pc:docMk/>
          <pc:sldMk cId="3752334464" sldId="345"/>
        </pc:sldMkLst>
      </pc:sldChg>
      <pc:sldChg chg="modSp mod">
        <pc:chgData name="嘉展 張" userId="56c0cc265fef7f12" providerId="LiveId" clId="{8C17DC2B-5918-4C2A-ABAD-E0796C8BEBAA}" dt="2025-07-09T09:26:11.378" v="327" actId="15"/>
        <pc:sldMkLst>
          <pc:docMk/>
          <pc:sldMk cId="1115666099" sldId="346"/>
        </pc:sldMkLst>
      </pc:sldChg>
      <pc:sldChg chg="modSp mod">
        <pc:chgData name="嘉展 張" userId="56c0cc265fef7f12" providerId="LiveId" clId="{8C17DC2B-5918-4C2A-ABAD-E0796C8BEBAA}" dt="2025-07-09T09:26:39.415" v="331" actId="20577"/>
        <pc:sldMkLst>
          <pc:docMk/>
          <pc:sldMk cId="3822570613" sldId="347"/>
        </pc:sldMkLst>
      </pc:sldChg>
      <pc:sldChg chg="modSp mod">
        <pc:chgData name="嘉展 張" userId="56c0cc265fef7f12" providerId="LiveId" clId="{8C17DC2B-5918-4C2A-ABAD-E0796C8BEBAA}" dt="2025-07-09T09:19:45.557" v="174" actId="6549"/>
        <pc:sldMkLst>
          <pc:docMk/>
          <pc:sldMk cId="732333138" sldId="351"/>
        </pc:sldMkLst>
      </pc:sldChg>
      <pc:sldChg chg="modSp mod">
        <pc:chgData name="嘉展 張" userId="56c0cc265fef7f12" providerId="LiveId" clId="{8C17DC2B-5918-4C2A-ABAD-E0796C8BEBAA}" dt="2025-07-09T09:27:03.141" v="333" actId="15"/>
        <pc:sldMkLst>
          <pc:docMk/>
          <pc:sldMk cId="2503062332" sldId="354"/>
        </pc:sldMkLst>
      </pc:sldChg>
      <pc:sldChg chg="modSp mod">
        <pc:chgData name="嘉展 張" userId="56c0cc265fef7f12" providerId="LiveId" clId="{8C17DC2B-5918-4C2A-ABAD-E0796C8BEBAA}" dt="2025-07-09T09:28:04.992" v="336"/>
        <pc:sldMkLst>
          <pc:docMk/>
          <pc:sldMk cId="2169278876" sldId="355"/>
        </pc:sldMkLst>
      </pc:sldChg>
      <pc:sldChg chg="del">
        <pc:chgData name="嘉展 張" userId="56c0cc265fef7f12" providerId="LiveId" clId="{8C17DC2B-5918-4C2A-ABAD-E0796C8BEBAA}" dt="2025-07-09T09:20:12.217" v="177" actId="47"/>
        <pc:sldMkLst>
          <pc:docMk/>
          <pc:sldMk cId="3052656619" sldId="356"/>
        </pc:sldMkLst>
      </pc:sldChg>
      <pc:sldChg chg="del">
        <pc:chgData name="嘉展 張" userId="56c0cc265fef7f12" providerId="LiveId" clId="{8C17DC2B-5918-4C2A-ABAD-E0796C8BEBAA}" dt="2025-07-09T09:21:06.418" v="281" actId="47"/>
        <pc:sldMkLst>
          <pc:docMk/>
          <pc:sldMk cId="185642437" sldId="357"/>
        </pc:sldMkLst>
      </pc:sldChg>
      <pc:sldChg chg="modSp mod">
        <pc:chgData name="嘉展 張" userId="56c0cc265fef7f12" providerId="LiveId" clId="{8C17DC2B-5918-4C2A-ABAD-E0796C8BEBAA}" dt="2025-07-09T09:25:48.444" v="325" actId="207"/>
        <pc:sldMkLst>
          <pc:docMk/>
          <pc:sldMk cId="4193172206" sldId="358"/>
        </pc:sldMkLst>
      </pc:sldChg>
      <pc:sldChg chg="modSp add mod">
        <pc:chgData name="嘉展 張" userId="56c0cc265fef7f12" providerId="LiveId" clId="{8C17DC2B-5918-4C2A-ABAD-E0796C8BEBAA}" dt="2025-07-09T09:19:57.814" v="176" actId="207"/>
        <pc:sldMkLst>
          <pc:docMk/>
          <pc:sldMk cId="3585428774" sldId="359"/>
        </pc:sldMkLst>
      </pc:sldChg>
      <pc:sldChg chg="add">
        <pc:chgData name="嘉展 張" userId="56c0cc265fef7f12" providerId="LiveId" clId="{8C17DC2B-5918-4C2A-ABAD-E0796C8BEBAA}" dt="2025-07-09T09:23:26.053" v="317"/>
        <pc:sldMkLst>
          <pc:docMk/>
          <pc:sldMk cId="1907735413" sldId="360"/>
        </pc:sldMkLst>
      </pc:sldChg>
      <pc:sldMasterChg chg="modSldLayout">
        <pc:chgData name="嘉展 張" userId="56c0cc265fef7f12" providerId="LiveId" clId="{8C17DC2B-5918-4C2A-ABAD-E0796C8BEBAA}" dt="2025-07-09T09:18:08.998" v="120" actId="6549"/>
        <pc:sldMasterMkLst>
          <pc:docMk/>
          <pc:sldMasterMk cId="2733321511" sldId="2147483688"/>
        </pc:sldMasterMkLst>
        <pc:sldLayoutChg chg="modSp mod">
          <pc:chgData name="嘉展 張" userId="56c0cc265fef7f12" providerId="LiveId" clId="{8C17DC2B-5918-4C2A-ABAD-E0796C8BEBAA}" dt="2025-07-09T09:18:08.998" v="120" actId="6549"/>
          <pc:sldLayoutMkLst>
            <pc:docMk/>
            <pc:sldMasterMk cId="2733321511" sldId="2147483688"/>
            <pc:sldLayoutMk cId="2749409723" sldId="2147483690"/>
          </pc:sldLayoutMkLst>
        </pc:sldLayoutChg>
      </pc:sldMasterChg>
    </pc:docChg>
  </pc:docChgLst>
  <pc:docChgLst>
    <pc:chgData name="嘉展 張" userId="56c0cc265fef7f12" providerId="LiveId" clId="{9D1E94D5-7B7B-4955-9E2D-4F18085248D8}"/>
    <pc:docChg chg="modSld modMainMaster">
      <pc:chgData name="嘉展 張" userId="56c0cc265fef7f12" providerId="LiveId" clId="{9D1E94D5-7B7B-4955-9E2D-4F18085248D8}" dt="2025-08-23T02:25:25.560" v="1" actId="20577"/>
      <pc:docMkLst>
        <pc:docMk/>
      </pc:docMkLst>
      <pc:sldChg chg="modSp mod">
        <pc:chgData name="嘉展 張" userId="56c0cc265fef7f12" providerId="LiveId" clId="{9D1E94D5-7B7B-4955-9E2D-4F18085248D8}" dt="2025-08-23T02:25:25.560" v="1" actId="20577"/>
        <pc:sldMkLst>
          <pc:docMk/>
          <pc:sldMk cId="1907735413" sldId="360"/>
        </pc:sldMkLst>
      </pc:sldChg>
      <pc:sldMasterChg chg="modSldLayout">
        <pc:chgData name="嘉展 張" userId="56c0cc265fef7f12" providerId="LiveId" clId="{9D1E94D5-7B7B-4955-9E2D-4F18085248D8}" dt="2025-08-20T12:39:57.796" v="0"/>
        <pc:sldMasterMkLst>
          <pc:docMk/>
          <pc:sldMasterMk cId="2733321511" sldId="2147483688"/>
        </pc:sldMasterMkLst>
        <pc:sldLayoutChg chg="modSp">
          <pc:chgData name="嘉展 張" userId="56c0cc265fef7f12" providerId="LiveId" clId="{9D1E94D5-7B7B-4955-9E2D-4F18085248D8}" dt="2025-08-20T12:39:57.796" v="0"/>
          <pc:sldLayoutMkLst>
            <pc:docMk/>
            <pc:sldMasterMk cId="2733321511" sldId="2147483688"/>
            <pc:sldLayoutMk cId="810264706" sldId="2147483689"/>
          </pc:sldLayoutMkLst>
        </pc:sldLayoutChg>
      </pc:sldMasterChg>
    </pc:docChg>
  </pc:docChgLst>
  <pc:docChgLst>
    <pc:chgData name="嘉展 張" userId="56c0cc265fef7f12" providerId="LiveId" clId="{9EFC1317-6306-48EB-9B4B-2FDE30204D08}"/>
    <pc:docChg chg="modSld">
      <pc:chgData name="嘉展 張" userId="56c0cc265fef7f12" providerId="LiveId" clId="{9EFC1317-6306-48EB-9B4B-2FDE30204D08}" dt="2025-10-22T02:08:21.552" v="83" actId="20577"/>
      <pc:docMkLst>
        <pc:docMk/>
      </pc:docMkLst>
      <pc:sldChg chg="modSp mod">
        <pc:chgData name="嘉展 張" userId="56c0cc265fef7f12" providerId="LiveId" clId="{9EFC1317-6306-48EB-9B4B-2FDE30204D08}" dt="2025-10-22T02:08:21.552" v="83" actId="20577"/>
        <pc:sldMkLst>
          <pc:docMk/>
          <pc:sldMk cId="3676040206" sldId="336"/>
        </pc:sldMkLst>
        <pc:spChg chg="mod">
          <ac:chgData name="嘉展 張" userId="56c0cc265fef7f12" providerId="LiveId" clId="{9EFC1317-6306-48EB-9B4B-2FDE30204D08}" dt="2025-10-22T02:08:21.552" v="83" actId="20577"/>
          <ac:spMkLst>
            <pc:docMk/>
            <pc:sldMk cId="3676040206" sldId="336"/>
            <ac:spMk id="9" creationId="{3E1321ED-A884-C297-CFB0-67F0C676076A}"/>
          </ac:spMkLst>
        </pc:spChg>
      </pc:sldChg>
      <pc:sldChg chg="modSp mod">
        <pc:chgData name="嘉展 張" userId="56c0cc265fef7f12" providerId="LiveId" clId="{9EFC1317-6306-48EB-9B4B-2FDE30204D08}" dt="2025-10-22T02:06:54.900" v="63" actId="20577"/>
        <pc:sldMkLst>
          <pc:docMk/>
          <pc:sldMk cId="1907735413" sldId="360"/>
        </pc:sldMkLst>
        <pc:spChg chg="mod">
          <ac:chgData name="嘉展 張" userId="56c0cc265fef7f12" providerId="LiveId" clId="{9EFC1317-6306-48EB-9B4B-2FDE30204D08}" dt="2025-10-22T02:06:54.900" v="63" actId="20577"/>
          <ac:spMkLst>
            <pc:docMk/>
            <pc:sldMk cId="1907735413" sldId="360"/>
            <ac:spMk id="9" creationId="{159DA3FC-D6F6-70BB-A750-90CD88EFC96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BF25A6-087F-D6D2-267D-B40DBA7EE1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AA0814FC-58BC-3550-CD96-55E744A22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02A62F-168C-441A-BD3A-3CBD0D8996EF}" type="datetimeFigureOut">
              <a:rPr lang="zh-TW" altLang="en-US" smtClean="0"/>
              <a:t>2025/10/22</a:t>
            </a:fld>
            <a:endParaRPr lang="zh-TW" altLang="en-US"/>
          </a:p>
        </p:txBody>
      </p:sp>
      <p:sp>
        <p:nvSpPr>
          <p:cNvPr id="4" name="頁尾版面配置區 3">
            <a:extLst>
              <a:ext uri="{FF2B5EF4-FFF2-40B4-BE49-F238E27FC236}">
                <a16:creationId xmlns:a16="http://schemas.microsoft.com/office/drawing/2014/main" id="{79AE01F6-5383-DDC4-7D41-985AFCC1FB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94AF33B8-A6BA-F9CB-9D1A-F0E8411475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F976BC-45D2-4837-B745-B3BC93427B15}" type="slidenum">
              <a:rPr lang="zh-TW" altLang="en-US" smtClean="0"/>
              <a:t>‹#›</a:t>
            </a:fld>
            <a:endParaRPr lang="zh-TW" altLang="en-US"/>
          </a:p>
        </p:txBody>
      </p:sp>
    </p:spTree>
    <p:extLst>
      <p:ext uri="{BB962C8B-B14F-4D97-AF65-F5344CB8AC3E}">
        <p14:creationId xmlns:p14="http://schemas.microsoft.com/office/powerpoint/2010/main" val="2158451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BIZ UDGothic" panose="020B0400000000000000" pitchFamily="33" charset="-128"/>
        <a:ea typeface="BIZ UDGothic" panose="020B0400000000000000" pitchFamily="33"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16CA-870F-4ACF-1F51-47ED9CD402C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8C42929-7443-D7D8-BBAA-ED91915C57E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35FD30CA-9BCA-487F-E75C-0123C4ECCB92}"/>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989055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A350-B6C1-742F-B5AE-2819E48B83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5FDB47E-6094-D346-2799-A8C066C3B8A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477B647-F565-395E-D257-4836AFA7E5BD}"/>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066861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F4579-EC49-74F7-731C-CF35115D7FF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56E8282-F896-AF4E-2FE7-D71647B8033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700342D6-751C-5997-C484-428A8A459822}"/>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540578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BCB30-04EE-D347-64C9-1620D0BBA18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1F32E18-573B-F48E-775D-8DB0518908ED}"/>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3029598F-8A6A-847B-5BFA-E51250DC951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814893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5468-5212-06C2-1093-089D532FF2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B7D9929-8008-244F-F7A1-B41948405D09}"/>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BD56B6BE-7444-4031-D537-371867FF1700}"/>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5138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6B379-66A6-8293-506C-29E51887A0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9A3887-4357-E0FE-7DDD-A2FAFC324C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37AB0E6-6396-E25F-0096-5941418CD854}"/>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28784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704E-7EED-C2D2-AB0C-9735446DFE5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C38AC2-0366-3164-A5DC-828EC5C85F9E}"/>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21BE83F-F2D0-7D4D-6FCD-F1A7DC9883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39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7D44-8515-EA05-78FF-A15CE5600A0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F962DF-1858-3443-38F9-00426D5514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4104576-44CB-1017-4E20-3C5F49A08F4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32885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817C-F287-F065-8882-D7A4DE98C6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EDAC0BE-EE20-BA6B-0516-1B9B0FE68528}"/>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1C8B431F-7A24-FB64-CF33-07FADF8305A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80618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AF310-7F58-FA17-6341-7E5E80802E2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7D5293-8193-FF20-FA48-8B4F9739858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6804C5F3-E8CC-A1B4-0A04-FF293BA0514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924699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E18B-9284-4C34-1C60-E918802CD2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E8BB489-F93C-819E-5985-79CFC6810C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2245CC0-BD14-DF5C-7A17-EFCD00FFE3D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696862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F13D-1ED7-DF52-F6AD-DA3481E6ACF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7BBF0B-7D7D-D6A0-63D5-6153918B72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5CD1C0-0BA9-E1F1-B6A8-BEA3D120E68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24308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BIZ UDGothic" panose="020B0400000000000000" pitchFamily="33" charset="-128"/>
              <a:ea typeface="BIZ UDGothic" panose="020B0400000000000000" pitchFamily="33" charset="-128"/>
            </a:endParaRPr>
          </a:p>
        </p:txBody>
      </p:sp>
      <p:sp>
        <p:nvSpPr>
          <p:cNvPr id="301" name="Google Shape;30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224893-DBDA-4BFA-9CE1-4BFE7CD0F8CF}"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7" name="Google Shape;173;p15">
            <a:extLst>
              <a:ext uri="{FF2B5EF4-FFF2-40B4-BE49-F238E27FC236}">
                <a16:creationId xmlns:a16="http://schemas.microsoft.com/office/drawing/2014/main" id="{1EA53AEF-F2B1-0F4B-39E7-2C1000323C5C}"/>
              </a:ext>
            </a:extLst>
          </p:cNvPr>
          <p:cNvSpPr/>
          <p:nvPr userDrawn="1"/>
        </p:nvSpPr>
        <p:spPr>
          <a:xfrm>
            <a:off x="-1" y="12529696"/>
            <a:ext cx="24384001" cy="1188793"/>
          </a:xfrm>
          <a:prstGeom prst="rect">
            <a:avLst/>
          </a:prstGeom>
          <a:solidFill>
            <a:srgbClr val="288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Calibri"/>
              <a:buNone/>
            </a:pPr>
            <a:endParaRPr sz="3600" b="0" i="0" u="none" strike="noStrike" cap="none" dirty="0">
              <a:solidFill>
                <a:srgbClr val="000000"/>
              </a:solidFill>
              <a:latin typeface="Gen Jyuu GothicL Bold" panose="020B0602020203020207" pitchFamily="34" charset="-120"/>
              <a:ea typeface="Gen Jyuu GothicL Bold" panose="020B0602020203020207" pitchFamily="34" charset="-120"/>
              <a:cs typeface="Gen Jyuu GothicL Bold" panose="020B0602020203020207" pitchFamily="34" charset="-120"/>
              <a:sym typeface="Calibri"/>
            </a:endParaRPr>
          </a:p>
        </p:txBody>
      </p:sp>
      <p:pic>
        <p:nvPicPr>
          <p:cNvPr id="8" name="Google Shape;175;p15" descr="00新品牌元素-55.png">
            <a:extLst>
              <a:ext uri="{FF2B5EF4-FFF2-40B4-BE49-F238E27FC236}">
                <a16:creationId xmlns:a16="http://schemas.microsoft.com/office/drawing/2014/main" id="{A1C6D771-7D6B-48B8-4879-512D53716F0E}"/>
              </a:ext>
            </a:extLst>
          </p:cNvPr>
          <p:cNvPicPr preferRelativeResize="0"/>
          <p:nvPr userDrawn="1"/>
        </p:nvPicPr>
        <p:blipFill rotWithShape="1">
          <a:blip r:embed="rId2">
            <a:alphaModFix/>
          </a:blip>
          <a:srcRect/>
          <a:stretch/>
        </p:blipFill>
        <p:spPr>
          <a:xfrm>
            <a:off x="1661141" y="12716794"/>
            <a:ext cx="4686527" cy="849086"/>
          </a:xfrm>
          <a:prstGeom prst="rect">
            <a:avLst/>
          </a:prstGeom>
          <a:noFill/>
          <a:ln>
            <a:noFill/>
          </a:ln>
        </p:spPr>
      </p:pic>
      <p:sp>
        <p:nvSpPr>
          <p:cNvPr id="9" name="Google Shape;177;p15">
            <a:extLst>
              <a:ext uri="{FF2B5EF4-FFF2-40B4-BE49-F238E27FC236}">
                <a16:creationId xmlns:a16="http://schemas.microsoft.com/office/drawing/2014/main" id="{F6E91BB9-A0CF-7DC6-E565-0F8D841B8D6A}"/>
              </a:ext>
            </a:extLst>
          </p:cNvPr>
          <p:cNvSpPr txBox="1"/>
          <p:nvPr userDrawn="1"/>
        </p:nvSpPr>
        <p:spPr>
          <a:xfrm>
            <a:off x="1779473" y="4241866"/>
            <a:ext cx="5726816" cy="1415743"/>
          </a:xfrm>
          <a:prstGeom prst="rect">
            <a:avLst/>
          </a:prstGeom>
          <a:solidFill>
            <a:srgbClr val="288CCC"/>
          </a:solid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strike="noStrike" cap="none" err="1">
                <a:solidFill>
                  <a:srgbClr val="FFFFFF"/>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rPr>
              <a:t>本課文型</a:t>
            </a:r>
            <a:endParaRPr sz="1400" b="0" i="0" u="none" strike="noStrike" cap="none">
              <a:solidFill>
                <a:srgbClr val="000000"/>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endParaRPr>
          </a:p>
        </p:txBody>
      </p:sp>
      <p:pic>
        <p:nvPicPr>
          <p:cNvPr id="11" name="Google Shape;180;p15" descr="新品牌元素-04.png">
            <a:extLst>
              <a:ext uri="{FF2B5EF4-FFF2-40B4-BE49-F238E27FC236}">
                <a16:creationId xmlns:a16="http://schemas.microsoft.com/office/drawing/2014/main" id="{9706B59E-0CCB-A03D-5962-B885D023C539}"/>
              </a:ext>
            </a:extLst>
          </p:cNvPr>
          <p:cNvPicPr preferRelativeResize="0"/>
          <p:nvPr userDrawn="1"/>
        </p:nvPicPr>
        <p:blipFill rotWithShape="1">
          <a:blip r:embed="rId3">
            <a:alphaModFix amt="70000"/>
          </a:blip>
          <a:srcRect/>
          <a:stretch/>
        </p:blipFill>
        <p:spPr>
          <a:xfrm>
            <a:off x="21137221" y="1024091"/>
            <a:ext cx="2776561" cy="1589427"/>
          </a:xfrm>
          <a:prstGeom prst="rect">
            <a:avLst/>
          </a:prstGeom>
          <a:noFill/>
          <a:ln>
            <a:noFill/>
          </a:ln>
        </p:spPr>
      </p:pic>
      <p:pic>
        <p:nvPicPr>
          <p:cNvPr id="12" name="Google Shape;181;p15" descr="00新品牌元素-47.png">
            <a:extLst>
              <a:ext uri="{FF2B5EF4-FFF2-40B4-BE49-F238E27FC236}">
                <a16:creationId xmlns:a16="http://schemas.microsoft.com/office/drawing/2014/main" id="{816445DC-2A49-15E8-A162-AB44553F104E}"/>
              </a:ext>
            </a:extLst>
          </p:cNvPr>
          <p:cNvPicPr preferRelativeResize="0"/>
          <p:nvPr userDrawn="1"/>
        </p:nvPicPr>
        <p:blipFill rotWithShape="1">
          <a:blip r:embed="rId4">
            <a:alphaModFix/>
            <a:duotone>
              <a:schemeClr val="accent3">
                <a:shade val="45000"/>
                <a:satMod val="135000"/>
              </a:schemeClr>
              <a:prstClr val="white"/>
            </a:duotone>
          </a:blip>
          <a:srcRect/>
          <a:stretch/>
        </p:blipFill>
        <p:spPr>
          <a:xfrm>
            <a:off x="20832421" y="8763000"/>
            <a:ext cx="3780876" cy="4361092"/>
          </a:xfrm>
          <a:prstGeom prst="rect">
            <a:avLst/>
          </a:prstGeom>
          <a:noFill/>
          <a:ln>
            <a:noFill/>
          </a:ln>
        </p:spPr>
      </p:pic>
      <p:sp>
        <p:nvSpPr>
          <p:cNvPr id="18" name="文字版面配置區 17">
            <a:extLst>
              <a:ext uri="{FF2B5EF4-FFF2-40B4-BE49-F238E27FC236}">
                <a16:creationId xmlns:a16="http://schemas.microsoft.com/office/drawing/2014/main" id="{945131EA-FBA2-5A69-36FD-4A242A80AB22}"/>
              </a:ext>
            </a:extLst>
          </p:cNvPr>
          <p:cNvSpPr>
            <a:spLocks noGrp="1"/>
          </p:cNvSpPr>
          <p:nvPr>
            <p:ph type="body" sz="quarter" idx="13"/>
          </p:nvPr>
        </p:nvSpPr>
        <p:spPr>
          <a:xfrm>
            <a:off x="1679070" y="6660848"/>
            <a:ext cx="17113623" cy="5032117"/>
          </a:xfrm>
        </p:spPr>
        <p:txBody>
          <a:bodyPr numCol="2">
            <a:normAutofit/>
          </a:bodyPr>
          <a:lstStyle>
            <a:lvl1pPr marL="0" indent="0">
              <a:buNone/>
              <a:defRPr sz="4200">
                <a:solidFill>
                  <a:srgbClr val="3B3838"/>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vl2pPr marL="914400" indent="0">
              <a:buNone/>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2pPr>
            <a:lvl3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3pPr>
            <a:lvl4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4pPr>
            <a:lvl5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5pPr>
          </a:lstStyle>
          <a:p>
            <a:pPr lvl="0"/>
            <a:r>
              <a:rPr lang="zh-TW" altLang="en-US" dirty="0"/>
              <a:t>按一下以編輯母片文字樣式</a:t>
            </a:r>
            <a:endParaRPr lang="en-US" altLang="zh-TW" dirty="0"/>
          </a:p>
        </p:txBody>
      </p:sp>
      <p:sp>
        <p:nvSpPr>
          <p:cNvPr id="19" name="Google Shape;179;p15">
            <a:extLst>
              <a:ext uri="{FF2B5EF4-FFF2-40B4-BE49-F238E27FC236}">
                <a16:creationId xmlns:a16="http://schemas.microsoft.com/office/drawing/2014/main" id="{3F54C1E6-3D7F-502D-6C15-E0DC042557B2}"/>
              </a:ext>
            </a:extLst>
          </p:cNvPr>
          <p:cNvSpPr txBox="1"/>
          <p:nvPr userDrawn="1"/>
        </p:nvSpPr>
        <p:spPr>
          <a:xfrm>
            <a:off x="18036333" y="12735798"/>
            <a:ext cx="5266463"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FFFFFF"/>
              </a:buClr>
              <a:buSzPts val="4200"/>
              <a:buFont typeface="Arial"/>
              <a:buNone/>
            </a:pPr>
            <a:r>
              <a:rPr lang="ja-JP" altLang="en-US" sz="4200" b="1" i="0" u="none" strike="noStrike" kern="1200" cap="none">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學習導師・中級</a:t>
            </a:r>
            <a:endParaRPr lang="ja-JP" altLang="en-US" sz="4200" b="1" i="0" u="none" strike="noStrike" kern="1200"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endParaRPr>
          </a:p>
        </p:txBody>
      </p:sp>
    </p:spTree>
    <p:extLst>
      <p:ext uri="{BB962C8B-B14F-4D97-AF65-F5344CB8AC3E}">
        <p14:creationId xmlns:p14="http://schemas.microsoft.com/office/powerpoint/2010/main" val="8102647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500" y="-36844"/>
            <a:ext cx="19983450" cy="1148734"/>
          </a:xfrm>
          <a:prstGeom prst="rect">
            <a:avLst/>
          </a:prstGeom>
        </p:spPr>
        <p:txBody>
          <a:bodyPr>
            <a:normAutofit/>
          </a:bodyPr>
          <a:lstStyle>
            <a:lvl1pPr>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zh-TW" altLang="en-US"/>
              <a:t>按一下以編輯母片標題樣式 </a:t>
            </a:r>
            <a:endParaRPr lang="en-US"/>
          </a:p>
        </p:txBody>
      </p:sp>
      <p:sp>
        <p:nvSpPr>
          <p:cNvPr id="7" name="矩形 6">
            <a:extLst>
              <a:ext uri="{FF2B5EF4-FFF2-40B4-BE49-F238E27FC236}">
                <a16:creationId xmlns:a16="http://schemas.microsoft.com/office/drawing/2014/main" id="{1AC0EF03-D6B3-CE56-533B-535D9DFA0793}"/>
              </a:ext>
            </a:extLst>
          </p:cNvPr>
          <p:cNvSpPr/>
          <p:nvPr userDrawn="1"/>
        </p:nvSpPr>
        <p:spPr>
          <a:xfrm>
            <a:off x="-38100" y="-151233"/>
            <a:ext cx="24403050" cy="189136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Google Shape;191;p60" descr="00新品牌元素-50.png">
            <a:extLst>
              <a:ext uri="{FF2B5EF4-FFF2-40B4-BE49-F238E27FC236}">
                <a16:creationId xmlns:a16="http://schemas.microsoft.com/office/drawing/2014/main" id="{30CA417C-C8B7-0AFC-3F11-7B07400254AC}"/>
              </a:ext>
            </a:extLst>
          </p:cNvPr>
          <p:cNvPicPr preferRelativeResize="0"/>
          <p:nvPr userDrawn="1"/>
        </p:nvPicPr>
        <p:blipFill rotWithShape="1">
          <a:blip r:embed="rId2">
            <a:alphaModFix/>
          </a:blip>
          <a:srcRect/>
          <a:stretch/>
        </p:blipFill>
        <p:spPr>
          <a:xfrm>
            <a:off x="76200" y="-165077"/>
            <a:ext cx="1371600" cy="1469989"/>
          </a:xfrm>
          <a:prstGeom prst="rect">
            <a:avLst/>
          </a:prstGeom>
          <a:noFill/>
          <a:ln>
            <a:noFill/>
          </a:ln>
        </p:spPr>
      </p:pic>
      <p:pic>
        <p:nvPicPr>
          <p:cNvPr id="11" name="Google Shape;190;p60" descr="浮水印.png">
            <a:extLst>
              <a:ext uri="{FF2B5EF4-FFF2-40B4-BE49-F238E27FC236}">
                <a16:creationId xmlns:a16="http://schemas.microsoft.com/office/drawing/2014/main" id="{151502A3-5726-B337-1182-245A2ADF7D85}"/>
              </a:ext>
            </a:extLst>
          </p:cNvPr>
          <p:cNvPicPr preferRelativeResize="0"/>
          <p:nvPr userDrawn="1"/>
        </p:nvPicPr>
        <p:blipFill rotWithShape="1">
          <a:blip r:embed="rId3">
            <a:alphaModFix/>
          </a:blip>
          <a:srcRect/>
          <a:stretch/>
        </p:blipFill>
        <p:spPr>
          <a:xfrm>
            <a:off x="22574250" y="145476"/>
            <a:ext cx="1580320" cy="886984"/>
          </a:xfrm>
          <a:prstGeom prst="rect">
            <a:avLst/>
          </a:prstGeom>
          <a:noFill/>
          <a:ln>
            <a:noFill/>
          </a:ln>
        </p:spPr>
      </p:pic>
      <p:sp>
        <p:nvSpPr>
          <p:cNvPr id="18" name="文字方塊 17">
            <a:extLst>
              <a:ext uri="{FF2B5EF4-FFF2-40B4-BE49-F238E27FC236}">
                <a16:creationId xmlns:a16="http://schemas.microsoft.com/office/drawing/2014/main" id="{286F6F29-2332-3D9E-E40D-AF2D204D300D}"/>
              </a:ext>
            </a:extLst>
          </p:cNvPr>
          <p:cNvSpPr txBox="1"/>
          <p:nvPr userDrawn="1"/>
        </p:nvSpPr>
        <p:spPr>
          <a:xfrm>
            <a:off x="1346200" y="-1056222"/>
            <a:ext cx="3098800" cy="2646878"/>
          </a:xfrm>
          <a:prstGeom prst="rect">
            <a:avLst/>
          </a:prstGeom>
          <a:noFill/>
        </p:spPr>
        <p:txBody>
          <a:bodyPr wrap="square" rtlCol="0">
            <a:spAutoFit/>
          </a:bodyPr>
          <a:lstStyle/>
          <a:p>
            <a:r>
              <a:rPr kumimoji="1" lang="en-US" altLang="zh-TW"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a:t>
            </a:r>
            <a:r>
              <a:rPr kumimoji="1" lang="en-US" altLang="ja-JP"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6</a:t>
            </a:r>
            <a:r>
              <a:rPr kumimoji="1" lang="zh-TW"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9" name="文字方塊 18">
            <a:extLst>
              <a:ext uri="{FF2B5EF4-FFF2-40B4-BE49-F238E27FC236}">
                <a16:creationId xmlns:a16="http://schemas.microsoft.com/office/drawing/2014/main" id="{666ED131-2A2B-58C7-4569-0A0957402ACC}"/>
              </a:ext>
            </a:extLst>
          </p:cNvPr>
          <p:cNvSpPr txBox="1"/>
          <p:nvPr userDrawn="1"/>
        </p:nvSpPr>
        <p:spPr>
          <a:xfrm>
            <a:off x="2952115" y="355598"/>
            <a:ext cx="8080829" cy="892552"/>
          </a:xfrm>
          <a:prstGeom prst="rect">
            <a:avLst/>
          </a:prstGeom>
          <a:noFill/>
        </p:spPr>
        <p:txBody>
          <a:bodyPr wrap="square" rtlCol="0">
            <a:spAutoFit/>
          </a:bodyPr>
          <a:lstStyle/>
          <a:p>
            <a:r>
              <a:rPr kumimoji="1" lang="ja-JP" altLang="en-US"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会社の同僚</a:t>
            </a:r>
            <a:endParaRPr kumimoji="1" lang="en-US" altLang="ja-JP"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24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第六課</a:t>
            </a:r>
          </a:p>
        </p:txBody>
      </p:sp>
    </p:spTree>
    <p:extLst>
      <p:ext uri="{BB962C8B-B14F-4D97-AF65-F5344CB8AC3E}">
        <p14:creationId xmlns:p14="http://schemas.microsoft.com/office/powerpoint/2010/main" val="274940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663700" y="3424846"/>
            <a:ext cx="21031200" cy="5702416"/>
          </a:xfrm>
          <a:prstGeom prst="rect">
            <a:avLst/>
          </a:prstGeom>
        </p:spPr>
        <p:txBody>
          <a:bodyPr anchor="b">
            <a:normAutofit/>
          </a:bodyPr>
          <a:lstStyle>
            <a:lvl1pPr>
              <a:defRPr sz="12000" b="0"/>
            </a:lvl1pPr>
          </a:lstStyle>
          <a:p>
            <a:r>
              <a:rPr lang="zh-TW" altLang="en-US"/>
              <a:t>按一下以編輯母片標題樣式</a:t>
            </a:r>
            <a:endParaRPr lang="en-US"/>
          </a:p>
        </p:txBody>
      </p:sp>
      <p:sp>
        <p:nvSpPr>
          <p:cNvPr id="3" name="Text Placeholder 2"/>
          <p:cNvSpPr>
            <a:spLocks noGrp="1"/>
          </p:cNvSpPr>
          <p:nvPr>
            <p:ph type="body" idx="1"/>
          </p:nvPr>
        </p:nvSpPr>
        <p:spPr>
          <a:xfrm>
            <a:off x="1663700" y="9105267"/>
            <a:ext cx="21031200" cy="3000374"/>
          </a:xfrm>
          <a:prstGeom prst="rect">
            <a:avLst/>
          </a:prstGeom>
        </p:spPr>
        <p:txBody>
          <a:bodyPr anchor="t">
            <a:normAutofit/>
          </a:bodyPr>
          <a:lstStyle>
            <a:lvl1pPr marL="0" indent="0">
              <a:buNone/>
              <a:defRPr sz="4800">
                <a:solidFill>
                  <a:schemeClr val="tx1">
                    <a:lumMod val="75000"/>
                    <a:lumOff val="2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50F84E2-2D7A-43CF-AC90-352A289A783A}"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7496618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1690254"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12344400"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386114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90254" y="3363701"/>
            <a:ext cx="10312400" cy="1651398"/>
          </a:xfrm>
          <a:prstGeom prst="rect">
            <a:avLst/>
          </a:prstGeom>
        </p:spPr>
        <p:txBody>
          <a:bodyPr anchor="b">
            <a:normAutofit/>
          </a:bodyPr>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4" name="Content Placeholder 3"/>
          <p:cNvSpPr>
            <a:spLocks noGrp="1"/>
          </p:cNvSpPr>
          <p:nvPr>
            <p:ph sz="half" idx="2"/>
          </p:nvPr>
        </p:nvSpPr>
        <p:spPr>
          <a:xfrm>
            <a:off x="1690254" y="5015101"/>
            <a:ext cx="10312400"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12344401" y="3363702"/>
            <a:ext cx="10363202" cy="1651396"/>
          </a:xfrm>
          <a:prstGeom prst="rect">
            <a:avLst/>
          </a:prstGeom>
        </p:spPr>
        <p:txBody>
          <a:bodyPr anchor="b"/>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6" name="Content Placeholder 5"/>
          <p:cNvSpPr>
            <a:spLocks noGrp="1"/>
          </p:cNvSpPr>
          <p:nvPr>
            <p:ph sz="quarter" idx="4"/>
          </p:nvPr>
        </p:nvSpPr>
        <p:spPr>
          <a:xfrm>
            <a:off x="12344401" y="5015101"/>
            <a:ext cx="10363202"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10/22/2025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10" name="Title 9"/>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593435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6" name="Title 5"/>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669163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10/22/2025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24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1"/>
            <a:ext cx="7863840" cy="3200394"/>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Content Placeholder 2"/>
          <p:cNvSpPr>
            <a:spLocks noGrp="1"/>
          </p:cNvSpPr>
          <p:nvPr>
            <p:ph idx="1"/>
          </p:nvPr>
        </p:nvSpPr>
        <p:spPr>
          <a:xfrm>
            <a:off x="10363200" y="1981200"/>
            <a:ext cx="12344400" cy="975360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1682496" y="4114799"/>
            <a:ext cx="7863840" cy="7620002"/>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F6E2C9B-5FA2-460D-9BE7-B0812FC2A6FF}" type="datetime1">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0611787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0"/>
            <a:ext cx="7863840" cy="3200400"/>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Picture Placeholder 2"/>
          <p:cNvSpPr>
            <a:spLocks noGrp="1"/>
          </p:cNvSpPr>
          <p:nvPr>
            <p:ph type="pic" idx="1"/>
          </p:nvPr>
        </p:nvSpPr>
        <p:spPr>
          <a:xfrm>
            <a:off x="10363200" y="1981200"/>
            <a:ext cx="12344400" cy="975360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zh-TW" altLang="en-US"/>
              <a:t>按一下圖示以新增圖片</a:t>
            </a:r>
            <a:endParaRPr lang="en-US"/>
          </a:p>
        </p:txBody>
      </p:sp>
      <p:sp>
        <p:nvSpPr>
          <p:cNvPr id="4" name="Text Placeholder 3"/>
          <p:cNvSpPr>
            <a:spLocks noGrp="1"/>
          </p:cNvSpPr>
          <p:nvPr>
            <p:ph type="body" sz="half" idx="2"/>
          </p:nvPr>
        </p:nvSpPr>
        <p:spPr>
          <a:xfrm>
            <a:off x="1682496" y="4114800"/>
            <a:ext cx="7863840" cy="7620000"/>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D374940-A916-4C8B-9648-02A2D3898F9E}" type="datetime1">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3463508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90254" y="3657601"/>
            <a:ext cx="21031200" cy="8702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7889867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20724"/>
            <a:ext cx="5257800" cy="11623676"/>
          </a:xfrm>
          <a:prstGeom prst="rect">
            <a:avLst/>
          </a:prstGeo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76400" y="720725"/>
            <a:ext cx="15468600" cy="11623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29946938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0254" y="731520"/>
            <a:ext cx="21031200" cy="2651124"/>
          </a:xfrm>
          <a:prstGeom prst="rect">
            <a:avLst/>
          </a:prstGeom>
        </p:spPr>
        <p:txBody>
          <a:bodyPr vert="horz" lIns="91440" tIns="45720" rIns="91440" bIns="45720" rtlCol="0" anchor="ctr">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1690254" y="3657601"/>
            <a:ext cx="21031200" cy="870267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200">
                <a:solidFill>
                  <a:schemeClr val="tx1">
                    <a:lumMod val="65000"/>
                    <a:lumOff val="35000"/>
                  </a:schemeClr>
                </a:solidFill>
              </a:defRPr>
            </a:lvl1pPr>
          </a:lstStyle>
          <a:p>
            <a:fld id="{5586B75A-687E-405C-8A0B-8D00578BA2C3}" type="datetime1">
              <a:rPr lang="en-US" smtClean="0"/>
              <a:t>10/22/2025</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7235054" y="12712701"/>
            <a:ext cx="5486400" cy="730250"/>
          </a:xfrm>
          <a:prstGeom prst="rect">
            <a:avLst/>
          </a:prstGeom>
        </p:spPr>
        <p:txBody>
          <a:bodyPr vert="horz" lIns="91440" tIns="45720" rIns="91440" bIns="45720" rtlCol="0" anchor="ctr"/>
          <a:lstStyle>
            <a:lvl1pPr algn="r">
              <a:defRPr sz="2200">
                <a:solidFill>
                  <a:schemeClr val="tx1">
                    <a:tint val="75000"/>
                  </a:schemeClr>
                </a:solidFill>
              </a:defRPr>
            </a:lvl1p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27333215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Wingdings 2" pitchFamily="18" charset="2"/>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Wingdings 2" pitchFamily="18" charset="2"/>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Wingdings 2" pitchFamily="18" charset="2"/>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5pPr>
      <a:lvl6pPr marL="50292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6pPr>
      <a:lvl7pPr marL="59436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7pPr>
      <a:lvl8pPr marL="68580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8pPr>
      <a:lvl9pPr marL="77724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1">
            <a:extLst>
              <a:ext uri="{FF2B5EF4-FFF2-40B4-BE49-F238E27FC236}">
                <a16:creationId xmlns:a16="http://schemas.microsoft.com/office/drawing/2014/main" id="{42978BFF-C9BA-D65A-A597-87A395CE7CCE}"/>
              </a:ext>
            </a:extLst>
          </p:cNvPr>
          <p:cNvSpPr>
            <a:spLocks noGrp="1" noRot="1" noMove="1" noResize="1" noEditPoints="1" noAdjustHandles="1" noChangeArrowheads="1" noChangeShapeType="1"/>
          </p:cNvSpPr>
          <p:nvPr>
            <p:ph type="body" sz="quarter" idx="13"/>
          </p:nvPr>
        </p:nvSpPr>
        <p:spPr>
          <a:xfrm>
            <a:off x="1679070" y="6660848"/>
            <a:ext cx="21314280" cy="5032117"/>
          </a:xfrm>
        </p:spPr>
        <p:txBody>
          <a:bodyPr numCol="2">
            <a:normAutofit/>
          </a:bodyPr>
          <a:lstStyle/>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～てならない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～がる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～できるようになる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実に</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に（基準）</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～ということだ</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なんだか</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にまつわる</a:t>
            </a:r>
            <a:r>
              <a:rPr lang="en-US" altLang="ja-JP" sz="4800" dirty="0">
                <a:latin typeface="BIZ UDGothic" panose="020B0600070205080204" charset="-128"/>
                <a:ea typeface="BIZ UDGothic" panose="020B0600070205080204" charset="-128"/>
              </a:rPr>
              <a:t>B</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～始める </a:t>
            </a:r>
            <a:r>
              <a:rPr lang="en-US" altLang="ja-JP" sz="4800" dirty="0">
                <a:latin typeface="BIZ UDGothic" panose="020B0600070205080204" charset="-128"/>
                <a:ea typeface="BIZ UDGothic" panose="020B0600070205080204" charset="-128"/>
              </a:rPr>
              <a:t>vs. </a:t>
            </a:r>
            <a:r>
              <a:rPr lang="ja-JP" altLang="en-US" sz="4800" dirty="0">
                <a:latin typeface="BIZ UDGothic" panose="020B0600070205080204" charset="-128"/>
                <a:ea typeface="BIZ UDGothic" panose="020B0600070205080204" charset="-128"/>
              </a:rPr>
              <a:t>～出す</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とは</a:t>
            </a:r>
            <a:r>
              <a:rPr lang="en-US" altLang="ja-JP" sz="4800" dirty="0">
                <a:latin typeface="BIZ UDGothic" panose="020B0600070205080204" charset="-128"/>
                <a:ea typeface="BIZ UDGothic" panose="020B0600070205080204" charset="-128"/>
              </a:rPr>
              <a:t>B</a:t>
            </a:r>
            <a:r>
              <a:rPr lang="ja-JP" altLang="en-US" sz="4800" dirty="0">
                <a:latin typeface="BIZ UDGothic" panose="020B0600070205080204" charset="-128"/>
                <a:ea typeface="BIZ UDGothic" panose="020B0600070205080204" charset="-128"/>
              </a:rPr>
              <a:t>だ</a:t>
            </a:r>
          </a:p>
        </p:txBody>
      </p:sp>
      <p:sp>
        <p:nvSpPr>
          <p:cNvPr id="10" name="文字方塊 9">
            <a:extLst>
              <a:ext uri="{FF2B5EF4-FFF2-40B4-BE49-F238E27FC236}">
                <a16:creationId xmlns:a16="http://schemas.microsoft.com/office/drawing/2014/main" id="{ED9B722B-1BEB-4A9C-1D65-143E67B5ABB6}"/>
              </a:ext>
            </a:extLst>
          </p:cNvPr>
          <p:cNvSpPr txBox="1"/>
          <p:nvPr/>
        </p:nvSpPr>
        <p:spPr>
          <a:xfrm>
            <a:off x="1544081" y="-821209"/>
            <a:ext cx="3098800" cy="3770263"/>
          </a:xfrm>
          <a:prstGeom prst="rect">
            <a:avLst/>
          </a:prstGeom>
          <a:noFill/>
        </p:spPr>
        <p:txBody>
          <a:bodyPr wrap="square" rtlCol="0">
            <a:spAutoFit/>
          </a:bodyPr>
          <a:lstStyle/>
          <a:p>
            <a:r>
              <a:rPr kumimoji="1" lang="en-US" altLang="zh-TW"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06</a:t>
            </a:r>
            <a:r>
              <a:rPr kumimoji="1" lang="zh-TW"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3" name="文字方塊 12">
            <a:extLst>
              <a:ext uri="{FF2B5EF4-FFF2-40B4-BE49-F238E27FC236}">
                <a16:creationId xmlns:a16="http://schemas.microsoft.com/office/drawing/2014/main" id="{CE093256-7AFB-4FC3-3F91-43D09072FD5D}"/>
              </a:ext>
            </a:extLst>
          </p:cNvPr>
          <p:cNvSpPr txBox="1"/>
          <p:nvPr/>
        </p:nvSpPr>
        <p:spPr>
          <a:xfrm>
            <a:off x="4036785" y="1239585"/>
            <a:ext cx="8080829" cy="1261884"/>
          </a:xfrm>
          <a:prstGeom prst="rect">
            <a:avLst/>
          </a:prstGeom>
          <a:noFill/>
        </p:spPr>
        <p:txBody>
          <a:bodyPr wrap="square" rtlCol="0">
            <a:spAutoFit/>
          </a:bodyPr>
          <a:lstStyle/>
          <a:p>
            <a:r>
              <a:rPr kumimoji="1" lang="ja-JP" altLang="en-US"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会社の同僚</a:t>
            </a:r>
            <a:endParaRPr kumimoji="1" lang="en-US" altLang="ja-JP"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第六課</a:t>
            </a:r>
          </a:p>
        </p:txBody>
      </p:sp>
    </p:spTree>
    <p:extLst>
      <p:ext uri="{BB962C8B-B14F-4D97-AF65-F5344CB8AC3E}">
        <p14:creationId xmlns:p14="http://schemas.microsoft.com/office/powerpoint/2010/main" val="16983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B415E-E700-A6AF-2D92-69D0CA50055C}"/>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9755469E-80FB-6066-BBDC-2B5FD43DC006}"/>
              </a:ext>
            </a:extLst>
          </p:cNvPr>
          <p:cNvSpPr txBox="1"/>
          <p:nvPr/>
        </p:nvSpPr>
        <p:spPr>
          <a:xfrm>
            <a:off x="1041143" y="2344617"/>
            <a:ext cx="22301713" cy="10214848"/>
          </a:xfrm>
          <a:prstGeom prst="rect">
            <a:avLst/>
          </a:prstGeom>
          <a:noFill/>
        </p:spPr>
        <p:txBody>
          <a:bodyPr wrap="square">
            <a:spAutoFit/>
          </a:bodyPr>
          <a:lstStyle/>
          <a:p>
            <a:pPr marL="914400" indent="-914400">
              <a:lnSpc>
                <a:spcPct val="200000"/>
              </a:lnSpc>
              <a:buFont typeface="+mj-lt"/>
              <a:buAutoNum type="arabicPeriod"/>
            </a:pPr>
            <a:r>
              <a:rPr lang="ja-JP" altLang="en-US" sz="4800" dirty="0"/>
              <a:t>彼の成功を聞いて、自分のことのように（　うれしがっていた　／　うれしくてならなかった　）。</a:t>
            </a:r>
          </a:p>
          <a:p>
            <a:pPr marL="914400" indent="-914400">
              <a:lnSpc>
                <a:spcPct val="200000"/>
              </a:lnSpc>
              <a:buFont typeface="+mj-lt"/>
              <a:buAutoNum type="arabicPeriod"/>
            </a:pPr>
            <a:r>
              <a:rPr lang="ja-JP" altLang="en-US" sz="4800" dirty="0"/>
              <a:t>子どもたちが寒そうにしていたので、先生はジャンパーを（　着せたがった　／　着たがっていた　）。</a:t>
            </a:r>
          </a:p>
          <a:p>
            <a:pPr marL="914400" indent="-914400">
              <a:lnSpc>
                <a:spcPct val="200000"/>
              </a:lnSpc>
              <a:buFont typeface="+mj-lt"/>
              <a:buAutoNum type="arabicPeriod"/>
            </a:pPr>
            <a:r>
              <a:rPr lang="ja-JP" altLang="en-US" sz="4800" dirty="0"/>
              <a:t>失敗ばかりだったが、ようやく泳げるように（　なった　／　なることだ　）。</a:t>
            </a:r>
          </a:p>
          <a:p>
            <a:pPr marL="914400" indent="-914400">
              <a:lnSpc>
                <a:spcPct val="200000"/>
              </a:lnSpc>
              <a:buFont typeface="+mj-lt"/>
              <a:buAutoNum type="arabicPeriod"/>
            </a:pPr>
            <a:r>
              <a:rPr lang="ja-JP" altLang="en-US" sz="4800" dirty="0"/>
              <a:t>彼の発表は（　実に　／　なんだか　）堂々としていて、感心した。</a:t>
            </a:r>
          </a:p>
          <a:p>
            <a:pPr marL="914400" indent="-914400">
              <a:lnSpc>
                <a:spcPct val="200000"/>
              </a:lnSpc>
              <a:buFont typeface="+mj-lt"/>
              <a:buAutoNum type="arabicPeriod"/>
            </a:pPr>
            <a:r>
              <a:rPr lang="ja-JP" altLang="en-US" sz="4800" dirty="0"/>
              <a:t>この資料はすべて、国際基準（　に　／　とは　）合わせて作られています。</a:t>
            </a:r>
          </a:p>
        </p:txBody>
      </p:sp>
      <p:sp>
        <p:nvSpPr>
          <p:cNvPr id="2" name="標題 1">
            <a:extLst>
              <a:ext uri="{FF2B5EF4-FFF2-40B4-BE49-F238E27FC236}">
                <a16:creationId xmlns:a16="http://schemas.microsoft.com/office/drawing/2014/main" id="{FFB8A50F-B7E4-85B6-1380-E9C5E4DFAB6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58542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0CC0-9AEB-CEDC-011A-75914E0C475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DA69BD8C-0913-B381-ABCA-CA713C77BC80}"/>
              </a:ext>
            </a:extLst>
          </p:cNvPr>
          <p:cNvSpPr txBox="1"/>
          <p:nvPr/>
        </p:nvSpPr>
        <p:spPr>
          <a:xfrm>
            <a:off x="1041143" y="2344617"/>
            <a:ext cx="22301713" cy="10214848"/>
          </a:xfrm>
          <a:prstGeom prst="rect">
            <a:avLst/>
          </a:prstGeom>
          <a:noFill/>
        </p:spPr>
        <p:txBody>
          <a:bodyPr wrap="square">
            <a:spAutoFit/>
          </a:bodyPr>
          <a:lstStyle/>
          <a:p>
            <a:pPr marL="914400" indent="-914400">
              <a:lnSpc>
                <a:spcPct val="200000"/>
              </a:lnSpc>
              <a:buFont typeface="+mj-lt"/>
              <a:buAutoNum type="arabicPeriod"/>
            </a:pPr>
            <a:r>
              <a:rPr lang="ja-JP" altLang="en-US" sz="4800" dirty="0"/>
              <a:t>彼の成功を聞いて、自分のことのように（　うれしがっていた　／　</a:t>
            </a:r>
            <a:r>
              <a:rPr lang="ja-JP" altLang="en-US" sz="4800" dirty="0">
                <a:solidFill>
                  <a:srgbClr val="1C85C9"/>
                </a:solidFill>
              </a:rPr>
              <a:t>うれしくてならなかった　</a:t>
            </a:r>
            <a:r>
              <a:rPr lang="ja-JP" altLang="en-US" sz="4800" dirty="0"/>
              <a:t>）。</a:t>
            </a:r>
          </a:p>
          <a:p>
            <a:pPr marL="914400" indent="-914400">
              <a:lnSpc>
                <a:spcPct val="200000"/>
              </a:lnSpc>
              <a:buFont typeface="+mj-lt"/>
              <a:buAutoNum type="arabicPeriod"/>
            </a:pPr>
            <a:r>
              <a:rPr lang="ja-JP" altLang="en-US" sz="4800" dirty="0"/>
              <a:t>子どもたちが寒そうにしていたので、先生はジャンパーを（　</a:t>
            </a:r>
            <a:r>
              <a:rPr lang="ja-JP" altLang="en-US" sz="4800" dirty="0">
                <a:solidFill>
                  <a:srgbClr val="1C85C9"/>
                </a:solidFill>
              </a:rPr>
              <a:t>着せたがった</a:t>
            </a:r>
            <a:r>
              <a:rPr lang="ja-JP" altLang="en-US" sz="4800" dirty="0"/>
              <a:t>　／　着たがっていた　）。</a:t>
            </a:r>
          </a:p>
          <a:p>
            <a:pPr marL="914400" indent="-914400">
              <a:lnSpc>
                <a:spcPct val="200000"/>
              </a:lnSpc>
              <a:buFont typeface="+mj-lt"/>
              <a:buAutoNum type="arabicPeriod"/>
            </a:pPr>
            <a:r>
              <a:rPr lang="ja-JP" altLang="en-US" sz="4800" dirty="0"/>
              <a:t>失敗ばかりだったが、ようやく泳げるように（　なった　／　</a:t>
            </a:r>
            <a:r>
              <a:rPr lang="ja-JP" altLang="en-US" sz="4800" dirty="0">
                <a:solidFill>
                  <a:srgbClr val="1C85C9"/>
                </a:solidFill>
              </a:rPr>
              <a:t>なることだ</a:t>
            </a:r>
            <a:r>
              <a:rPr lang="ja-JP" altLang="en-US" sz="4800" dirty="0"/>
              <a:t>　）。</a:t>
            </a:r>
          </a:p>
          <a:p>
            <a:pPr marL="914400" indent="-914400">
              <a:lnSpc>
                <a:spcPct val="200000"/>
              </a:lnSpc>
              <a:buFont typeface="+mj-lt"/>
              <a:buAutoNum type="arabicPeriod"/>
            </a:pPr>
            <a:r>
              <a:rPr lang="ja-JP" altLang="en-US" sz="4800" dirty="0"/>
              <a:t>彼の発表は（　</a:t>
            </a:r>
            <a:r>
              <a:rPr lang="ja-JP" altLang="en-US" sz="4800" dirty="0">
                <a:solidFill>
                  <a:srgbClr val="1C85C9"/>
                </a:solidFill>
              </a:rPr>
              <a:t>実に　</a:t>
            </a:r>
            <a:r>
              <a:rPr lang="ja-JP" altLang="en-US" sz="4800" dirty="0"/>
              <a:t>／　なんだか　）堂々としていて、感心した。</a:t>
            </a:r>
          </a:p>
          <a:p>
            <a:pPr marL="914400" indent="-914400">
              <a:lnSpc>
                <a:spcPct val="200000"/>
              </a:lnSpc>
              <a:buFont typeface="+mj-lt"/>
              <a:buAutoNum type="arabicPeriod"/>
            </a:pPr>
            <a:r>
              <a:rPr lang="ja-JP" altLang="en-US" sz="4800" dirty="0"/>
              <a:t>この資料はすべて、国際基準（　</a:t>
            </a:r>
            <a:r>
              <a:rPr lang="ja-JP" altLang="en-US" sz="4800" dirty="0">
                <a:solidFill>
                  <a:srgbClr val="1C85C9"/>
                </a:solidFill>
              </a:rPr>
              <a:t>に</a:t>
            </a:r>
            <a:r>
              <a:rPr lang="ja-JP" altLang="en-US" sz="4800" dirty="0"/>
              <a:t>　／　とは　）合わせて作られています。</a:t>
            </a:r>
          </a:p>
        </p:txBody>
      </p:sp>
      <p:sp>
        <p:nvSpPr>
          <p:cNvPr id="2" name="標題 1">
            <a:extLst>
              <a:ext uri="{FF2B5EF4-FFF2-40B4-BE49-F238E27FC236}">
                <a16:creationId xmlns:a16="http://schemas.microsoft.com/office/drawing/2014/main" id="{822ABB65-5595-9560-BE75-B242D3F7621E}"/>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732333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9C232-8E7E-373C-6357-B83E851A1F59}"/>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3E1321ED-A884-C297-CFB0-67F0C676076A}"/>
              </a:ext>
            </a:extLst>
          </p:cNvPr>
          <p:cNvSpPr txBox="1"/>
          <p:nvPr/>
        </p:nvSpPr>
        <p:spPr>
          <a:xfrm>
            <a:off x="1183163" y="2225601"/>
            <a:ext cx="22301713" cy="8737520"/>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このようなニュースが出るということは、彼が辞職する（　ようになる　／　ということ　）だろう。</a:t>
            </a:r>
            <a:endParaRPr lang="en-US" altLang="ja-JP" sz="4800" dirty="0"/>
          </a:p>
          <a:p>
            <a:pPr marL="914400" indent="-914400">
              <a:lnSpc>
                <a:spcPct val="200000"/>
              </a:lnSpc>
              <a:buFont typeface="+mj-lt"/>
              <a:buAutoNum type="arabicPeriod" startAt="6"/>
            </a:pPr>
            <a:r>
              <a:rPr lang="ja-JP" altLang="en-US" sz="4800" dirty="0"/>
              <a:t>今日の空は（　なんだか　／　実に　）雪が降りそうな感じですね。</a:t>
            </a:r>
          </a:p>
          <a:p>
            <a:pPr marL="914400" indent="-914400">
              <a:lnSpc>
                <a:spcPct val="200000"/>
              </a:lnSpc>
              <a:buFont typeface="+mj-lt"/>
              <a:buAutoNum type="arabicPeriod" startAt="6"/>
            </a:pPr>
            <a:r>
              <a:rPr lang="ja-JP" altLang="en-US" sz="4800" dirty="0"/>
              <a:t>この映画は、ある家族の歴史（　にのっとって　／　にまつわる　）感動的な物語です。</a:t>
            </a:r>
          </a:p>
          <a:p>
            <a:pPr marL="914400" indent="-914400">
              <a:lnSpc>
                <a:spcPct val="200000"/>
              </a:lnSpc>
              <a:buFont typeface="+mj-lt"/>
              <a:buAutoNum type="arabicPeriod" startAt="6"/>
            </a:pPr>
            <a:r>
              <a:rPr lang="ja-JP" altLang="en-US" sz="4800" dirty="0"/>
              <a:t>突然彼が怒鳴り（　出した　／　始めた　）ので、みんな驚いた。</a:t>
            </a:r>
          </a:p>
          <a:p>
            <a:pPr marL="914400" indent="-914400">
              <a:lnSpc>
                <a:spcPct val="200000"/>
              </a:lnSpc>
              <a:buFont typeface="+mj-lt"/>
              <a:buAutoNum type="arabicPeriod" startAt="6"/>
            </a:pPr>
            <a:r>
              <a:rPr lang="ja-JP" altLang="en-US" sz="4800" dirty="0"/>
              <a:t>言葉（　に　／　とは　）文化の鏡であり、人々の価値観を映すものである。</a:t>
            </a:r>
          </a:p>
        </p:txBody>
      </p:sp>
      <p:sp>
        <p:nvSpPr>
          <p:cNvPr id="2" name="標題 1">
            <a:extLst>
              <a:ext uri="{FF2B5EF4-FFF2-40B4-BE49-F238E27FC236}">
                <a16:creationId xmlns:a16="http://schemas.microsoft.com/office/drawing/2014/main" id="{AA8A9AF6-D02B-8CD4-94E1-C846C64EEFE6}"/>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676040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B12BE-4E9A-872B-558B-A7DBEEC49246}"/>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159DA3FC-D6F6-70BB-A750-90CD88EFC966}"/>
              </a:ext>
            </a:extLst>
          </p:cNvPr>
          <p:cNvSpPr txBox="1"/>
          <p:nvPr/>
        </p:nvSpPr>
        <p:spPr>
          <a:xfrm>
            <a:off x="1183163" y="2225601"/>
            <a:ext cx="22301713" cy="8737520"/>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このようなニュースが出るということは、彼が辞職する（　ようになる　／　</a:t>
            </a:r>
            <a:r>
              <a:rPr lang="ja-JP" altLang="en-US" sz="4800" dirty="0">
                <a:solidFill>
                  <a:srgbClr val="1C85C9"/>
                </a:solidFill>
              </a:rPr>
              <a:t>ということ　</a:t>
            </a:r>
            <a:r>
              <a:rPr lang="ja-JP" altLang="en-US" sz="4800" dirty="0"/>
              <a:t>）だろう。</a:t>
            </a:r>
            <a:endParaRPr lang="en-US" altLang="ja-JP" sz="4800" dirty="0"/>
          </a:p>
          <a:p>
            <a:pPr marL="914400" indent="-914400">
              <a:lnSpc>
                <a:spcPct val="200000"/>
              </a:lnSpc>
              <a:buFont typeface="+mj-lt"/>
              <a:buAutoNum type="arabicPeriod" startAt="6"/>
            </a:pPr>
            <a:r>
              <a:rPr lang="ja-JP" altLang="en-US" sz="4800" dirty="0"/>
              <a:t>今日の空は（　</a:t>
            </a:r>
            <a:r>
              <a:rPr lang="ja-JP" altLang="en-US" sz="4800" dirty="0">
                <a:solidFill>
                  <a:srgbClr val="1C85C9"/>
                </a:solidFill>
              </a:rPr>
              <a:t>なんだか　</a:t>
            </a:r>
            <a:r>
              <a:rPr lang="ja-JP" altLang="en-US" sz="4800" dirty="0"/>
              <a:t>／　実に　）雪が降りそうな感じですね。</a:t>
            </a:r>
          </a:p>
          <a:p>
            <a:pPr marL="914400" indent="-914400">
              <a:lnSpc>
                <a:spcPct val="200000"/>
              </a:lnSpc>
              <a:buFont typeface="+mj-lt"/>
              <a:buAutoNum type="arabicPeriod" startAt="6"/>
            </a:pPr>
            <a:r>
              <a:rPr lang="ja-JP" altLang="en-US" sz="4800" dirty="0"/>
              <a:t>この映画は、ある家族の歴史（　にのっとって　／　</a:t>
            </a:r>
            <a:r>
              <a:rPr lang="ja-JP" altLang="en-US" sz="4800" dirty="0">
                <a:solidFill>
                  <a:srgbClr val="1C85C9"/>
                </a:solidFill>
              </a:rPr>
              <a:t>にまつわる　</a:t>
            </a:r>
            <a:r>
              <a:rPr lang="ja-JP" altLang="en-US" sz="4800" dirty="0"/>
              <a:t>）感動的な物語です。</a:t>
            </a:r>
          </a:p>
          <a:p>
            <a:pPr marL="914400" indent="-914400">
              <a:lnSpc>
                <a:spcPct val="200000"/>
              </a:lnSpc>
              <a:buFont typeface="+mj-lt"/>
              <a:buAutoNum type="arabicPeriod" startAt="6"/>
            </a:pPr>
            <a:r>
              <a:rPr lang="ja-JP" altLang="en-US" sz="4800" dirty="0"/>
              <a:t>突然彼が怒鳴り（</a:t>
            </a:r>
            <a:r>
              <a:rPr lang="ja-JP" altLang="en-US" sz="4800" dirty="0">
                <a:solidFill>
                  <a:srgbClr val="1C85C9"/>
                </a:solidFill>
              </a:rPr>
              <a:t>　出した　</a:t>
            </a:r>
            <a:r>
              <a:rPr lang="ja-JP" altLang="en-US" sz="4800" dirty="0"/>
              <a:t>／　始めた　）ので、みんな驚いた。</a:t>
            </a:r>
          </a:p>
          <a:p>
            <a:pPr marL="914400" indent="-914400">
              <a:lnSpc>
                <a:spcPct val="200000"/>
              </a:lnSpc>
              <a:buFont typeface="+mj-lt"/>
              <a:buAutoNum type="arabicPeriod" startAt="6"/>
            </a:pPr>
            <a:r>
              <a:rPr lang="ja-JP" altLang="en-US" sz="4800" dirty="0"/>
              <a:t>言葉（　に　／　</a:t>
            </a:r>
            <a:r>
              <a:rPr lang="ja-JP" altLang="en-US" sz="4800" dirty="0">
                <a:solidFill>
                  <a:srgbClr val="1C85C9"/>
                </a:solidFill>
              </a:rPr>
              <a:t>とは　</a:t>
            </a:r>
            <a:r>
              <a:rPr lang="ja-JP" altLang="en-US" sz="4800" dirty="0"/>
              <a:t>）文化の鏡であり、人々の価値観を映すものである。</a:t>
            </a:r>
          </a:p>
        </p:txBody>
      </p:sp>
      <p:sp>
        <p:nvSpPr>
          <p:cNvPr id="2" name="標題 1">
            <a:extLst>
              <a:ext uri="{FF2B5EF4-FFF2-40B4-BE49-F238E27FC236}">
                <a16:creationId xmlns:a16="http://schemas.microsoft.com/office/drawing/2014/main" id="{C0837F9F-BA9E-19FB-8155-7F1E6DA3B157}"/>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190773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E2514-EE97-0466-C267-A86BF7F1323D}"/>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45A33E10-0925-FAFA-4123-416160635203}"/>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28F0A653-E125-10F4-6790-C8025C1EBB43}"/>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筆者は王さんについて、どのように感じていますか。</a:t>
            </a:r>
          </a:p>
          <a:p>
            <a:pPr lvl="1" algn="just">
              <a:lnSpc>
                <a:spcPct val="150000"/>
              </a:lnSpc>
            </a:pPr>
            <a:r>
              <a:rPr lang="en-US" altLang="ja-JP" sz="4800" dirty="0"/>
              <a:t>A. </a:t>
            </a:r>
            <a:r>
              <a:rPr lang="ja-JP" altLang="en-US" sz="4800" dirty="0"/>
              <a:t>仕事はできるが、人との関係が苦手な人だと思っている。</a:t>
            </a:r>
          </a:p>
          <a:p>
            <a:pPr lvl="1" algn="just">
              <a:lnSpc>
                <a:spcPct val="150000"/>
              </a:lnSpc>
            </a:pPr>
            <a:r>
              <a:rPr lang="en-US" altLang="ja-JP" sz="4800" dirty="0"/>
              <a:t>B. </a:t>
            </a:r>
            <a:r>
              <a:rPr lang="ja-JP" altLang="en-US" sz="4800" dirty="0"/>
              <a:t>最初は少し嫉妬したが、今は見習いたいと思っている。</a:t>
            </a:r>
          </a:p>
          <a:p>
            <a:pPr lvl="1" algn="just">
              <a:lnSpc>
                <a:spcPct val="150000"/>
              </a:lnSpc>
            </a:pPr>
            <a:r>
              <a:rPr lang="en-US" altLang="ja-JP" sz="4800" dirty="0"/>
              <a:t>C. </a:t>
            </a:r>
            <a:r>
              <a:rPr lang="ja-JP" altLang="en-US" sz="4800" dirty="0"/>
              <a:t>いつも文句ばかり言う人だと思っている。</a:t>
            </a:r>
          </a:p>
          <a:p>
            <a:pPr lvl="1" algn="just">
              <a:lnSpc>
                <a:spcPct val="150000"/>
              </a:lnSpc>
            </a:pPr>
            <a:r>
              <a:rPr lang="en-US" altLang="ja-JP" sz="4800" dirty="0"/>
              <a:t>D. </a:t>
            </a:r>
            <a:r>
              <a:rPr lang="ja-JP" altLang="en-US" sz="4800" dirty="0"/>
              <a:t>外国人だから仕方ないと思っている。</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3752334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6629-D459-37DB-FF59-12980ED2CF52}"/>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09D2EFBA-A6CD-CA14-0243-3CB99AB2B302}"/>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CE42E57B-1BE0-21FA-52A0-358900141028}"/>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筆者は王さんについて、どのように感じていますか。</a:t>
            </a:r>
          </a:p>
          <a:p>
            <a:pPr lvl="1" algn="just">
              <a:lnSpc>
                <a:spcPct val="150000"/>
              </a:lnSpc>
            </a:pPr>
            <a:r>
              <a:rPr lang="en-US" altLang="ja-JP" sz="4800" dirty="0"/>
              <a:t>A. </a:t>
            </a:r>
            <a:r>
              <a:rPr lang="ja-JP" altLang="en-US" sz="4800" dirty="0"/>
              <a:t>仕事はできるが、人との関係が苦手な人だと思っている。</a:t>
            </a:r>
          </a:p>
          <a:p>
            <a:pPr lvl="1" algn="just">
              <a:lnSpc>
                <a:spcPct val="150000"/>
              </a:lnSpc>
            </a:pPr>
            <a:r>
              <a:rPr lang="en-US" altLang="ja-JP" sz="4800" dirty="0">
                <a:solidFill>
                  <a:srgbClr val="1C85C9"/>
                </a:solidFill>
              </a:rPr>
              <a:t>B. </a:t>
            </a:r>
            <a:r>
              <a:rPr lang="ja-JP" altLang="en-US" sz="4800" dirty="0">
                <a:solidFill>
                  <a:srgbClr val="1C85C9"/>
                </a:solidFill>
              </a:rPr>
              <a:t>最初は少し嫉妬したが、今は見習いたいと思っている。</a:t>
            </a:r>
          </a:p>
          <a:p>
            <a:pPr lvl="1" algn="just">
              <a:lnSpc>
                <a:spcPct val="150000"/>
              </a:lnSpc>
            </a:pPr>
            <a:r>
              <a:rPr lang="en-US" altLang="ja-JP" sz="4800" dirty="0"/>
              <a:t>C. </a:t>
            </a:r>
            <a:r>
              <a:rPr lang="ja-JP" altLang="en-US" sz="4800" dirty="0"/>
              <a:t>いつも文句ばかり言う人だと思っている。</a:t>
            </a:r>
          </a:p>
          <a:p>
            <a:pPr lvl="1" algn="just">
              <a:lnSpc>
                <a:spcPct val="150000"/>
              </a:lnSpc>
            </a:pPr>
            <a:r>
              <a:rPr lang="en-US" altLang="ja-JP" sz="4800" dirty="0"/>
              <a:t>D. </a:t>
            </a:r>
            <a:r>
              <a:rPr lang="ja-JP" altLang="en-US" sz="4800" dirty="0"/>
              <a:t>外国人だから仕方ないと思っている。</a:t>
            </a:r>
          </a:p>
          <a:p>
            <a:pPr algn="just"/>
            <a:endParaRPr lang="en-US" altLang="ja-JP" sz="4800" b="1" dirty="0"/>
          </a:p>
          <a:p>
            <a:pPr algn="just"/>
            <a:endParaRPr lang="en-US" altLang="ja-JP" sz="4800" b="1" dirty="0"/>
          </a:p>
        </p:txBody>
      </p:sp>
      <p:sp>
        <p:nvSpPr>
          <p:cNvPr id="2" name="文字方塊 1">
            <a:extLst>
              <a:ext uri="{FF2B5EF4-FFF2-40B4-BE49-F238E27FC236}">
                <a16:creationId xmlns:a16="http://schemas.microsoft.com/office/drawing/2014/main" id="{7387907C-4FF0-D60B-5B22-CC1EE6A1DD01}"/>
              </a:ext>
            </a:extLst>
          </p:cNvPr>
          <p:cNvSpPr txBox="1"/>
          <p:nvPr/>
        </p:nvSpPr>
        <p:spPr>
          <a:xfrm>
            <a:off x="1043652" y="10049322"/>
            <a:ext cx="22299204" cy="2181879"/>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「私は彼女に嫉妬してしまった」「私も、王さんを見習おう」と記述があるため、</a:t>
            </a:r>
            <a:r>
              <a:rPr lang="en-US" altLang="ja-JP" sz="4800" dirty="0"/>
              <a:t>B</a:t>
            </a:r>
            <a:r>
              <a:rPr lang="ja-JP" altLang="en-US" sz="4800" dirty="0"/>
              <a:t>が正しい。</a:t>
            </a:r>
          </a:p>
        </p:txBody>
      </p:sp>
    </p:spTree>
    <p:extLst>
      <p:ext uri="{BB962C8B-B14F-4D97-AF65-F5344CB8AC3E}">
        <p14:creationId xmlns:p14="http://schemas.microsoft.com/office/powerpoint/2010/main" val="4193172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482E-7812-EAAF-8E06-502F877D310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076D3C2-E036-1E0D-8390-8EEEFA171CCA}"/>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B496C4D5-B9D6-E310-239F-160421EC28E2}"/>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王さんはどうして日本人のような接し方ができるようになったのですか。</a:t>
            </a:r>
          </a:p>
          <a:p>
            <a:pPr lvl="1" algn="just">
              <a:lnSpc>
                <a:spcPct val="150000"/>
              </a:lnSpc>
            </a:pPr>
            <a:r>
              <a:rPr lang="en-US" altLang="ja-JP" sz="4800" dirty="0"/>
              <a:t>A. </a:t>
            </a:r>
            <a:r>
              <a:rPr lang="ja-JP" altLang="en-US" sz="4800" dirty="0"/>
              <a:t>日本で長く働いていたから。</a:t>
            </a:r>
          </a:p>
          <a:p>
            <a:pPr lvl="1" algn="just">
              <a:lnSpc>
                <a:spcPct val="150000"/>
              </a:lnSpc>
            </a:pPr>
            <a:r>
              <a:rPr lang="en-US" altLang="ja-JP" sz="4800" dirty="0"/>
              <a:t>B. </a:t>
            </a:r>
            <a:r>
              <a:rPr lang="ja-JP" altLang="en-US" sz="4800" dirty="0"/>
              <a:t>仕事の研修を受けたから。</a:t>
            </a:r>
          </a:p>
          <a:p>
            <a:pPr lvl="1" algn="just">
              <a:lnSpc>
                <a:spcPct val="150000"/>
              </a:lnSpc>
            </a:pPr>
            <a:r>
              <a:rPr lang="en-US" altLang="ja-JP" sz="4800" dirty="0"/>
              <a:t>C. </a:t>
            </a:r>
            <a:r>
              <a:rPr lang="ja-JP" altLang="en-US" sz="4800" dirty="0"/>
              <a:t>大学時代、日本人の友達とずっといっしょにいたから。</a:t>
            </a:r>
          </a:p>
          <a:p>
            <a:pPr lvl="1" algn="just">
              <a:lnSpc>
                <a:spcPct val="150000"/>
              </a:lnSpc>
            </a:pPr>
            <a:r>
              <a:rPr lang="en-US" altLang="ja-JP" sz="4800" dirty="0"/>
              <a:t>D. </a:t>
            </a:r>
            <a:r>
              <a:rPr lang="ja-JP" altLang="en-US" sz="4800" dirty="0"/>
              <a:t>本をたくさん読んだから。</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1115666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37D0-1F5C-E2F5-5621-6869245E8074}"/>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B8881DE8-02EF-A5E2-CC8D-D8965604619D}"/>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7CF0AAA5-7B5F-5A35-EF73-2142F862E9C8}"/>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王さんはどうして日本人のような接し方ができるようになったのですか。</a:t>
            </a:r>
          </a:p>
          <a:p>
            <a:pPr lvl="1" algn="just">
              <a:lnSpc>
                <a:spcPct val="150000"/>
              </a:lnSpc>
            </a:pPr>
            <a:r>
              <a:rPr lang="en-US" altLang="ja-JP" sz="4800" dirty="0"/>
              <a:t>A. </a:t>
            </a:r>
            <a:r>
              <a:rPr lang="ja-JP" altLang="en-US" sz="4800" dirty="0"/>
              <a:t>日本で長く働いていたから。</a:t>
            </a:r>
          </a:p>
          <a:p>
            <a:pPr lvl="1" algn="just">
              <a:lnSpc>
                <a:spcPct val="150000"/>
              </a:lnSpc>
            </a:pPr>
            <a:r>
              <a:rPr lang="en-US" altLang="ja-JP" sz="4800" dirty="0"/>
              <a:t>B. </a:t>
            </a:r>
            <a:r>
              <a:rPr lang="ja-JP" altLang="en-US" sz="4800" dirty="0"/>
              <a:t>仕事の研修を受けたから。</a:t>
            </a:r>
          </a:p>
          <a:p>
            <a:pPr lvl="1" algn="just">
              <a:lnSpc>
                <a:spcPct val="150000"/>
              </a:lnSpc>
            </a:pPr>
            <a:r>
              <a:rPr lang="en-US" altLang="ja-JP" sz="4800" dirty="0">
                <a:solidFill>
                  <a:srgbClr val="1C85C9"/>
                </a:solidFill>
              </a:rPr>
              <a:t>C. </a:t>
            </a:r>
            <a:r>
              <a:rPr lang="ja-JP" altLang="en-US" sz="4800" dirty="0">
                <a:solidFill>
                  <a:srgbClr val="1C85C9"/>
                </a:solidFill>
              </a:rPr>
              <a:t>大学時代、日本人の友達とずっといっしょにいたから。</a:t>
            </a:r>
          </a:p>
          <a:p>
            <a:pPr lvl="1" algn="just">
              <a:lnSpc>
                <a:spcPct val="150000"/>
              </a:lnSpc>
            </a:pPr>
            <a:r>
              <a:rPr lang="en-US" altLang="ja-JP" sz="4800" dirty="0"/>
              <a:t>D. </a:t>
            </a:r>
            <a:r>
              <a:rPr lang="ja-JP" altLang="en-US" sz="4800" dirty="0"/>
              <a:t>本をたくさん読んだから。</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840AB3AB-6369-0CED-A7A5-8957EC06D562}"/>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「大学時代、日本人の友達とずっといっしょにいたからこんなことができるようになったと前に言っていた」とある。</a:t>
            </a:r>
          </a:p>
        </p:txBody>
      </p:sp>
    </p:spTree>
    <p:extLst>
      <p:ext uri="{BB962C8B-B14F-4D97-AF65-F5344CB8AC3E}">
        <p14:creationId xmlns:p14="http://schemas.microsoft.com/office/powerpoint/2010/main" val="3822570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1BC2-4FF8-13B8-2B87-4C59F23029C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D0DC7B53-0103-E1A0-F1F3-15DFF822DA28}"/>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811F5A94-0B0C-504F-DC25-BE08E6B5923F}"/>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ja-JP" altLang="en-US" sz="4800" dirty="0"/>
              <a:t>王さんにまつわるエピソードとして正しいものはどれですか。</a:t>
            </a:r>
          </a:p>
          <a:p>
            <a:pPr lvl="1" algn="just">
              <a:lnSpc>
                <a:spcPct val="150000"/>
              </a:lnSpc>
            </a:pPr>
            <a:r>
              <a:rPr lang="en-US" altLang="ja-JP" sz="4800" dirty="0"/>
              <a:t>A. </a:t>
            </a:r>
            <a:r>
              <a:rPr lang="ja-JP" altLang="en-US" sz="4800" dirty="0"/>
              <a:t>入社後すぐ、会議で活躍した。</a:t>
            </a:r>
          </a:p>
          <a:p>
            <a:pPr lvl="1" algn="just">
              <a:lnSpc>
                <a:spcPct val="150000"/>
              </a:lnSpc>
            </a:pPr>
            <a:r>
              <a:rPr lang="en-US" altLang="ja-JP" sz="4800" dirty="0"/>
              <a:t>B. </a:t>
            </a:r>
            <a:r>
              <a:rPr lang="ja-JP" altLang="en-US" sz="4800" dirty="0"/>
              <a:t>日本に来る前から商談が得意だった。</a:t>
            </a:r>
          </a:p>
          <a:p>
            <a:pPr lvl="1" algn="just">
              <a:lnSpc>
                <a:spcPct val="150000"/>
              </a:lnSpc>
            </a:pPr>
            <a:r>
              <a:rPr lang="en-US" altLang="ja-JP" sz="4800" dirty="0"/>
              <a:t>C. </a:t>
            </a:r>
            <a:r>
              <a:rPr lang="ja-JP" altLang="en-US" sz="4800" dirty="0"/>
              <a:t>入社当初は、モモにえさをやりながら毎日泣いていた。</a:t>
            </a:r>
          </a:p>
          <a:p>
            <a:pPr lvl="1" algn="just">
              <a:lnSpc>
                <a:spcPct val="150000"/>
              </a:lnSpc>
            </a:pPr>
            <a:r>
              <a:rPr lang="en-US" altLang="ja-JP" sz="4800" dirty="0"/>
              <a:t>D. </a:t>
            </a:r>
            <a:r>
              <a:rPr lang="ja-JP" altLang="en-US" sz="4800" dirty="0"/>
              <a:t>最初から人気者で、失敗したことがない。</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2503062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80905-BD41-B96E-B92F-C0769DC95DEF}"/>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92FE2F65-EE2C-3DE9-04DF-3E842575BC27}"/>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1A6F6398-4125-3D01-B3FA-C72FE3AE26BE}"/>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ja-JP" altLang="en-US" sz="4800" dirty="0"/>
              <a:t>王さんにまつわるエピソードとして正しいものはどれですか。</a:t>
            </a:r>
          </a:p>
          <a:p>
            <a:pPr lvl="1" algn="just">
              <a:lnSpc>
                <a:spcPct val="150000"/>
              </a:lnSpc>
            </a:pPr>
            <a:r>
              <a:rPr lang="en-US" altLang="ja-JP" sz="4800" dirty="0"/>
              <a:t>A. </a:t>
            </a:r>
            <a:r>
              <a:rPr lang="ja-JP" altLang="en-US" sz="4800" dirty="0"/>
              <a:t>入社後すぐ、会議で活躍した。</a:t>
            </a:r>
          </a:p>
          <a:p>
            <a:pPr lvl="1" algn="just">
              <a:lnSpc>
                <a:spcPct val="150000"/>
              </a:lnSpc>
            </a:pPr>
            <a:r>
              <a:rPr lang="en-US" altLang="ja-JP" sz="4800" dirty="0"/>
              <a:t>B. </a:t>
            </a:r>
            <a:r>
              <a:rPr lang="ja-JP" altLang="en-US" sz="4800" dirty="0"/>
              <a:t>日本に来る前から商談が得意だった。</a:t>
            </a:r>
          </a:p>
          <a:p>
            <a:pPr lvl="1" algn="just">
              <a:lnSpc>
                <a:spcPct val="150000"/>
              </a:lnSpc>
            </a:pPr>
            <a:r>
              <a:rPr lang="en-US" altLang="ja-JP" sz="4800" dirty="0">
                <a:solidFill>
                  <a:srgbClr val="1C85C9"/>
                </a:solidFill>
              </a:rPr>
              <a:t>C. </a:t>
            </a:r>
            <a:r>
              <a:rPr lang="ja-JP" altLang="en-US" sz="4800" dirty="0">
                <a:solidFill>
                  <a:srgbClr val="1C85C9"/>
                </a:solidFill>
              </a:rPr>
              <a:t>入社当初は、モモにえさをやりながら毎日泣いていた。</a:t>
            </a:r>
          </a:p>
          <a:p>
            <a:pPr lvl="1" algn="just">
              <a:lnSpc>
                <a:spcPct val="150000"/>
              </a:lnSpc>
            </a:pPr>
            <a:r>
              <a:rPr lang="en-US" altLang="ja-JP" sz="4800" dirty="0"/>
              <a:t>D. </a:t>
            </a:r>
            <a:r>
              <a:rPr lang="ja-JP" altLang="en-US" sz="4800" dirty="0"/>
              <a:t>最初から人気者で、失敗したことがない。</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0F56BF10-A4DB-12BD-61DF-20C1B5C688CB}"/>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「働き始めた頃、彼女はモモにえさをやりながら毎日泣いてばかりいたそうだ。」と本文にある。</a:t>
            </a:r>
          </a:p>
        </p:txBody>
      </p:sp>
    </p:spTree>
    <p:extLst>
      <p:ext uri="{BB962C8B-B14F-4D97-AF65-F5344CB8AC3E}">
        <p14:creationId xmlns:p14="http://schemas.microsoft.com/office/powerpoint/2010/main" val="2169278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46B-A71A-5831-AE7E-4BDEAAF6FE8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BBDA580-651C-4AFA-39BC-9F7B54D9DFBA}"/>
              </a:ext>
            </a:extLst>
          </p:cNvPr>
          <p:cNvSpPr txBox="1"/>
          <p:nvPr/>
        </p:nvSpPr>
        <p:spPr>
          <a:xfrm>
            <a:off x="1041143" y="2911401"/>
            <a:ext cx="22301713" cy="771256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奶奶的身體狀況讓我非常擔心。（～てならない）</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startAt="2"/>
            </a:pPr>
            <a:r>
              <a:rPr lang="ja-JP" altLang="en-US" sz="4800" b="1" dirty="0">
                <a:latin typeface="Microsoft JhengHei Light" panose="020B0304030504040204" pitchFamily="34" charset="-120"/>
                <a:ea typeface="Microsoft JhengHei Light" panose="020B0304030504040204" pitchFamily="34" charset="-120"/>
              </a:rPr>
              <a:t>我的孩子很想要一台新的腳踏車。（～がる）</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startAt="2"/>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startAt="3"/>
            </a:pPr>
            <a:r>
              <a:rPr lang="ja-JP" altLang="en-US" sz="4800" b="1" dirty="0">
                <a:latin typeface="Microsoft JhengHei Light" panose="020B0304030504040204" pitchFamily="34" charset="-120"/>
                <a:ea typeface="Microsoft JhengHei Light" panose="020B0304030504040204" pitchFamily="34" charset="-120"/>
              </a:rPr>
              <a:t>那位員工的成功與他平時的態度有關。（～にまつわる～）</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startAt="3"/>
            </a:pPr>
            <a:endParaRPr lang="ja-JP" altLang="en-US"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latin typeface="Microsoft JhengHei Light" panose="020B0304030504040204" pitchFamily="34" charset="-120"/>
                <a:ea typeface="Microsoft JhengHei Light" panose="020B0304030504040204" pitchFamily="34" charset="-120"/>
              </a:rPr>
              <a:t>4.	</a:t>
            </a:r>
            <a:r>
              <a:rPr lang="ja-JP" altLang="en-US" sz="4800" b="1" dirty="0">
                <a:latin typeface="Microsoft JhengHei Light" panose="020B0304030504040204" pitchFamily="34" charset="-120"/>
                <a:ea typeface="Microsoft JhengHei Light" panose="020B0304030504040204" pitchFamily="34" charset="-120"/>
              </a:rPr>
              <a:t>幸福就是有可以一起笑的朋友。（～とは～だ）</a:t>
            </a:r>
          </a:p>
        </p:txBody>
      </p:sp>
      <p:sp>
        <p:nvSpPr>
          <p:cNvPr id="2" name="標題 1">
            <a:extLst>
              <a:ext uri="{FF2B5EF4-FFF2-40B4-BE49-F238E27FC236}">
                <a16:creationId xmlns:a16="http://schemas.microsoft.com/office/drawing/2014/main" id="{5EF006DD-708A-A917-58CA-597F9BD1007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45017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9886-A626-60D2-71B1-29A110E7CA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CAF9C41-14FE-17B0-CE76-741338CCF4CA}"/>
              </a:ext>
            </a:extLst>
          </p:cNvPr>
          <p:cNvSpPr txBox="1"/>
          <p:nvPr/>
        </p:nvSpPr>
        <p:spPr>
          <a:xfrm>
            <a:off x="1041143" y="2911401"/>
            <a:ext cx="22301713" cy="8820556"/>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奶奶的身體狀況讓我非常擔心。（～てならない）</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おばあさんの体調が心配でならない</a:t>
            </a:r>
            <a:r>
              <a:rPr lang="ja-JP" altLang="en-US" sz="4800" b="1" dirty="0">
                <a:latin typeface="Microsoft JhengHei Light" panose="020B0304030504040204" pitchFamily="34" charset="-120"/>
                <a:ea typeface="Microsoft JhengHei Light" panose="020B0304030504040204" pitchFamily="34" charset="-120"/>
              </a:rPr>
              <a:t>。</a:t>
            </a:r>
          </a:p>
          <a:p>
            <a:pPr marL="914400" indent="-914400">
              <a:lnSpc>
                <a:spcPct val="150000"/>
              </a:lnSpc>
              <a:buAutoNum type="arabicPeriod" startAt="2"/>
            </a:pPr>
            <a:r>
              <a:rPr lang="ja-JP" altLang="en-US" sz="4800" b="1" dirty="0">
                <a:latin typeface="Microsoft JhengHei Light" panose="020B0304030504040204" pitchFamily="34" charset="-120"/>
                <a:ea typeface="Microsoft JhengHei Light" panose="020B0304030504040204" pitchFamily="34" charset="-120"/>
              </a:rPr>
              <a:t>我的孩子很想要一台新的腳踏車。（～がる）</a:t>
            </a:r>
            <a:endParaRPr lang="en-US" altLang="ja-JP" sz="4800" b="1" dirty="0">
              <a:latin typeface="Microsoft JhengHei Light" panose="020B0304030504040204" pitchFamily="34" charset="-120"/>
              <a:ea typeface="Microsoft JhengHei Light" panose="020B0304030504040204" pitchFamily="34" charset="-120"/>
            </a:endParaRPr>
          </a:p>
          <a:p>
            <a:pPr lvl="1">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うちの子は新しい自転車をほしがっている。</a:t>
            </a:r>
          </a:p>
          <a:p>
            <a:pPr marL="914400" indent="-914400">
              <a:lnSpc>
                <a:spcPct val="150000"/>
              </a:lnSpc>
              <a:buAutoNum type="arabicPeriod" startAt="3"/>
            </a:pPr>
            <a:r>
              <a:rPr lang="ja-JP" altLang="en-US" sz="4800" b="1" dirty="0">
                <a:latin typeface="Microsoft JhengHei Light" panose="020B0304030504040204" pitchFamily="34" charset="-120"/>
                <a:ea typeface="Microsoft JhengHei Light" panose="020B0304030504040204" pitchFamily="34" charset="-120"/>
              </a:rPr>
              <a:t>那位員工的成功與他平時的態度有關。（～にまつわる～）</a:t>
            </a:r>
            <a:endParaRPr lang="en-US" altLang="ja-JP" sz="4800" b="1" dirty="0">
              <a:latin typeface="Microsoft JhengHei Light" panose="020B0304030504040204" pitchFamily="34" charset="-120"/>
              <a:ea typeface="Microsoft JhengHei Light" panose="020B0304030504040204" pitchFamily="34" charset="-120"/>
            </a:endParaRPr>
          </a:p>
          <a:p>
            <a:pPr lvl="1">
              <a:lnSpc>
                <a:spcPct val="150000"/>
              </a:lnSpc>
            </a:pPr>
            <a:r>
              <a:rPr lang="en-US" altLang="ja-JP" sz="4800" b="1" dirty="0">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あの社員の成功は、彼の普段の態度にまつわるものです。</a:t>
            </a:r>
          </a:p>
          <a:p>
            <a:pPr marL="914400" indent="-914400">
              <a:lnSpc>
                <a:spcPct val="150000"/>
              </a:lnSpc>
              <a:buAutoNum type="arabicPeriod" startAt="4"/>
            </a:pPr>
            <a:r>
              <a:rPr lang="ja-JP" altLang="en-US" sz="4800" b="1" dirty="0">
                <a:latin typeface="Microsoft JhengHei Light" panose="020B0304030504040204" pitchFamily="34" charset="-120"/>
                <a:ea typeface="Microsoft JhengHei Light" panose="020B0304030504040204" pitchFamily="34" charset="-120"/>
              </a:rPr>
              <a:t>幸福就是有可以一起笑的朋友。（～とは～だ）</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幸せとは、いっしょに笑い合える友達がいることだ。</a:t>
            </a:r>
          </a:p>
        </p:txBody>
      </p:sp>
      <p:sp>
        <p:nvSpPr>
          <p:cNvPr id="2" name="標題 1">
            <a:extLst>
              <a:ext uri="{FF2B5EF4-FFF2-40B4-BE49-F238E27FC236}">
                <a16:creationId xmlns:a16="http://schemas.microsoft.com/office/drawing/2014/main" id="{903D1CF9-DD25-80A8-9AAB-6951F4DE9AD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8369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p:nvPr/>
        </p:nvSpPr>
        <p:spPr>
          <a:xfrm>
            <a:off x="-1800" y="0"/>
            <a:ext cx="24387600" cy="13716000"/>
          </a:xfrm>
          <a:prstGeom prst="rect">
            <a:avLst/>
          </a:prstGeom>
          <a:solidFill>
            <a:schemeClr val="accent1">
              <a:lumMod val="60000"/>
              <a:lumOff val="4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dirty="0">
              <a:solidFill>
                <a:srgbClr val="FFFFFF"/>
              </a:solidFill>
              <a:latin typeface="SimSun"/>
              <a:ea typeface="SimSun"/>
              <a:cs typeface="SimSun"/>
              <a:sym typeface="SimSun"/>
            </a:endParaRPr>
          </a:p>
        </p:txBody>
      </p:sp>
      <p:sp>
        <p:nvSpPr>
          <p:cNvPr id="304" name="Google Shape;304;p19"/>
          <p:cNvSpPr txBox="1">
            <a:spLocks noGrp="1"/>
          </p:cNvSpPr>
          <p:nvPr>
            <p:ph type="ctrTitle" idx="4294967295"/>
          </p:nvPr>
        </p:nvSpPr>
        <p:spPr>
          <a:xfrm>
            <a:off x="3048000" y="6874950"/>
            <a:ext cx="18288000" cy="3877201"/>
          </a:xfrm>
          <a:prstGeom prst="rect">
            <a:avLst/>
          </a:prstGeom>
          <a:noFill/>
          <a:ln>
            <a:noFill/>
          </a:ln>
        </p:spPr>
        <p:txBody>
          <a:bodyPr spcFirstLastPara="1" wrap="square" lIns="91350" tIns="91350" rIns="91350" bIns="91350" anchor="ctr" anchorCtr="0">
            <a:normAutofit/>
          </a:bodyPr>
          <a:lstStyle/>
          <a:p>
            <a:pPr marL="0" marR="0" lvl="0" indent="0" algn="ctr" rtl="0">
              <a:lnSpc>
                <a:spcPct val="100000"/>
              </a:lnSpc>
              <a:spcBef>
                <a:spcPts val="0"/>
              </a:spcBef>
              <a:spcAft>
                <a:spcPts val="0"/>
              </a:spcAft>
              <a:buClr>
                <a:srgbClr val="FFFFFF"/>
              </a:buClr>
              <a:buSzPts val="8800"/>
              <a:buFont typeface="Microsoft JhengHei"/>
              <a:buNone/>
            </a:pPr>
            <a:r>
              <a:rPr lang="en-US" sz="8800" err="1">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Microsoft JhengHei"/>
              </a:rPr>
              <a:t>また次回の授業でお会いしましょう</a:t>
            </a:r>
            <a:endParaRPr>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endParaRPr>
          </a:p>
        </p:txBody>
      </p:sp>
      <p:grpSp>
        <p:nvGrpSpPr>
          <p:cNvPr id="305" name="Google Shape;305;p19"/>
          <p:cNvGrpSpPr/>
          <p:nvPr/>
        </p:nvGrpSpPr>
        <p:grpSpPr>
          <a:xfrm>
            <a:off x="10521949" y="2253139"/>
            <a:ext cx="3340119" cy="4440061"/>
            <a:chOff x="-1" y="-2"/>
            <a:chExt cx="3340118" cy="4440059"/>
          </a:xfrm>
        </p:grpSpPr>
        <p:cxnSp>
          <p:nvCxnSpPr>
            <p:cNvPr id="306" name="Google Shape;306;p19"/>
            <p:cNvCxnSpPr/>
            <p:nvPr/>
          </p:nvCxnSpPr>
          <p:spPr>
            <a:xfrm rot="10800000">
              <a:off x="319467" y="1446531"/>
              <a:ext cx="1179133" cy="1"/>
            </a:xfrm>
            <a:prstGeom prst="straightConnector1">
              <a:avLst/>
            </a:prstGeom>
            <a:noFill/>
            <a:ln w="25400" cap="flat" cmpd="sng">
              <a:solidFill>
                <a:srgbClr val="FFFFFF"/>
              </a:solidFill>
              <a:prstDash val="dash"/>
              <a:bevel/>
              <a:headEnd type="none" w="sm" len="sm"/>
              <a:tailEnd type="oval" w="med" len="med"/>
            </a:ln>
          </p:spPr>
        </p:cxnSp>
        <p:grpSp>
          <p:nvGrpSpPr>
            <p:cNvPr id="307" name="Google Shape;307;p19"/>
            <p:cNvGrpSpPr/>
            <p:nvPr/>
          </p:nvGrpSpPr>
          <p:grpSpPr>
            <a:xfrm>
              <a:off x="-1" y="-2"/>
              <a:ext cx="3340118" cy="2879716"/>
              <a:chOff x="-1" y="-1"/>
              <a:chExt cx="3340117" cy="2879714"/>
            </a:xfrm>
          </p:grpSpPr>
          <p:sp>
            <p:nvSpPr>
              <p:cNvPr id="308" name="Google Shape;308;p19"/>
              <p:cNvSpPr/>
              <p:nvPr/>
            </p:nvSpPr>
            <p:spPr>
              <a:xfrm>
                <a:off x="-1" y="-1"/>
                <a:ext cx="3340117" cy="2879714"/>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09" name="Google Shape;309;p19"/>
              <p:cNvSpPr/>
              <p:nvPr/>
            </p:nvSpPr>
            <p:spPr>
              <a:xfrm>
                <a:off x="894020" y="719932"/>
                <a:ext cx="1495801" cy="1495801"/>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10" name="Google Shape;310;p19"/>
              <p:cNvSpPr/>
              <p:nvPr/>
            </p:nvSpPr>
            <p:spPr>
              <a:xfrm>
                <a:off x="140105" y="105120"/>
                <a:ext cx="3048625" cy="2628396"/>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noFill/>
              <a:ln w="12700" cap="flat" cmpd="sng">
                <a:solidFill>
                  <a:srgbClr val="7F7F7F"/>
                </a:solidFill>
                <a:prstDash val="dot"/>
                <a:bevel/>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grpSp>
        <p:sp>
          <p:nvSpPr>
            <p:cNvPr id="313" name="Google Shape;313;p19"/>
            <p:cNvSpPr txBox="1"/>
            <p:nvPr/>
          </p:nvSpPr>
          <p:spPr>
            <a:xfrm>
              <a:off x="244517" y="2606355"/>
              <a:ext cx="2839800" cy="1833702"/>
            </a:xfrm>
            <a:prstGeom prst="rect">
              <a:avLst/>
            </a:prstGeom>
            <a:noFill/>
            <a:ln>
              <a:noFill/>
            </a:ln>
          </p:spPr>
          <p:txBody>
            <a:bodyPr spcFirstLastPara="1" wrap="square" lIns="91350" tIns="91350" rIns="91350" bIns="91350" anchor="t" anchorCtr="0">
              <a:spAutoFit/>
            </a:bodyPr>
            <a:lstStyle/>
            <a:p>
              <a:pPr marL="0" marR="0" lvl="0" indent="0" algn="just" rtl="0">
                <a:lnSpc>
                  <a:spcPct val="100000"/>
                </a:lnSpc>
                <a:spcBef>
                  <a:spcPts val="0"/>
                </a:spcBef>
                <a:spcAft>
                  <a:spcPts val="0"/>
                </a:spcAft>
                <a:buClr>
                  <a:srgbClr val="4079B6"/>
                </a:buClr>
                <a:buSzPts val="10800"/>
                <a:buFont typeface="Microsoft Yahei"/>
                <a:buNone/>
              </a:pPr>
              <a:r>
                <a:rPr lang="en-US" sz="10800" b="1" i="0" u="none" strike="noStrike" cap="none" dirty="0">
                  <a:solidFill>
                    <a:srgbClr val="4079B6"/>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FC000"/>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D5229"/>
                  </a:solidFill>
                  <a:latin typeface="Microsoft Yahei"/>
                  <a:ea typeface="Microsoft Yahei"/>
                  <a:cs typeface="Microsoft Yahei"/>
                  <a:sym typeface="Microsoft Yahei"/>
                </a:rPr>
                <a:t>·</a:t>
              </a:r>
              <a:endParaRPr sz="1400" b="0" i="0" u="none" strike="noStrike" cap="none" dirty="0">
                <a:solidFill>
                  <a:srgbClr val="000000"/>
                </a:solidFill>
                <a:latin typeface="BIZ UDGothic" panose="020B0400000000000000" pitchFamily="33" charset="-128"/>
                <a:ea typeface="BIZ UDGothic" panose="020B0400000000000000" pitchFamily="33" charset="-128"/>
                <a:cs typeface="Arial"/>
                <a:sym typeface="Arial"/>
              </a:endParaRPr>
            </a:p>
          </p:txBody>
        </p:sp>
        <p:pic>
          <p:nvPicPr>
            <p:cNvPr id="314" name="Google Shape;314;p19" descr="Google Shape;425;p57"/>
            <p:cNvPicPr preferRelativeResize="0"/>
            <p:nvPr/>
          </p:nvPicPr>
          <p:blipFill rotWithShape="1">
            <a:blip r:embed="rId3">
              <a:alphaModFix/>
            </a:blip>
            <a:srcRect/>
            <a:stretch/>
          </p:blipFill>
          <p:spPr>
            <a:xfrm>
              <a:off x="725868" y="955041"/>
              <a:ext cx="1888364" cy="1062685"/>
            </a:xfrm>
            <a:prstGeom prst="rect">
              <a:avLst/>
            </a:prstGeom>
            <a:noFill/>
            <a:ln>
              <a:noFill/>
            </a:ln>
          </p:spPr>
        </p:pic>
      </p:gr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1DB"/>
      </a:accent5>
      <a:accent6>
        <a:srgbClr val="AE484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TM02900720[[fn=要素]]</Template>
  <TotalTime>699</TotalTime>
  <Words>1145</Words>
  <Application>Microsoft Office PowerPoint</Application>
  <PresentationFormat>ユーザー設定</PresentationFormat>
  <Paragraphs>101</Paragraphs>
  <Slides>14</Slides>
  <Notes>13</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14</vt:i4>
      </vt:variant>
    </vt:vector>
  </HeadingPairs>
  <TitlesOfParts>
    <vt:vector size="28" baseType="lpstr">
      <vt:lpstr>Wingdings 2</vt:lpstr>
      <vt:lpstr>Calibri</vt:lpstr>
      <vt:lpstr>HGPSoeiKakugothicUB</vt:lpstr>
      <vt:lpstr>Calibri Light</vt:lpstr>
      <vt:lpstr>Gen Jyuu Gothic Bold</vt:lpstr>
      <vt:lpstr>Microsoft JhengHei Light</vt:lpstr>
      <vt:lpstr>Microsoft Yahei</vt:lpstr>
      <vt:lpstr>Microsoft JhengHei</vt:lpstr>
      <vt:lpstr>Arial</vt:lpstr>
      <vt:lpstr>BIZ UDGothic</vt:lpstr>
      <vt:lpstr>Gen Jyuu GothicL Bold</vt:lpstr>
      <vt:lpstr>SimSun</vt:lpstr>
      <vt:lpstr>BIZ UDPGothic</vt:lpstr>
      <vt:lpstr>HDOfficeLightV0</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また次回の授業でお会いしましょう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嘉展 張</cp:lastModifiedBy>
  <cp:revision>2</cp:revision>
  <dcterms:modified xsi:type="dcterms:W3CDTF">2025-10-22T02:08:23Z</dcterms:modified>
</cp:coreProperties>
</file>