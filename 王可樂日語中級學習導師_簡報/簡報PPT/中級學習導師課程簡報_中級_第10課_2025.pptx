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6"/>
  </p:notesMasterIdLst>
  <p:handoutMasterIdLst>
    <p:handoutMasterId r:id="rId17"/>
  </p:handoutMasterIdLst>
  <p:sldIdLst>
    <p:sldId id="274" r:id="rId2"/>
    <p:sldId id="359" r:id="rId3"/>
    <p:sldId id="366" r:id="rId4"/>
    <p:sldId id="351" r:id="rId5"/>
    <p:sldId id="367" r:id="rId6"/>
    <p:sldId id="345" r:id="rId7"/>
    <p:sldId id="358" r:id="rId8"/>
    <p:sldId id="346" r:id="rId9"/>
    <p:sldId id="347" r:id="rId10"/>
    <p:sldId id="354" r:id="rId11"/>
    <p:sldId id="355" r:id="rId12"/>
    <p:sldId id="343" r:id="rId13"/>
    <p:sldId id="342" r:id="rId14"/>
    <p:sldId id="264" r:id="rId15"/>
  </p:sldIdLst>
  <p:sldSz cx="24384000" cy="13716000"/>
  <p:notesSz cx="6858000" cy="9144000"/>
  <p:embeddedFontLst>
    <p:embeddedFont>
      <p:font typeface="BIZ UDPGothic" panose="020B0400000000000000" pitchFamily="50" charset="-128"/>
      <p:regular r:id="rId18"/>
      <p:bold r:id="rId19"/>
    </p:embeddedFont>
    <p:embeddedFont>
      <p:font typeface="BIZ UDGothic" panose="020B0400000000000000" pitchFamily="49" charset="-128"/>
      <p:regular r:id="rId20"/>
      <p:bold r:id="rId21"/>
    </p:embeddedFont>
    <p:embeddedFont>
      <p:font typeface="Gen Jyuu GothicL Bold" panose="020B0600070205080204" charset="-128"/>
      <p:bold r:id="rId22"/>
    </p:embeddedFont>
    <p:embeddedFont>
      <p:font typeface="HGPSoeiKakugothicUB" panose="020B0900000000000000" pitchFamily="50" charset="-128"/>
      <p:regular r:id="rId23"/>
    </p:embeddedFont>
    <p:embeddedFont>
      <p:font typeface="Gen Jyuu Gothic Bold" panose="020B0602020203020207" pitchFamily="50" charset="-128"/>
      <p:bold r:id="rId24"/>
    </p:embeddedFont>
    <p:embeddedFont>
      <p:font typeface="Microsoft JhengHei" panose="020B0604030504040204" pitchFamily="34" charset="-120"/>
      <p:regular r:id="rId25"/>
      <p:bold r:id="rId26"/>
    </p:embeddedFont>
    <p:embeddedFont>
      <p:font typeface="Microsoft JhengHei Light" panose="020B0304030504040204" pitchFamily="34" charset="-120"/>
      <p:regular r:id="rId27"/>
    </p:embeddedFont>
    <p:embeddedFont>
      <p:font typeface="Microsoft Yahei" panose="020B0503020204020204" pitchFamily="34" charset="-122"/>
      <p:regular r:id="rId28"/>
      <p:bold r:id="rId29"/>
    </p:embeddedFont>
    <p:embeddedFont>
      <p:font typeface="Wingdings 2" panose="05020102010507070707" pitchFamily="18" charset="2"/>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31" roundtripDataSignature="AMtx7mgWneN2Aa4XZ32EnoSuaD2gv1sk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5C9"/>
    <a:srgbClr val="2289CB"/>
    <a:srgbClr val="288CCC"/>
    <a:srgbClr val="E46D4B"/>
    <a:srgbClr val="F2F2F2"/>
    <a:srgbClr val="3B3838"/>
    <a:srgbClr val="EF8759"/>
    <a:srgbClr val="000000"/>
    <a:srgbClr val="7F7F7F"/>
    <a:srgbClr val="D8D0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中等深淺樣式 3 - 輔色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732" y="438"/>
      </p:cViewPr>
      <p:guideLst/>
    </p:cSldViewPr>
  </p:slideViewPr>
  <p:notesTextViewPr>
    <p:cViewPr>
      <p:scale>
        <a:sx n="1" d="1"/>
        <a:sy n="1" d="1"/>
      </p:scale>
      <p:origin x="0" y="0"/>
    </p:cViewPr>
  </p:notesTextViewPr>
  <p:notesViewPr>
    <p:cSldViewPr snapToGrid="0">
      <p:cViewPr>
        <p:scale>
          <a:sx n="1" d="2"/>
          <a:sy n="1" d="2"/>
        </p:scale>
        <p:origin x="4632" y="10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2.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嘉展 張" userId="56c0cc265fef7f12" providerId="LiveId" clId="{8CA08C88-E041-4BF4-B019-A40154E7E714}"/>
    <pc:docChg chg="undo custSel modSld modMainMaster">
      <pc:chgData name="嘉展 張" userId="56c0cc265fef7f12" providerId="LiveId" clId="{8CA08C88-E041-4BF4-B019-A40154E7E714}" dt="2025-08-23T08:57:01.784" v="131" actId="207"/>
      <pc:docMkLst>
        <pc:docMk/>
      </pc:docMkLst>
      <pc:sldChg chg="modSp mod">
        <pc:chgData name="嘉展 張" userId="56c0cc265fef7f12" providerId="LiveId" clId="{8CA08C88-E041-4BF4-B019-A40154E7E714}" dt="2025-08-23T08:56:17.989" v="129" actId="20577"/>
        <pc:sldMkLst>
          <pc:docMk/>
          <pc:sldMk cId="3585428774" sldId="359"/>
        </pc:sldMkLst>
      </pc:sldChg>
      <pc:sldChg chg="modSp mod">
        <pc:chgData name="嘉展 張" userId="56c0cc265fef7f12" providerId="LiveId" clId="{8CA08C88-E041-4BF4-B019-A40154E7E714}" dt="2025-08-23T08:57:01.784" v="131" actId="207"/>
        <pc:sldMkLst>
          <pc:docMk/>
          <pc:sldMk cId="3330119125" sldId="366"/>
        </pc:sldMkLst>
      </pc:sldChg>
      <pc:sldMasterChg chg="modSldLayout">
        <pc:chgData name="嘉展 張" userId="56c0cc265fef7f12" providerId="LiveId" clId="{8CA08C88-E041-4BF4-B019-A40154E7E714}" dt="2025-08-20T12:41:07.909" v="0"/>
        <pc:sldMasterMkLst>
          <pc:docMk/>
          <pc:sldMasterMk cId="2733321511" sldId="2147483688"/>
        </pc:sldMasterMkLst>
        <pc:sldLayoutChg chg="modSp">
          <pc:chgData name="嘉展 張" userId="56c0cc265fef7f12" providerId="LiveId" clId="{8CA08C88-E041-4BF4-B019-A40154E7E714}" dt="2025-08-20T12:41:07.909" v="0"/>
          <pc:sldLayoutMkLst>
            <pc:docMk/>
            <pc:sldMasterMk cId="2733321511" sldId="2147483688"/>
            <pc:sldLayoutMk cId="810264706" sldId="2147483689"/>
          </pc:sldLayoutMkLst>
        </pc:sldLayoutChg>
      </pc:sldMasterChg>
    </pc:docChg>
  </pc:docChgLst>
  <pc:docChgLst>
    <pc:chgData name="嘉展 張" userId="56c0cc265fef7f12" providerId="LiveId" clId="{B8F15BBE-A2E8-4DCB-B8C2-722EEBD073BE}"/>
    <pc:docChg chg="undo redo custSel addSld delSld modSld modMainMaster">
      <pc:chgData name="嘉展 張" userId="56c0cc265fef7f12" providerId="LiveId" clId="{B8F15BBE-A2E8-4DCB-B8C2-722EEBD073BE}" dt="2025-07-11T23:37:36.079" v="211" actId="20577"/>
      <pc:docMkLst>
        <pc:docMk/>
      </pc:docMkLst>
      <pc:sldChg chg="modSp mod">
        <pc:chgData name="嘉展 張" userId="56c0cc265fef7f12" providerId="LiveId" clId="{B8F15BBE-A2E8-4DCB-B8C2-722EEBD073BE}" dt="2025-07-11T23:28:13.859" v="20"/>
        <pc:sldMkLst>
          <pc:docMk/>
          <pc:sldMk cId="1698366788" sldId="274"/>
        </pc:sldMkLst>
      </pc:sldChg>
      <pc:sldChg chg="modSp mod">
        <pc:chgData name="嘉展 張" userId="56c0cc265fef7f12" providerId="LiveId" clId="{B8F15BBE-A2E8-4DCB-B8C2-722EEBD073BE}" dt="2025-07-11T23:32:06.872" v="132" actId="15"/>
        <pc:sldMkLst>
          <pc:docMk/>
          <pc:sldMk cId="3752334464" sldId="345"/>
        </pc:sldMkLst>
      </pc:sldChg>
      <pc:sldChg chg="modSp mod">
        <pc:chgData name="嘉展 張" userId="56c0cc265fef7f12" providerId="LiveId" clId="{B8F15BBE-A2E8-4DCB-B8C2-722EEBD073BE}" dt="2025-07-11T23:33:18.044" v="143" actId="15"/>
        <pc:sldMkLst>
          <pc:docMk/>
          <pc:sldMk cId="1115666099" sldId="346"/>
        </pc:sldMkLst>
      </pc:sldChg>
      <pc:sldChg chg="modSp mod">
        <pc:chgData name="嘉展 張" userId="56c0cc265fef7f12" providerId="LiveId" clId="{B8F15BBE-A2E8-4DCB-B8C2-722EEBD073BE}" dt="2025-07-11T23:33:38.101" v="146"/>
        <pc:sldMkLst>
          <pc:docMk/>
          <pc:sldMk cId="3822570613" sldId="347"/>
        </pc:sldMkLst>
      </pc:sldChg>
      <pc:sldChg chg="modSp mod">
        <pc:chgData name="嘉展 張" userId="56c0cc265fef7f12" providerId="LiveId" clId="{B8F15BBE-A2E8-4DCB-B8C2-722EEBD073BE}" dt="2025-07-11T23:31:50.127" v="130" actId="207"/>
        <pc:sldMkLst>
          <pc:docMk/>
          <pc:sldMk cId="732333138" sldId="351"/>
        </pc:sldMkLst>
      </pc:sldChg>
      <pc:sldChg chg="modSp mod">
        <pc:chgData name="嘉展 張" userId="56c0cc265fef7f12" providerId="LiveId" clId="{B8F15BBE-A2E8-4DCB-B8C2-722EEBD073BE}" dt="2025-07-11T23:33:49.051" v="148" actId="15"/>
        <pc:sldMkLst>
          <pc:docMk/>
          <pc:sldMk cId="2503062332" sldId="354"/>
        </pc:sldMkLst>
      </pc:sldChg>
      <pc:sldChg chg="modSp mod">
        <pc:chgData name="嘉展 張" userId="56c0cc265fef7f12" providerId="LiveId" clId="{B8F15BBE-A2E8-4DCB-B8C2-722EEBD073BE}" dt="2025-07-11T23:34:13.940" v="153"/>
        <pc:sldMkLst>
          <pc:docMk/>
          <pc:sldMk cId="2169278876" sldId="355"/>
        </pc:sldMkLst>
      </pc:sldChg>
      <pc:sldChg chg="modSp mod">
        <pc:chgData name="嘉展 張" userId="56c0cc265fef7f12" providerId="LiveId" clId="{B8F15BBE-A2E8-4DCB-B8C2-722EEBD073BE}" dt="2025-07-11T23:32:58.322" v="141" actId="6549"/>
        <pc:sldMkLst>
          <pc:docMk/>
          <pc:sldMk cId="4193172206" sldId="358"/>
        </pc:sldMkLst>
      </pc:sldChg>
      <pc:sldChg chg="modSp mod">
        <pc:chgData name="嘉展 張" userId="56c0cc265fef7f12" providerId="LiveId" clId="{B8F15BBE-A2E8-4DCB-B8C2-722EEBD073BE}" dt="2025-07-11T23:29:58.509" v="83" actId="207"/>
        <pc:sldMkLst>
          <pc:docMk/>
          <pc:sldMk cId="3585428774" sldId="359"/>
        </pc:sldMkLst>
      </pc:sldChg>
      <pc:sldChg chg="del">
        <pc:chgData name="嘉展 張" userId="56c0cc265fef7f12" providerId="LiveId" clId="{B8F15BBE-A2E8-4DCB-B8C2-722EEBD073BE}" dt="2025-07-11T23:29:53.142" v="81" actId="47"/>
        <pc:sldMkLst>
          <pc:docMk/>
          <pc:sldMk cId="2643400217" sldId="362"/>
        </pc:sldMkLst>
      </pc:sldChg>
      <pc:sldChg chg="del">
        <pc:chgData name="嘉展 張" userId="56c0cc265fef7f12" providerId="LiveId" clId="{B8F15BBE-A2E8-4DCB-B8C2-722EEBD073BE}" dt="2025-07-11T23:31:42.132" v="129" actId="47"/>
        <pc:sldMkLst>
          <pc:docMk/>
          <pc:sldMk cId="1308011151" sldId="363"/>
        </pc:sldMkLst>
      </pc:sldChg>
      <pc:sldChg chg="add">
        <pc:chgData name="嘉展 張" userId="56c0cc265fef7f12" providerId="LiveId" clId="{B8F15BBE-A2E8-4DCB-B8C2-722EEBD073BE}" dt="2025-07-11T23:29:54.524" v="82"/>
        <pc:sldMkLst>
          <pc:docMk/>
          <pc:sldMk cId="2901890192" sldId="364"/>
        </pc:sldMkLst>
      </pc:sldChg>
      <pc:sldChg chg="add">
        <pc:chgData name="嘉展 張" userId="56c0cc265fef7f12" providerId="LiveId" clId="{B8F15BBE-A2E8-4DCB-B8C2-722EEBD073BE}" dt="2025-07-11T23:31:40.443" v="128"/>
        <pc:sldMkLst>
          <pc:docMk/>
          <pc:sldMk cId="4208653585" sldId="365"/>
        </pc:sldMkLst>
      </pc:sldChg>
      <pc:sldChg chg="addSp delSp modSp add del mod">
        <pc:chgData name="嘉展 張" userId="56c0cc265fef7f12" providerId="LiveId" clId="{B8F15BBE-A2E8-4DCB-B8C2-722EEBD073BE}" dt="2025-07-11T23:35:29.456" v="171" actId="47"/>
        <pc:sldMkLst>
          <pc:docMk/>
          <pc:sldMk cId="2529413341" sldId="366"/>
        </pc:sldMkLst>
      </pc:sldChg>
    </pc:docChg>
  </pc:docChgLst>
  <pc:docChgLst>
    <pc:chgData name="嘉展 張" userId="56c0cc265fef7f12" providerId="LiveId" clId="{9EFC1317-6306-48EB-9B4B-2FDE30204D08}"/>
    <pc:docChg chg="modSld">
      <pc:chgData name="嘉展 張" userId="56c0cc265fef7f12" providerId="LiveId" clId="{9EFC1317-6306-48EB-9B4B-2FDE30204D08}" dt="2025-10-22T03:46:42.774" v="3" actId="20577"/>
      <pc:docMkLst>
        <pc:docMk/>
      </pc:docMkLst>
      <pc:sldChg chg="modSp mod">
        <pc:chgData name="嘉展 張" userId="56c0cc265fef7f12" providerId="LiveId" clId="{9EFC1317-6306-48EB-9B4B-2FDE30204D08}" dt="2025-10-22T03:46:42.774" v="3" actId="20577"/>
        <pc:sldMkLst>
          <pc:docMk/>
          <pc:sldMk cId="732333138" sldId="351"/>
        </pc:sldMkLst>
        <pc:spChg chg="mod">
          <ac:chgData name="嘉展 張" userId="56c0cc265fef7f12" providerId="LiveId" clId="{9EFC1317-6306-48EB-9B4B-2FDE30204D08}" dt="2025-10-22T03:46:42.774" v="3" actId="20577"/>
          <ac:spMkLst>
            <pc:docMk/>
            <pc:sldMk cId="732333138" sldId="351"/>
            <ac:spMk id="9" creationId="{DA69BD8C-0913-B381-ABCA-CA713C77BC80}"/>
          </ac:spMkLst>
        </pc:spChg>
      </pc:sldChg>
      <pc:sldChg chg="modSp mod">
        <pc:chgData name="嘉展 張" userId="56c0cc265fef7f12" providerId="LiveId" clId="{9EFC1317-6306-48EB-9B4B-2FDE30204D08}" dt="2025-10-22T03:46:15.045" v="1" actId="20577"/>
        <pc:sldMkLst>
          <pc:docMk/>
          <pc:sldMk cId="1800767988" sldId="367"/>
        </pc:sldMkLst>
        <pc:spChg chg="mod">
          <ac:chgData name="嘉展 張" userId="56c0cc265fef7f12" providerId="LiveId" clId="{9EFC1317-6306-48EB-9B4B-2FDE30204D08}" dt="2025-10-22T03:46:15.045" v="1" actId="20577"/>
          <ac:spMkLst>
            <pc:docMk/>
            <pc:sldMk cId="1800767988" sldId="367"/>
            <ac:spMk id="9" creationId="{559D7839-D03F-10EA-2525-B6A548DB4893}"/>
          </ac:spMkLst>
        </pc:spChg>
      </pc:sldChg>
    </pc:docChg>
  </pc:docChgLst>
  <pc:docChgLst>
    <pc:chgData name="嘉展 張" userId="56c0cc265fef7f12" providerId="LiveId" clId="{4409F9D8-FA24-44EF-8020-254A52CDBD6B}"/>
    <pc:docChg chg="undo custSel addSld delSld modSld modMainMaster">
      <pc:chgData name="嘉展 張" userId="56c0cc265fef7f12" providerId="LiveId" clId="{4409F9D8-FA24-44EF-8020-254A52CDBD6B}" dt="2025-07-12T16:18:00.910" v="201" actId="6549"/>
      <pc:docMkLst>
        <pc:docMk/>
      </pc:docMkLst>
      <pc:sldChg chg="modSp mod">
        <pc:chgData name="嘉展 張" userId="56c0cc265fef7f12" providerId="LiveId" clId="{4409F9D8-FA24-44EF-8020-254A52CDBD6B}" dt="2025-07-11T23:40:58.792" v="23" actId="20577"/>
        <pc:sldMkLst>
          <pc:docMk/>
          <pc:sldMk cId="1698366788" sldId="274"/>
        </pc:sldMkLst>
      </pc:sldChg>
      <pc:sldChg chg="modSp mod">
        <pc:chgData name="嘉展 張" userId="56c0cc265fef7f12" providerId="LiveId" clId="{4409F9D8-FA24-44EF-8020-254A52CDBD6B}" dt="2025-07-12T16:18:00.910" v="201" actId="6549"/>
        <pc:sldMkLst>
          <pc:docMk/>
          <pc:sldMk cId="3383698067" sldId="342"/>
        </pc:sldMkLst>
      </pc:sldChg>
      <pc:sldChg chg="modSp mod">
        <pc:chgData name="嘉展 張" userId="56c0cc265fef7f12" providerId="LiveId" clId="{4409F9D8-FA24-44EF-8020-254A52CDBD6B}" dt="2025-07-12T16:17:52.712" v="197" actId="6549"/>
        <pc:sldMkLst>
          <pc:docMk/>
          <pc:sldMk cId="345017411" sldId="343"/>
        </pc:sldMkLst>
      </pc:sldChg>
      <pc:sldChg chg="modSp mod">
        <pc:chgData name="嘉展 張" userId="56c0cc265fef7f12" providerId="LiveId" clId="{4409F9D8-FA24-44EF-8020-254A52CDBD6B}" dt="2025-07-11T23:44:45.539" v="120" actId="15"/>
        <pc:sldMkLst>
          <pc:docMk/>
          <pc:sldMk cId="3752334464" sldId="345"/>
        </pc:sldMkLst>
      </pc:sldChg>
      <pc:sldChg chg="modSp mod">
        <pc:chgData name="嘉展 張" userId="56c0cc265fef7f12" providerId="LiveId" clId="{4409F9D8-FA24-44EF-8020-254A52CDBD6B}" dt="2025-07-11T23:45:23.356" v="127" actId="15"/>
        <pc:sldMkLst>
          <pc:docMk/>
          <pc:sldMk cId="1115666099" sldId="346"/>
        </pc:sldMkLst>
      </pc:sldChg>
      <pc:sldChg chg="modSp mod">
        <pc:chgData name="嘉展 張" userId="56c0cc265fef7f12" providerId="LiveId" clId="{4409F9D8-FA24-44EF-8020-254A52CDBD6B}" dt="2025-07-11T23:45:47.305" v="131"/>
        <pc:sldMkLst>
          <pc:docMk/>
          <pc:sldMk cId="3822570613" sldId="347"/>
        </pc:sldMkLst>
      </pc:sldChg>
      <pc:sldChg chg="modSp mod">
        <pc:chgData name="嘉展 張" userId="56c0cc265fef7f12" providerId="LiveId" clId="{4409F9D8-FA24-44EF-8020-254A52CDBD6B}" dt="2025-07-11T23:44:22.209" v="117" actId="207"/>
        <pc:sldMkLst>
          <pc:docMk/>
          <pc:sldMk cId="732333138" sldId="351"/>
        </pc:sldMkLst>
      </pc:sldChg>
      <pc:sldChg chg="modSp mod">
        <pc:chgData name="嘉展 張" userId="56c0cc265fef7f12" providerId="LiveId" clId="{4409F9D8-FA24-44EF-8020-254A52CDBD6B}" dt="2025-07-11T23:46:02.119" v="133" actId="15"/>
        <pc:sldMkLst>
          <pc:docMk/>
          <pc:sldMk cId="2503062332" sldId="354"/>
        </pc:sldMkLst>
      </pc:sldChg>
      <pc:sldChg chg="modSp mod">
        <pc:chgData name="嘉展 張" userId="56c0cc265fef7f12" providerId="LiveId" clId="{4409F9D8-FA24-44EF-8020-254A52CDBD6B}" dt="2025-07-11T23:46:21.269" v="136"/>
        <pc:sldMkLst>
          <pc:docMk/>
          <pc:sldMk cId="2169278876" sldId="355"/>
        </pc:sldMkLst>
      </pc:sldChg>
      <pc:sldChg chg="modSp mod">
        <pc:chgData name="嘉展 張" userId="56c0cc265fef7f12" providerId="LiveId" clId="{4409F9D8-FA24-44EF-8020-254A52CDBD6B}" dt="2025-07-11T23:45:10.882" v="125" actId="6549"/>
        <pc:sldMkLst>
          <pc:docMk/>
          <pc:sldMk cId="4193172206" sldId="358"/>
        </pc:sldMkLst>
      </pc:sldChg>
      <pc:sldChg chg="modSp mod">
        <pc:chgData name="嘉展 張" userId="56c0cc265fef7f12" providerId="LiveId" clId="{4409F9D8-FA24-44EF-8020-254A52CDBD6B}" dt="2025-07-12T15:30:04.703" v="186" actId="20577"/>
        <pc:sldMkLst>
          <pc:docMk/>
          <pc:sldMk cId="3585428774" sldId="359"/>
        </pc:sldMkLst>
      </pc:sldChg>
      <pc:sldChg chg="del">
        <pc:chgData name="嘉展 張" userId="56c0cc265fef7f12" providerId="LiveId" clId="{4409F9D8-FA24-44EF-8020-254A52CDBD6B}" dt="2025-07-11T23:43:08.834" v="79" actId="47"/>
        <pc:sldMkLst>
          <pc:docMk/>
          <pc:sldMk cId="2901890192" sldId="364"/>
        </pc:sldMkLst>
      </pc:sldChg>
      <pc:sldChg chg="del">
        <pc:chgData name="嘉展 張" userId="56c0cc265fef7f12" providerId="LiveId" clId="{4409F9D8-FA24-44EF-8020-254A52CDBD6B}" dt="2025-07-11T23:44:29.335" v="118" actId="47"/>
        <pc:sldMkLst>
          <pc:docMk/>
          <pc:sldMk cId="4208653585" sldId="365"/>
        </pc:sldMkLst>
      </pc:sldChg>
      <pc:sldChg chg="modSp add mod">
        <pc:chgData name="嘉展 張" userId="56c0cc265fef7f12" providerId="LiveId" clId="{4409F9D8-FA24-44EF-8020-254A52CDBD6B}" dt="2025-07-12T15:30:18.422" v="193" actId="20577"/>
        <pc:sldMkLst>
          <pc:docMk/>
          <pc:sldMk cId="3330119125" sldId="366"/>
        </pc:sldMkLst>
      </pc:sldChg>
      <pc:sldChg chg="add">
        <pc:chgData name="嘉展 張" userId="56c0cc265fef7f12" providerId="LiveId" clId="{4409F9D8-FA24-44EF-8020-254A52CDBD6B}" dt="2025-07-11T23:44:15.134" v="116"/>
        <pc:sldMkLst>
          <pc:docMk/>
          <pc:sldMk cId="1800767988" sldId="367"/>
        </pc:sldMkLst>
      </pc:sldChg>
      <pc:sldMasterChg chg="modSldLayout">
        <pc:chgData name="嘉展 張" userId="56c0cc265fef7f12" providerId="LiveId" clId="{4409F9D8-FA24-44EF-8020-254A52CDBD6B}" dt="2025-07-11T23:41:22.191" v="34" actId="6549"/>
        <pc:sldMasterMkLst>
          <pc:docMk/>
          <pc:sldMasterMk cId="2733321511" sldId="2147483688"/>
        </pc:sldMasterMkLst>
        <pc:sldLayoutChg chg="modSp mod">
          <pc:chgData name="嘉展 張" userId="56c0cc265fef7f12" providerId="LiveId" clId="{4409F9D8-FA24-44EF-8020-254A52CDBD6B}" dt="2025-07-11T23:41:22.191" v="34" actId="6549"/>
          <pc:sldLayoutMkLst>
            <pc:docMk/>
            <pc:sldMasterMk cId="2733321511" sldId="2147483688"/>
            <pc:sldLayoutMk cId="2749409723" sldId="2147483690"/>
          </pc:sldLayoutMkLst>
        </pc:sldLayoutChg>
      </pc:sldMasterChg>
    </pc:docChg>
  </pc:docChgLst>
  <pc:docChgLst>
    <pc:chgData name="嘉展 張" userId="56c0cc265fef7f12" providerId="LiveId" clId="{7F69A522-7DAF-4A02-BC46-5EFA4FA51996}"/>
    <pc:docChg chg="undo redo custSel addSld delSld modSld sldOrd modMainMaster">
      <pc:chgData name="嘉展 張" userId="56c0cc265fef7f12" providerId="LiveId" clId="{7F69A522-7DAF-4A02-BC46-5EFA4FA51996}" dt="2025-07-07T11:43:59.783" v="1614" actId="20577"/>
      <pc:docMkLst>
        <pc:docMk/>
      </pc:docMkLst>
      <pc:sldChg chg="addSp modSp mod">
        <pc:chgData name="嘉展 張" userId="56c0cc265fef7f12" providerId="LiveId" clId="{7F69A522-7DAF-4A02-BC46-5EFA4FA51996}" dt="2025-07-07T07:12:49.739" v="133" actId="6549"/>
        <pc:sldMkLst>
          <pc:docMk/>
          <pc:sldMk cId="1698366788" sldId="274"/>
        </pc:sldMkLst>
      </pc:sldChg>
      <pc:sldChg chg="modSp mod">
        <pc:chgData name="嘉展 張" userId="56c0cc265fef7f12" providerId="LiveId" clId="{7F69A522-7DAF-4A02-BC46-5EFA4FA51996}" dt="2025-07-07T10:47:32.083" v="879" actId="15"/>
        <pc:sldMkLst>
          <pc:docMk/>
          <pc:sldMk cId="516855969" sldId="328"/>
        </pc:sldMkLst>
      </pc:sldChg>
      <pc:sldChg chg="del">
        <pc:chgData name="嘉展 張" userId="56c0cc265fef7f12" providerId="LiveId" clId="{7F69A522-7DAF-4A02-BC46-5EFA4FA51996}" dt="2025-07-07T10:48:34.374" v="888" actId="47"/>
        <pc:sldMkLst>
          <pc:docMk/>
          <pc:sldMk cId="1848417769" sldId="329"/>
        </pc:sldMkLst>
      </pc:sldChg>
      <pc:sldChg chg="del">
        <pc:chgData name="嘉展 張" userId="56c0cc265fef7f12" providerId="LiveId" clId="{7F69A522-7DAF-4A02-BC46-5EFA4FA51996}" dt="2025-07-07T10:48:34.374" v="888" actId="47"/>
        <pc:sldMkLst>
          <pc:docMk/>
          <pc:sldMk cId="725604826" sldId="330"/>
        </pc:sldMkLst>
      </pc:sldChg>
      <pc:sldChg chg="modSp mod">
        <pc:chgData name="嘉展 張" userId="56c0cc265fef7f12" providerId="LiveId" clId="{7F69A522-7DAF-4A02-BC46-5EFA4FA51996}" dt="2025-07-07T07:34:37.926" v="646" actId="20577"/>
        <pc:sldMkLst>
          <pc:docMk/>
          <pc:sldMk cId="1652940647" sldId="335"/>
        </pc:sldMkLst>
      </pc:sldChg>
      <pc:sldChg chg="modSp mod">
        <pc:chgData name="嘉展 張" userId="56c0cc265fef7f12" providerId="LiveId" clId="{7F69A522-7DAF-4A02-BC46-5EFA4FA51996}" dt="2025-07-07T10:41:39.183" v="813" actId="20577"/>
        <pc:sldMkLst>
          <pc:docMk/>
          <pc:sldMk cId="3676040206" sldId="336"/>
        </pc:sldMkLst>
      </pc:sldChg>
      <pc:sldChg chg="modSp mod">
        <pc:chgData name="嘉展 張" userId="56c0cc265fef7f12" providerId="LiveId" clId="{7F69A522-7DAF-4A02-BC46-5EFA4FA51996}" dt="2025-07-07T07:37:27.551" v="655"/>
        <pc:sldMkLst>
          <pc:docMk/>
          <pc:sldMk cId="2128628793" sldId="337"/>
        </pc:sldMkLst>
      </pc:sldChg>
      <pc:sldChg chg="del">
        <pc:chgData name="嘉展 張" userId="56c0cc265fef7f12" providerId="LiveId" clId="{7F69A522-7DAF-4A02-BC46-5EFA4FA51996}" dt="2025-07-07T07:14:28.904" v="169" actId="47"/>
        <pc:sldMkLst>
          <pc:docMk/>
          <pc:sldMk cId="4036497139" sldId="338"/>
        </pc:sldMkLst>
      </pc:sldChg>
      <pc:sldChg chg="modSp del mod">
        <pc:chgData name="嘉展 張" userId="56c0cc265fef7f12" providerId="LiveId" clId="{7F69A522-7DAF-4A02-BC46-5EFA4FA51996}" dt="2025-07-07T10:47:46.757" v="882" actId="47"/>
        <pc:sldMkLst>
          <pc:docMk/>
          <pc:sldMk cId="2939669483" sldId="339"/>
        </pc:sldMkLst>
      </pc:sldChg>
      <pc:sldChg chg="del">
        <pc:chgData name="嘉展 張" userId="56c0cc265fef7f12" providerId="LiveId" clId="{7F69A522-7DAF-4A02-BC46-5EFA4FA51996}" dt="2025-07-07T10:48:34.374" v="888" actId="47"/>
        <pc:sldMkLst>
          <pc:docMk/>
          <pc:sldMk cId="1195771477" sldId="340"/>
        </pc:sldMkLst>
      </pc:sldChg>
      <pc:sldChg chg="del">
        <pc:chgData name="嘉展 張" userId="56c0cc265fef7f12" providerId="LiveId" clId="{7F69A522-7DAF-4A02-BC46-5EFA4FA51996}" dt="2025-07-07T10:48:34.374" v="888" actId="47"/>
        <pc:sldMkLst>
          <pc:docMk/>
          <pc:sldMk cId="3653896156" sldId="341"/>
        </pc:sldMkLst>
      </pc:sldChg>
      <pc:sldChg chg="modSp mod">
        <pc:chgData name="嘉展 張" userId="56c0cc265fef7f12" providerId="LiveId" clId="{7F69A522-7DAF-4A02-BC46-5EFA4FA51996}" dt="2025-07-07T11:43:59.783" v="1614" actId="20577"/>
        <pc:sldMkLst>
          <pc:docMk/>
          <pc:sldMk cId="3383698067" sldId="342"/>
        </pc:sldMkLst>
      </pc:sldChg>
      <pc:sldChg chg="modSp mod">
        <pc:chgData name="嘉展 張" userId="56c0cc265fef7f12" providerId="LiveId" clId="{7F69A522-7DAF-4A02-BC46-5EFA4FA51996}" dt="2025-07-07T11:43:47.461" v="1596" actId="20577"/>
        <pc:sldMkLst>
          <pc:docMk/>
          <pc:sldMk cId="345017411" sldId="343"/>
        </pc:sldMkLst>
      </pc:sldChg>
      <pc:sldChg chg="modSp add mod">
        <pc:chgData name="嘉展 張" userId="56c0cc265fef7f12" providerId="LiveId" clId="{7F69A522-7DAF-4A02-BC46-5EFA4FA51996}" dt="2025-07-07T10:42:22.726" v="848" actId="207"/>
        <pc:sldMkLst>
          <pc:docMk/>
          <pc:sldMk cId="919750547" sldId="344"/>
        </pc:sldMkLst>
      </pc:sldChg>
      <pc:sldChg chg="add del">
        <pc:chgData name="嘉展 張" userId="56c0cc265fef7f12" providerId="LiveId" clId="{7F69A522-7DAF-4A02-BC46-5EFA4FA51996}" dt="2025-07-07T10:47:26.562" v="877" actId="47"/>
        <pc:sldMkLst>
          <pc:docMk/>
          <pc:sldMk cId="1590898524" sldId="345"/>
        </pc:sldMkLst>
      </pc:sldChg>
      <pc:sldChg chg="addSp modSp add del">
        <pc:chgData name="嘉展 張" userId="56c0cc265fef7f12" providerId="LiveId" clId="{7F69A522-7DAF-4A02-BC46-5EFA4FA51996}" dt="2025-07-07T10:46:57.549" v="873"/>
        <pc:sldMkLst>
          <pc:docMk/>
          <pc:sldMk cId="2963216146" sldId="345"/>
        </pc:sldMkLst>
      </pc:sldChg>
      <pc:sldChg chg="addSp modSp add mod">
        <pc:chgData name="嘉展 張" userId="56c0cc265fef7f12" providerId="LiveId" clId="{7F69A522-7DAF-4A02-BC46-5EFA4FA51996}" dt="2025-07-07T10:48:51.726" v="905" actId="20577"/>
        <pc:sldMkLst>
          <pc:docMk/>
          <pc:sldMk cId="3752334464" sldId="345"/>
        </pc:sldMkLst>
      </pc:sldChg>
      <pc:sldChg chg="modSp add mod ord">
        <pc:chgData name="嘉展 張" userId="56c0cc265fef7f12" providerId="LiveId" clId="{7F69A522-7DAF-4A02-BC46-5EFA4FA51996}" dt="2025-07-07T10:50:38.949" v="944" actId="20577"/>
        <pc:sldMkLst>
          <pc:docMk/>
          <pc:sldMk cId="1115666099" sldId="346"/>
        </pc:sldMkLst>
      </pc:sldChg>
      <pc:sldChg chg="add del">
        <pc:chgData name="嘉展 張" userId="56c0cc265fef7f12" providerId="LiveId" clId="{7F69A522-7DAF-4A02-BC46-5EFA4FA51996}" dt="2025-07-07T10:48:34.374" v="888" actId="47"/>
        <pc:sldMkLst>
          <pc:docMk/>
          <pc:sldMk cId="2840440202" sldId="346"/>
        </pc:sldMkLst>
      </pc:sldChg>
      <pc:sldChg chg="addSp modSp add mod">
        <pc:chgData name="嘉展 張" userId="56c0cc265fef7f12" providerId="LiveId" clId="{7F69A522-7DAF-4A02-BC46-5EFA4FA51996}" dt="2025-07-07T10:51:30.889" v="950" actId="20577"/>
        <pc:sldMkLst>
          <pc:docMk/>
          <pc:sldMk cId="3822570613" sldId="347"/>
        </pc:sldMkLst>
      </pc:sldChg>
      <pc:sldChg chg="modSp add mod ord">
        <pc:chgData name="嘉展 張" userId="56c0cc265fef7f12" providerId="LiveId" clId="{7F69A522-7DAF-4A02-BC46-5EFA4FA51996}" dt="2025-07-07T10:52:46.104" v="983" actId="6549"/>
        <pc:sldMkLst>
          <pc:docMk/>
          <pc:sldMk cId="2652490174" sldId="348"/>
        </pc:sldMkLst>
      </pc:sldChg>
      <pc:sldChg chg="addSp modSp add mod">
        <pc:chgData name="嘉展 張" userId="56c0cc265fef7f12" providerId="LiveId" clId="{7F69A522-7DAF-4A02-BC46-5EFA4FA51996}" dt="2025-07-07T10:53:10.646" v="989" actId="207"/>
        <pc:sldMkLst>
          <pc:docMk/>
          <pc:sldMk cId="2056490660" sldId="349"/>
        </pc:sldMkLst>
      </pc:sldChg>
      <pc:sldChg chg="modSp add del mod">
        <pc:chgData name="嘉展 張" userId="56c0cc265fef7f12" providerId="LiveId" clId="{7F69A522-7DAF-4A02-BC46-5EFA4FA51996}" dt="2025-07-07T11:43:02.907" v="1552" actId="47"/>
        <pc:sldMkLst>
          <pc:docMk/>
          <pc:sldMk cId="1303398649" sldId="350"/>
        </pc:sldMkLst>
      </pc:sldChg>
      <pc:sldMasterChg chg="modSldLayout">
        <pc:chgData name="嘉展 張" userId="56c0cc265fef7f12" providerId="LiveId" clId="{7F69A522-7DAF-4A02-BC46-5EFA4FA51996}" dt="2025-07-07T06:57:29.419" v="122" actId="20577"/>
        <pc:sldMasterMkLst>
          <pc:docMk/>
          <pc:sldMasterMk cId="2733321511" sldId="2147483688"/>
        </pc:sldMasterMkLst>
        <pc:sldLayoutChg chg="delSp mod">
          <pc:chgData name="嘉展 張" userId="56c0cc265fef7f12" providerId="LiveId" clId="{7F69A522-7DAF-4A02-BC46-5EFA4FA51996}" dt="2025-07-07T04:33:12.003" v="0" actId="21"/>
          <pc:sldLayoutMkLst>
            <pc:docMk/>
            <pc:sldMasterMk cId="2733321511" sldId="2147483688"/>
            <pc:sldLayoutMk cId="810264706" sldId="2147483689"/>
          </pc:sldLayoutMkLst>
        </pc:sldLayoutChg>
        <pc:sldLayoutChg chg="modSp mod">
          <pc:chgData name="嘉展 張" userId="56c0cc265fef7f12" providerId="LiveId" clId="{7F69A522-7DAF-4A02-BC46-5EFA4FA51996}" dt="2025-07-07T06:57:29.419" v="122" actId="20577"/>
          <pc:sldLayoutMkLst>
            <pc:docMk/>
            <pc:sldMasterMk cId="2733321511" sldId="2147483688"/>
            <pc:sldLayoutMk cId="2749409723" sldId="2147483690"/>
          </pc:sldLayoutMkLst>
        </pc:sldLayoutChg>
      </pc:sldMasterChg>
    </pc:docChg>
  </pc:docChgLst>
  <pc:docChgLst>
    <pc:chgData name="嘉展 張" userId="56c0cc265fef7f12" providerId="LiveId" clId="{CA2D70FC-5C55-47B2-99B4-B3F2BD8F9BEE}"/>
    <pc:docChg chg="undo custSel addSld delSld modSld sldOrd modMainMaster">
      <pc:chgData name="嘉展 張" userId="56c0cc265fef7f12" providerId="LiveId" clId="{CA2D70FC-5C55-47B2-99B4-B3F2BD8F9BEE}" dt="2025-07-09T09:08:13.713" v="221" actId="207"/>
      <pc:docMkLst>
        <pc:docMk/>
      </pc:docMkLst>
      <pc:sldChg chg="modSp mod">
        <pc:chgData name="嘉展 張" userId="56c0cc265fef7f12" providerId="LiveId" clId="{CA2D70FC-5C55-47B2-99B4-B3F2BD8F9BEE}" dt="2025-07-09T08:53:37.299" v="38"/>
        <pc:sldMkLst>
          <pc:docMk/>
          <pc:sldMk cId="1698366788" sldId="274"/>
        </pc:sldMkLst>
      </pc:sldChg>
      <pc:sldChg chg="modSp mod">
        <pc:chgData name="嘉展 張" userId="56c0cc265fef7f12" providerId="LiveId" clId="{CA2D70FC-5C55-47B2-99B4-B3F2BD8F9BEE}" dt="2025-07-09T09:00:47.384" v="157" actId="207"/>
        <pc:sldMkLst>
          <pc:docMk/>
          <pc:sldMk cId="3676040206" sldId="336"/>
        </pc:sldMkLst>
      </pc:sldChg>
      <pc:sldChg chg="del">
        <pc:chgData name="嘉展 張" userId="56c0cc265fef7f12" providerId="LiveId" clId="{CA2D70FC-5C55-47B2-99B4-B3F2BD8F9BEE}" dt="2025-07-09T08:58:04.032" v="107" actId="47"/>
        <pc:sldMkLst>
          <pc:docMk/>
          <pc:sldMk cId="2128628793" sldId="337"/>
        </pc:sldMkLst>
      </pc:sldChg>
      <pc:sldChg chg="modSp mod">
        <pc:chgData name="嘉展 張" userId="56c0cc265fef7f12" providerId="LiveId" clId="{CA2D70FC-5C55-47B2-99B4-B3F2BD8F9BEE}" dt="2025-07-09T09:07:36.283" v="220" actId="20577"/>
        <pc:sldMkLst>
          <pc:docMk/>
          <pc:sldMk cId="3383698067" sldId="342"/>
        </pc:sldMkLst>
      </pc:sldChg>
      <pc:sldChg chg="modSp mod ord">
        <pc:chgData name="嘉展 張" userId="56c0cc265fef7f12" providerId="LiveId" clId="{CA2D70FC-5C55-47B2-99B4-B3F2BD8F9BEE}" dt="2025-07-09T09:07:28.375" v="218" actId="20577"/>
        <pc:sldMkLst>
          <pc:docMk/>
          <pc:sldMk cId="345017411" sldId="343"/>
        </pc:sldMkLst>
      </pc:sldChg>
      <pc:sldChg chg="modSp mod">
        <pc:chgData name="嘉展 張" userId="56c0cc265fef7f12" providerId="LiveId" clId="{CA2D70FC-5C55-47B2-99B4-B3F2BD8F9BEE}" dt="2025-07-09T09:01:08.659" v="159" actId="15"/>
        <pc:sldMkLst>
          <pc:docMk/>
          <pc:sldMk cId="3752334464" sldId="345"/>
        </pc:sldMkLst>
      </pc:sldChg>
      <pc:sldChg chg="modSp mod">
        <pc:chgData name="嘉展 張" userId="56c0cc265fef7f12" providerId="LiveId" clId="{CA2D70FC-5C55-47B2-99B4-B3F2BD8F9BEE}" dt="2025-07-09T09:03:30.405" v="167" actId="15"/>
        <pc:sldMkLst>
          <pc:docMk/>
          <pc:sldMk cId="1115666099" sldId="346"/>
        </pc:sldMkLst>
      </pc:sldChg>
      <pc:sldChg chg="modSp mod">
        <pc:chgData name="嘉展 張" userId="56c0cc265fef7f12" providerId="LiveId" clId="{CA2D70FC-5C55-47B2-99B4-B3F2BD8F9BEE}" dt="2025-07-09T09:04:04.880" v="171"/>
        <pc:sldMkLst>
          <pc:docMk/>
          <pc:sldMk cId="3822570613" sldId="347"/>
        </pc:sldMkLst>
      </pc:sldChg>
      <pc:sldChg chg="modSp mod">
        <pc:chgData name="嘉展 張" userId="56c0cc265fef7f12" providerId="LiveId" clId="{CA2D70FC-5C55-47B2-99B4-B3F2BD8F9BEE}" dt="2025-07-09T08:58:00.156" v="106" actId="207"/>
        <pc:sldMkLst>
          <pc:docMk/>
          <pc:sldMk cId="732333138" sldId="351"/>
        </pc:sldMkLst>
      </pc:sldChg>
      <pc:sldChg chg="del">
        <pc:chgData name="嘉展 張" userId="56c0cc265fef7f12" providerId="LiveId" clId="{CA2D70FC-5C55-47B2-99B4-B3F2BD8F9BEE}" dt="2025-07-09T08:59:58.138" v="140" actId="47"/>
        <pc:sldMkLst>
          <pc:docMk/>
          <pc:sldMk cId="838783306" sldId="352"/>
        </pc:sldMkLst>
      </pc:sldChg>
      <pc:sldChg chg="del">
        <pc:chgData name="嘉展 張" userId="56c0cc265fef7f12" providerId="LiveId" clId="{CA2D70FC-5C55-47B2-99B4-B3F2BD8F9BEE}" dt="2025-07-09T09:01:18.660" v="162" actId="47"/>
        <pc:sldMkLst>
          <pc:docMk/>
          <pc:sldMk cId="1406075394" sldId="353"/>
        </pc:sldMkLst>
      </pc:sldChg>
      <pc:sldChg chg="modSp mod">
        <pc:chgData name="嘉展 張" userId="56c0cc265fef7f12" providerId="LiveId" clId="{CA2D70FC-5C55-47B2-99B4-B3F2BD8F9BEE}" dt="2025-07-09T09:04:26.024" v="173" actId="15"/>
        <pc:sldMkLst>
          <pc:docMk/>
          <pc:sldMk cId="2503062332" sldId="354"/>
        </pc:sldMkLst>
      </pc:sldChg>
      <pc:sldChg chg="modSp mod">
        <pc:chgData name="嘉展 張" userId="56c0cc265fef7f12" providerId="LiveId" clId="{CA2D70FC-5C55-47B2-99B4-B3F2BD8F9BEE}" dt="2025-07-09T09:04:52.828" v="176"/>
        <pc:sldMkLst>
          <pc:docMk/>
          <pc:sldMk cId="2169278876" sldId="355"/>
        </pc:sldMkLst>
      </pc:sldChg>
      <pc:sldChg chg="add">
        <pc:chgData name="嘉展 張" userId="56c0cc265fef7f12" providerId="LiveId" clId="{CA2D70FC-5C55-47B2-99B4-B3F2BD8F9BEE}" dt="2025-07-09T08:57:55.575" v="105"/>
        <pc:sldMkLst>
          <pc:docMk/>
          <pc:sldMk cId="3052656619" sldId="356"/>
        </pc:sldMkLst>
      </pc:sldChg>
      <pc:sldChg chg="add">
        <pc:chgData name="嘉展 張" userId="56c0cc265fef7f12" providerId="LiveId" clId="{CA2D70FC-5C55-47B2-99B4-B3F2BD8F9BEE}" dt="2025-07-09T09:00:43.843" v="156"/>
        <pc:sldMkLst>
          <pc:docMk/>
          <pc:sldMk cId="185642437" sldId="357"/>
        </pc:sldMkLst>
      </pc:sldChg>
      <pc:sldChg chg="addSp modSp add mod">
        <pc:chgData name="嘉展 張" userId="56c0cc265fef7f12" providerId="LiveId" clId="{CA2D70FC-5C55-47B2-99B4-B3F2BD8F9BEE}" dt="2025-07-09T09:08:13.713" v="221" actId="207"/>
        <pc:sldMkLst>
          <pc:docMk/>
          <pc:sldMk cId="4193172206" sldId="358"/>
        </pc:sldMkLst>
      </pc:sldChg>
      <pc:sldMasterChg chg="modSldLayout">
        <pc:chgData name="嘉展 張" userId="56c0cc265fef7f12" providerId="LiveId" clId="{CA2D70FC-5C55-47B2-99B4-B3F2BD8F9BEE}" dt="2025-07-09T08:54:19.509" v="64" actId="20577"/>
        <pc:sldMasterMkLst>
          <pc:docMk/>
          <pc:sldMasterMk cId="2733321511" sldId="2147483688"/>
        </pc:sldMasterMkLst>
        <pc:sldLayoutChg chg="modSp mod">
          <pc:chgData name="嘉展 張" userId="56c0cc265fef7f12" providerId="LiveId" clId="{CA2D70FC-5C55-47B2-99B4-B3F2BD8F9BEE}" dt="2025-07-09T08:54:19.509" v="64" actId="20577"/>
          <pc:sldLayoutMkLst>
            <pc:docMk/>
            <pc:sldMasterMk cId="2733321511" sldId="2147483688"/>
            <pc:sldLayoutMk cId="2749409723" sldId="2147483690"/>
          </pc:sldLayoutMkLst>
        </pc:sldLayoutChg>
      </pc:sldMasterChg>
    </pc:docChg>
  </pc:docChgLst>
  <pc:docChgLst>
    <pc:chgData name="嘉展 張" userId="56c0cc265fef7f12" providerId="LiveId" clId="{FC3B12ED-B978-4741-8F4E-ACC995148FC2}"/>
    <pc:docChg chg="undo custSel modSld">
      <pc:chgData name="嘉展 張" userId="56c0cc265fef7f12" providerId="LiveId" clId="{FC3B12ED-B978-4741-8F4E-ACC995148FC2}" dt="2025-07-07T04:22:08.380" v="43" actId="207"/>
      <pc:docMkLst>
        <pc:docMk/>
      </pc:docMkLst>
      <pc:sldChg chg="addSp delSp modSp mod">
        <pc:chgData name="嘉展 張" userId="56c0cc265fef7f12" providerId="LiveId" clId="{FC3B12ED-B978-4741-8F4E-ACC995148FC2}" dt="2025-07-07T04:20:44.928" v="23" actId="207"/>
        <pc:sldMkLst>
          <pc:docMk/>
          <pc:sldMk cId="0" sldId="264"/>
        </pc:sldMkLst>
      </pc:sldChg>
      <pc:sldChg chg="modSp mod">
        <pc:chgData name="嘉展 張" userId="56c0cc265fef7f12" providerId="LiveId" clId="{FC3B12ED-B978-4741-8F4E-ACC995148FC2}" dt="2025-07-07T04:19:17.917" v="6" actId="207"/>
        <pc:sldMkLst>
          <pc:docMk/>
          <pc:sldMk cId="516855969" sldId="328"/>
        </pc:sldMkLst>
      </pc:sldChg>
      <pc:sldChg chg="modSp mod">
        <pc:chgData name="嘉展 張" userId="56c0cc265fef7f12" providerId="LiveId" clId="{FC3B12ED-B978-4741-8F4E-ACC995148FC2}" dt="2025-07-07T04:19:30.362" v="10" actId="207"/>
        <pc:sldMkLst>
          <pc:docMk/>
          <pc:sldMk cId="1848417769" sldId="329"/>
        </pc:sldMkLst>
      </pc:sldChg>
      <pc:sldChg chg="modSp mod">
        <pc:chgData name="嘉展 張" userId="56c0cc265fef7f12" providerId="LiveId" clId="{FC3B12ED-B978-4741-8F4E-ACC995148FC2}" dt="2025-07-07T04:19:24.576" v="8" actId="207"/>
        <pc:sldMkLst>
          <pc:docMk/>
          <pc:sldMk cId="725604826" sldId="330"/>
        </pc:sldMkLst>
      </pc:sldChg>
      <pc:sldChg chg="modSp mod">
        <pc:chgData name="嘉展 張" userId="56c0cc265fef7f12" providerId="LiveId" clId="{FC3B12ED-B978-4741-8F4E-ACC995148FC2}" dt="2025-07-07T04:18:57.079" v="0" actId="207"/>
        <pc:sldMkLst>
          <pc:docMk/>
          <pc:sldMk cId="1652940647" sldId="335"/>
        </pc:sldMkLst>
      </pc:sldChg>
      <pc:sldChg chg="modSp mod">
        <pc:chgData name="嘉展 張" userId="56c0cc265fef7f12" providerId="LiveId" clId="{FC3B12ED-B978-4741-8F4E-ACC995148FC2}" dt="2025-07-07T04:19:06.457" v="2" actId="207"/>
        <pc:sldMkLst>
          <pc:docMk/>
          <pc:sldMk cId="3676040206" sldId="336"/>
        </pc:sldMkLst>
      </pc:sldChg>
      <pc:sldChg chg="modSp mod">
        <pc:chgData name="嘉展 張" userId="56c0cc265fef7f12" providerId="LiveId" clId="{FC3B12ED-B978-4741-8F4E-ACC995148FC2}" dt="2025-07-07T04:22:08.380" v="43" actId="207"/>
        <pc:sldMkLst>
          <pc:docMk/>
          <pc:sldMk cId="2128628793" sldId="337"/>
        </pc:sldMkLst>
      </pc:sldChg>
      <pc:sldChg chg="modSp mod">
        <pc:chgData name="嘉展 張" userId="56c0cc265fef7f12" providerId="LiveId" clId="{FC3B12ED-B978-4741-8F4E-ACC995148FC2}" dt="2025-07-07T04:21:51.077" v="38" actId="207"/>
        <pc:sldMkLst>
          <pc:docMk/>
          <pc:sldMk cId="4036497139" sldId="338"/>
        </pc:sldMkLst>
      </pc:sldChg>
      <pc:sldChg chg="modSp mod">
        <pc:chgData name="嘉展 張" userId="56c0cc265fef7f12" providerId="LiveId" clId="{FC3B12ED-B978-4741-8F4E-ACC995148FC2}" dt="2025-07-07T04:21:32.640" v="32" actId="207"/>
        <pc:sldMkLst>
          <pc:docMk/>
          <pc:sldMk cId="2939669483" sldId="339"/>
        </pc:sldMkLst>
      </pc:sldChg>
      <pc:sldChg chg="modSp mod">
        <pc:chgData name="嘉展 張" userId="56c0cc265fef7f12" providerId="LiveId" clId="{FC3B12ED-B978-4741-8F4E-ACC995148FC2}" dt="2025-07-07T04:21:07.627" v="27" actId="207"/>
        <pc:sldMkLst>
          <pc:docMk/>
          <pc:sldMk cId="1195771477" sldId="340"/>
        </pc:sldMkLst>
      </pc:sldChg>
      <pc:sldChg chg="modSp mod">
        <pc:chgData name="嘉展 張" userId="56c0cc265fef7f12" providerId="LiveId" clId="{FC3B12ED-B978-4741-8F4E-ACC995148FC2}" dt="2025-07-07T04:21:24.340" v="30" actId="207"/>
        <pc:sldMkLst>
          <pc:docMk/>
          <pc:sldMk cId="3653896156" sldId="341"/>
        </pc:sldMkLst>
      </pc:sldChg>
      <pc:sldChg chg="modSp mod">
        <pc:chgData name="嘉展 張" userId="56c0cc265fef7f12" providerId="LiveId" clId="{FC3B12ED-B978-4741-8F4E-ACC995148FC2}" dt="2025-07-07T04:19:43.171" v="12" actId="207"/>
        <pc:sldMkLst>
          <pc:docMk/>
          <pc:sldMk cId="3383698067" sldId="342"/>
        </pc:sldMkLst>
      </pc:sldChg>
      <pc:sldChg chg="modSp mod">
        <pc:chgData name="嘉展 張" userId="56c0cc265fef7f12" providerId="LiveId" clId="{FC3B12ED-B978-4741-8F4E-ACC995148FC2}" dt="2025-07-07T04:20:00.157" v="17" actId="207"/>
        <pc:sldMkLst>
          <pc:docMk/>
          <pc:sldMk cId="345017411" sldId="343"/>
        </pc:sldMkLst>
      </pc:sldChg>
    </pc:docChg>
  </pc:docChgLst>
  <pc:docChgLst>
    <pc:chgData name="嘉展 張" userId="56c0cc265fef7f12" providerId="LiveId" clId="{8C17DC2B-5918-4C2A-ABAD-E0796C8BEBAA}"/>
    <pc:docChg chg="undo custSel addSld delSld modSld modMainMaster">
      <pc:chgData name="嘉展 張" userId="56c0cc265fef7f12" providerId="LiveId" clId="{8C17DC2B-5918-4C2A-ABAD-E0796C8BEBAA}" dt="2025-07-09T09:31:06.934" v="373" actId="2711"/>
      <pc:docMkLst>
        <pc:docMk/>
      </pc:docMkLst>
      <pc:sldChg chg="modSp mod">
        <pc:chgData name="嘉展 張" userId="56c0cc265fef7f12" providerId="LiveId" clId="{8C17DC2B-5918-4C2A-ABAD-E0796C8BEBAA}" dt="2025-07-09T09:14:09.580" v="41"/>
        <pc:sldMkLst>
          <pc:docMk/>
          <pc:sldMk cId="1698366788" sldId="274"/>
        </pc:sldMkLst>
      </pc:sldChg>
      <pc:sldChg chg="modSp mod">
        <pc:chgData name="嘉展 張" userId="56c0cc265fef7f12" providerId="LiveId" clId="{8C17DC2B-5918-4C2A-ABAD-E0796C8BEBAA}" dt="2025-07-09T09:23:28.904" v="318" actId="207"/>
        <pc:sldMkLst>
          <pc:docMk/>
          <pc:sldMk cId="3676040206" sldId="336"/>
        </pc:sldMkLst>
      </pc:sldChg>
      <pc:sldChg chg="modSp mod">
        <pc:chgData name="嘉展 張" userId="56c0cc265fef7f12" providerId="LiveId" clId="{8C17DC2B-5918-4C2A-ABAD-E0796C8BEBAA}" dt="2025-07-09T09:31:06.934" v="373" actId="2711"/>
        <pc:sldMkLst>
          <pc:docMk/>
          <pc:sldMk cId="3383698067" sldId="342"/>
        </pc:sldMkLst>
      </pc:sldChg>
      <pc:sldChg chg="modSp mod">
        <pc:chgData name="嘉展 張" userId="56c0cc265fef7f12" providerId="LiveId" clId="{8C17DC2B-5918-4C2A-ABAD-E0796C8BEBAA}" dt="2025-07-09T09:29:41.625" v="352" actId="20577"/>
        <pc:sldMkLst>
          <pc:docMk/>
          <pc:sldMk cId="345017411" sldId="343"/>
        </pc:sldMkLst>
      </pc:sldChg>
      <pc:sldChg chg="modSp mod">
        <pc:chgData name="嘉展 張" userId="56c0cc265fef7f12" providerId="LiveId" clId="{8C17DC2B-5918-4C2A-ABAD-E0796C8BEBAA}" dt="2025-07-09T09:25:12.609" v="320" actId="15"/>
        <pc:sldMkLst>
          <pc:docMk/>
          <pc:sldMk cId="3752334464" sldId="345"/>
        </pc:sldMkLst>
      </pc:sldChg>
      <pc:sldChg chg="modSp mod">
        <pc:chgData name="嘉展 張" userId="56c0cc265fef7f12" providerId="LiveId" clId="{8C17DC2B-5918-4C2A-ABAD-E0796C8BEBAA}" dt="2025-07-09T09:26:11.378" v="327" actId="15"/>
        <pc:sldMkLst>
          <pc:docMk/>
          <pc:sldMk cId="1115666099" sldId="346"/>
        </pc:sldMkLst>
      </pc:sldChg>
      <pc:sldChg chg="modSp mod">
        <pc:chgData name="嘉展 張" userId="56c0cc265fef7f12" providerId="LiveId" clId="{8C17DC2B-5918-4C2A-ABAD-E0796C8BEBAA}" dt="2025-07-09T09:26:39.415" v="331" actId="20577"/>
        <pc:sldMkLst>
          <pc:docMk/>
          <pc:sldMk cId="3822570613" sldId="347"/>
        </pc:sldMkLst>
      </pc:sldChg>
      <pc:sldChg chg="modSp mod">
        <pc:chgData name="嘉展 張" userId="56c0cc265fef7f12" providerId="LiveId" clId="{8C17DC2B-5918-4C2A-ABAD-E0796C8BEBAA}" dt="2025-07-09T09:19:45.557" v="174" actId="6549"/>
        <pc:sldMkLst>
          <pc:docMk/>
          <pc:sldMk cId="732333138" sldId="351"/>
        </pc:sldMkLst>
      </pc:sldChg>
      <pc:sldChg chg="modSp mod">
        <pc:chgData name="嘉展 張" userId="56c0cc265fef7f12" providerId="LiveId" clId="{8C17DC2B-5918-4C2A-ABAD-E0796C8BEBAA}" dt="2025-07-09T09:27:03.141" v="333" actId="15"/>
        <pc:sldMkLst>
          <pc:docMk/>
          <pc:sldMk cId="2503062332" sldId="354"/>
        </pc:sldMkLst>
      </pc:sldChg>
      <pc:sldChg chg="modSp mod">
        <pc:chgData name="嘉展 張" userId="56c0cc265fef7f12" providerId="LiveId" clId="{8C17DC2B-5918-4C2A-ABAD-E0796C8BEBAA}" dt="2025-07-09T09:28:04.992" v="336"/>
        <pc:sldMkLst>
          <pc:docMk/>
          <pc:sldMk cId="2169278876" sldId="355"/>
        </pc:sldMkLst>
      </pc:sldChg>
      <pc:sldChg chg="del">
        <pc:chgData name="嘉展 張" userId="56c0cc265fef7f12" providerId="LiveId" clId="{8C17DC2B-5918-4C2A-ABAD-E0796C8BEBAA}" dt="2025-07-09T09:20:12.217" v="177" actId="47"/>
        <pc:sldMkLst>
          <pc:docMk/>
          <pc:sldMk cId="3052656619" sldId="356"/>
        </pc:sldMkLst>
      </pc:sldChg>
      <pc:sldChg chg="del">
        <pc:chgData name="嘉展 張" userId="56c0cc265fef7f12" providerId="LiveId" clId="{8C17DC2B-5918-4C2A-ABAD-E0796C8BEBAA}" dt="2025-07-09T09:21:06.418" v="281" actId="47"/>
        <pc:sldMkLst>
          <pc:docMk/>
          <pc:sldMk cId="185642437" sldId="357"/>
        </pc:sldMkLst>
      </pc:sldChg>
      <pc:sldChg chg="modSp mod">
        <pc:chgData name="嘉展 張" userId="56c0cc265fef7f12" providerId="LiveId" clId="{8C17DC2B-5918-4C2A-ABAD-E0796C8BEBAA}" dt="2025-07-09T09:25:48.444" v="325" actId="207"/>
        <pc:sldMkLst>
          <pc:docMk/>
          <pc:sldMk cId="4193172206" sldId="358"/>
        </pc:sldMkLst>
      </pc:sldChg>
      <pc:sldChg chg="modSp add mod">
        <pc:chgData name="嘉展 張" userId="56c0cc265fef7f12" providerId="LiveId" clId="{8C17DC2B-5918-4C2A-ABAD-E0796C8BEBAA}" dt="2025-07-09T09:19:57.814" v="176" actId="207"/>
        <pc:sldMkLst>
          <pc:docMk/>
          <pc:sldMk cId="3585428774" sldId="359"/>
        </pc:sldMkLst>
      </pc:sldChg>
      <pc:sldChg chg="add">
        <pc:chgData name="嘉展 張" userId="56c0cc265fef7f12" providerId="LiveId" clId="{8C17DC2B-5918-4C2A-ABAD-E0796C8BEBAA}" dt="2025-07-09T09:23:26.053" v="317"/>
        <pc:sldMkLst>
          <pc:docMk/>
          <pc:sldMk cId="1907735413" sldId="360"/>
        </pc:sldMkLst>
      </pc:sldChg>
      <pc:sldMasterChg chg="modSldLayout">
        <pc:chgData name="嘉展 張" userId="56c0cc265fef7f12" providerId="LiveId" clId="{8C17DC2B-5918-4C2A-ABAD-E0796C8BEBAA}" dt="2025-07-09T09:18:08.998" v="120" actId="6549"/>
        <pc:sldMasterMkLst>
          <pc:docMk/>
          <pc:sldMasterMk cId="2733321511" sldId="2147483688"/>
        </pc:sldMasterMkLst>
        <pc:sldLayoutChg chg="modSp mod">
          <pc:chgData name="嘉展 張" userId="56c0cc265fef7f12" providerId="LiveId" clId="{8C17DC2B-5918-4C2A-ABAD-E0796C8BEBAA}" dt="2025-07-09T09:18:08.998" v="120" actId="6549"/>
          <pc:sldLayoutMkLst>
            <pc:docMk/>
            <pc:sldMasterMk cId="2733321511" sldId="2147483688"/>
            <pc:sldLayoutMk cId="2749409723" sldId="2147483690"/>
          </pc:sldLayoutMkLst>
        </pc:sldLayoutChg>
      </pc:sldMasterChg>
    </pc:docChg>
  </pc:docChgLst>
  <pc:docChgLst>
    <pc:chgData name="嘉展 張" userId="56c0cc265fef7f12" providerId="LiveId" clId="{8E012BFB-294C-4CBC-BFD9-F4F33BC901B5}"/>
    <pc:docChg chg="undo custSel addSld delSld modSld modMainMaster">
      <pc:chgData name="嘉展 張" userId="56c0cc265fef7f12" providerId="LiveId" clId="{8E012BFB-294C-4CBC-BFD9-F4F33BC901B5}" dt="2025-07-07T13:15:43.499" v="1890"/>
      <pc:docMkLst>
        <pc:docMk/>
      </pc:docMkLst>
      <pc:sldChg chg="modSp mod">
        <pc:chgData name="嘉展 張" userId="56c0cc265fef7f12" providerId="LiveId" clId="{8E012BFB-294C-4CBC-BFD9-F4F33BC901B5}" dt="2025-07-07T12:02:26.523" v="105" actId="20577"/>
        <pc:sldMkLst>
          <pc:docMk/>
          <pc:sldMk cId="1698366788" sldId="274"/>
        </pc:sldMkLst>
      </pc:sldChg>
      <pc:sldChg chg="modSp mod">
        <pc:chgData name="嘉展 張" userId="56c0cc265fef7f12" providerId="LiveId" clId="{8E012BFB-294C-4CBC-BFD9-F4F33BC901B5}" dt="2025-07-07T12:50:50.900" v="961"/>
        <pc:sldMkLst>
          <pc:docMk/>
          <pc:sldMk cId="516855969" sldId="328"/>
        </pc:sldMkLst>
      </pc:sldChg>
      <pc:sldChg chg="modSp mod">
        <pc:chgData name="嘉展 張" userId="56c0cc265fef7f12" providerId="LiveId" clId="{8E012BFB-294C-4CBC-BFD9-F4F33BC901B5}" dt="2025-07-07T12:22:12.557" v="459" actId="20577"/>
        <pc:sldMkLst>
          <pc:docMk/>
          <pc:sldMk cId="1652940647" sldId="335"/>
        </pc:sldMkLst>
      </pc:sldChg>
      <pc:sldChg chg="modSp mod">
        <pc:chgData name="嘉展 張" userId="56c0cc265fef7f12" providerId="LiveId" clId="{8E012BFB-294C-4CBC-BFD9-F4F33BC901B5}" dt="2025-07-07T12:47:32.732" v="938" actId="207"/>
        <pc:sldMkLst>
          <pc:docMk/>
          <pc:sldMk cId="3676040206" sldId="336"/>
        </pc:sldMkLst>
      </pc:sldChg>
      <pc:sldChg chg="modSp mod">
        <pc:chgData name="嘉展 張" userId="56c0cc265fef7f12" providerId="LiveId" clId="{8E012BFB-294C-4CBC-BFD9-F4F33BC901B5}" dt="2025-07-07T12:23:48.151" v="466" actId="207"/>
        <pc:sldMkLst>
          <pc:docMk/>
          <pc:sldMk cId="2128628793" sldId="337"/>
        </pc:sldMkLst>
      </pc:sldChg>
      <pc:sldChg chg="modSp mod">
        <pc:chgData name="嘉展 張" userId="56c0cc265fef7f12" providerId="LiveId" clId="{8E012BFB-294C-4CBC-BFD9-F4F33BC901B5}" dt="2025-07-07T13:15:23.668" v="1886" actId="1076"/>
        <pc:sldMkLst>
          <pc:docMk/>
          <pc:sldMk cId="3383698067" sldId="342"/>
        </pc:sldMkLst>
      </pc:sldChg>
      <pc:sldChg chg="modSp mod">
        <pc:chgData name="嘉展 張" userId="56c0cc265fef7f12" providerId="LiveId" clId="{8E012BFB-294C-4CBC-BFD9-F4F33BC901B5}" dt="2025-07-07T13:15:43.499" v="1890"/>
        <pc:sldMkLst>
          <pc:docMk/>
          <pc:sldMk cId="345017411" sldId="343"/>
        </pc:sldMkLst>
      </pc:sldChg>
      <pc:sldChg chg="del">
        <pc:chgData name="嘉展 張" userId="56c0cc265fef7f12" providerId="LiveId" clId="{8E012BFB-294C-4CBC-BFD9-F4F33BC901B5}" dt="2025-07-07T12:41:39.935" v="731" actId="47"/>
        <pc:sldMkLst>
          <pc:docMk/>
          <pc:sldMk cId="919750547" sldId="344"/>
        </pc:sldMkLst>
      </pc:sldChg>
      <pc:sldChg chg="modSp mod">
        <pc:chgData name="嘉展 張" userId="56c0cc265fef7f12" providerId="LiveId" clId="{8E012BFB-294C-4CBC-BFD9-F4F33BC901B5}" dt="2025-07-07T12:51:07.548" v="963"/>
        <pc:sldMkLst>
          <pc:docMk/>
          <pc:sldMk cId="3752334464" sldId="345"/>
        </pc:sldMkLst>
      </pc:sldChg>
      <pc:sldChg chg="modSp mod">
        <pc:chgData name="嘉展 張" userId="56c0cc265fef7f12" providerId="LiveId" clId="{8E012BFB-294C-4CBC-BFD9-F4F33BC901B5}" dt="2025-07-07T12:52:38.362" v="983" actId="20577"/>
        <pc:sldMkLst>
          <pc:docMk/>
          <pc:sldMk cId="1115666099" sldId="346"/>
        </pc:sldMkLst>
      </pc:sldChg>
      <pc:sldChg chg="modSp mod">
        <pc:chgData name="嘉展 張" userId="56c0cc265fef7f12" providerId="LiveId" clId="{8E012BFB-294C-4CBC-BFD9-F4F33BC901B5}" dt="2025-07-07T12:53:49.422" v="986"/>
        <pc:sldMkLst>
          <pc:docMk/>
          <pc:sldMk cId="3822570613" sldId="347"/>
        </pc:sldMkLst>
      </pc:sldChg>
      <pc:sldChg chg="modSp mod">
        <pc:chgData name="嘉展 張" userId="56c0cc265fef7f12" providerId="LiveId" clId="{8E012BFB-294C-4CBC-BFD9-F4F33BC901B5}" dt="2025-07-07T12:55:05.653" v="1005" actId="20577"/>
        <pc:sldMkLst>
          <pc:docMk/>
          <pc:sldMk cId="2652490174" sldId="348"/>
        </pc:sldMkLst>
      </pc:sldChg>
      <pc:sldChg chg="modSp mod">
        <pc:chgData name="嘉展 張" userId="56c0cc265fef7f12" providerId="LiveId" clId="{8E012BFB-294C-4CBC-BFD9-F4F33BC901B5}" dt="2025-07-07T12:55:49.755" v="1008"/>
        <pc:sldMkLst>
          <pc:docMk/>
          <pc:sldMk cId="2056490660" sldId="349"/>
        </pc:sldMkLst>
      </pc:sldChg>
      <pc:sldChg chg="modSp add mod">
        <pc:chgData name="嘉展 張" userId="56c0cc265fef7f12" providerId="LiveId" clId="{8E012BFB-294C-4CBC-BFD9-F4F33BC901B5}" dt="2025-07-07T12:47:17.642" v="936" actId="207"/>
        <pc:sldMkLst>
          <pc:docMk/>
          <pc:sldMk cId="1893602695" sldId="350"/>
        </pc:sldMkLst>
      </pc:sldChg>
      <pc:sldMasterChg chg="modSldLayout">
        <pc:chgData name="嘉展 張" userId="56c0cc265fef7f12" providerId="LiveId" clId="{8E012BFB-294C-4CBC-BFD9-F4F33BC901B5}" dt="2025-07-07T11:59:24.703" v="91" actId="6549"/>
        <pc:sldMasterMkLst>
          <pc:docMk/>
          <pc:sldMasterMk cId="2733321511" sldId="2147483688"/>
        </pc:sldMasterMkLst>
        <pc:sldLayoutChg chg="modSp mod">
          <pc:chgData name="嘉展 張" userId="56c0cc265fef7f12" providerId="LiveId" clId="{8E012BFB-294C-4CBC-BFD9-F4F33BC901B5}" dt="2025-07-07T11:59:24.703" v="91" actId="6549"/>
          <pc:sldLayoutMkLst>
            <pc:docMk/>
            <pc:sldMasterMk cId="2733321511" sldId="2147483688"/>
            <pc:sldLayoutMk cId="2749409723" sldId="2147483690"/>
          </pc:sldLayoutMkLst>
        </pc:sldLayoutChg>
      </pc:sldMasterChg>
    </pc:docChg>
  </pc:docChgLst>
  <pc:docChgLst>
    <pc:chgData name="嘉展 張" userId="56c0cc265fef7f12" providerId="LiveId" clId="{871B63E1-5688-4BC9-A264-EFDDC7298B48}"/>
    <pc:docChg chg="undo custSel addSld delSld modSld modMainMaster">
      <pc:chgData name="嘉展 張" userId="56c0cc265fef7f12" providerId="LiveId" clId="{871B63E1-5688-4BC9-A264-EFDDC7298B48}" dt="2025-07-11T23:25:53.146" v="183" actId="5793"/>
      <pc:docMkLst>
        <pc:docMk/>
      </pc:docMkLst>
      <pc:sldChg chg="modSp mod">
        <pc:chgData name="嘉展 張" userId="56c0cc265fef7f12" providerId="LiveId" clId="{871B63E1-5688-4BC9-A264-EFDDC7298B48}" dt="2025-07-11T23:13:48.171" v="11"/>
        <pc:sldMkLst>
          <pc:docMk/>
          <pc:sldMk cId="1698366788" sldId="274"/>
        </pc:sldMkLst>
      </pc:sldChg>
      <pc:sldChg chg="del">
        <pc:chgData name="嘉展 張" userId="56c0cc265fef7f12" providerId="LiveId" clId="{871B63E1-5688-4BC9-A264-EFDDC7298B48}" dt="2025-07-11T23:21:07.059" v="123" actId="47"/>
        <pc:sldMkLst>
          <pc:docMk/>
          <pc:sldMk cId="3676040206" sldId="336"/>
        </pc:sldMkLst>
      </pc:sldChg>
      <pc:sldChg chg="modSp mod">
        <pc:chgData name="嘉展 張" userId="56c0cc265fef7f12" providerId="LiveId" clId="{871B63E1-5688-4BC9-A264-EFDDC7298B48}" dt="2025-07-11T23:25:53.146" v="183" actId="5793"/>
        <pc:sldMkLst>
          <pc:docMk/>
          <pc:sldMk cId="3383698067" sldId="342"/>
        </pc:sldMkLst>
      </pc:sldChg>
      <pc:sldChg chg="modSp mod">
        <pc:chgData name="嘉展 張" userId="56c0cc265fef7f12" providerId="LiveId" clId="{871B63E1-5688-4BC9-A264-EFDDC7298B48}" dt="2025-07-11T23:23:17.764" v="150" actId="20577"/>
        <pc:sldMkLst>
          <pc:docMk/>
          <pc:sldMk cId="345017411" sldId="343"/>
        </pc:sldMkLst>
      </pc:sldChg>
      <pc:sldChg chg="modSp mod">
        <pc:chgData name="嘉展 張" userId="56c0cc265fef7f12" providerId="LiveId" clId="{871B63E1-5688-4BC9-A264-EFDDC7298B48}" dt="2025-07-11T23:21:28.196" v="125" actId="15"/>
        <pc:sldMkLst>
          <pc:docMk/>
          <pc:sldMk cId="3752334464" sldId="345"/>
        </pc:sldMkLst>
      </pc:sldChg>
      <pc:sldChg chg="modSp mod">
        <pc:chgData name="嘉展 張" userId="56c0cc265fef7f12" providerId="LiveId" clId="{871B63E1-5688-4BC9-A264-EFDDC7298B48}" dt="2025-07-11T23:22:00.820" v="130" actId="15"/>
        <pc:sldMkLst>
          <pc:docMk/>
          <pc:sldMk cId="1115666099" sldId="346"/>
        </pc:sldMkLst>
      </pc:sldChg>
      <pc:sldChg chg="modSp mod">
        <pc:chgData name="嘉展 張" userId="56c0cc265fef7f12" providerId="LiveId" clId="{871B63E1-5688-4BC9-A264-EFDDC7298B48}" dt="2025-07-11T23:22:18.321" v="133"/>
        <pc:sldMkLst>
          <pc:docMk/>
          <pc:sldMk cId="3822570613" sldId="347"/>
        </pc:sldMkLst>
      </pc:sldChg>
      <pc:sldChg chg="modSp mod">
        <pc:chgData name="嘉展 張" userId="56c0cc265fef7f12" providerId="LiveId" clId="{871B63E1-5688-4BC9-A264-EFDDC7298B48}" dt="2025-07-11T23:20:59.511" v="121" actId="207"/>
        <pc:sldMkLst>
          <pc:docMk/>
          <pc:sldMk cId="732333138" sldId="351"/>
        </pc:sldMkLst>
      </pc:sldChg>
      <pc:sldChg chg="modSp mod">
        <pc:chgData name="嘉展 張" userId="56c0cc265fef7f12" providerId="LiveId" clId="{871B63E1-5688-4BC9-A264-EFDDC7298B48}" dt="2025-07-11T23:22:37.686" v="135" actId="15"/>
        <pc:sldMkLst>
          <pc:docMk/>
          <pc:sldMk cId="2503062332" sldId="354"/>
        </pc:sldMkLst>
      </pc:sldChg>
      <pc:sldChg chg="modSp mod">
        <pc:chgData name="嘉展 張" userId="56c0cc265fef7f12" providerId="LiveId" clId="{871B63E1-5688-4BC9-A264-EFDDC7298B48}" dt="2025-07-11T23:22:54.190" v="138"/>
        <pc:sldMkLst>
          <pc:docMk/>
          <pc:sldMk cId="2169278876" sldId="355"/>
        </pc:sldMkLst>
      </pc:sldChg>
      <pc:sldChg chg="modSp mod">
        <pc:chgData name="嘉展 張" userId="56c0cc265fef7f12" providerId="LiveId" clId="{871B63E1-5688-4BC9-A264-EFDDC7298B48}" dt="2025-07-11T23:21:47.926" v="128"/>
        <pc:sldMkLst>
          <pc:docMk/>
          <pc:sldMk cId="4193172206" sldId="358"/>
        </pc:sldMkLst>
      </pc:sldChg>
      <pc:sldChg chg="modSp mod">
        <pc:chgData name="嘉展 張" userId="56c0cc265fef7f12" providerId="LiveId" clId="{871B63E1-5688-4BC9-A264-EFDDC7298B48}" dt="2025-07-11T23:21:01.265" v="122" actId="207"/>
        <pc:sldMkLst>
          <pc:docMk/>
          <pc:sldMk cId="3585428774" sldId="359"/>
        </pc:sldMkLst>
      </pc:sldChg>
      <pc:sldChg chg="del">
        <pc:chgData name="嘉展 張" userId="56c0cc265fef7f12" providerId="LiveId" clId="{871B63E1-5688-4BC9-A264-EFDDC7298B48}" dt="2025-07-11T23:21:07.059" v="123" actId="47"/>
        <pc:sldMkLst>
          <pc:docMk/>
          <pc:sldMk cId="771378846" sldId="361"/>
        </pc:sldMkLst>
      </pc:sldChg>
      <pc:sldChg chg="add">
        <pc:chgData name="嘉展 張" userId="56c0cc265fef7f12" providerId="LiveId" clId="{871B63E1-5688-4BC9-A264-EFDDC7298B48}" dt="2025-07-11T23:18:10.223" v="57"/>
        <pc:sldMkLst>
          <pc:docMk/>
          <pc:sldMk cId="2643400217" sldId="362"/>
        </pc:sldMkLst>
      </pc:sldChg>
      <pc:sldChg chg="add">
        <pc:chgData name="嘉展 張" userId="56c0cc265fef7f12" providerId="LiveId" clId="{871B63E1-5688-4BC9-A264-EFDDC7298B48}" dt="2025-07-11T23:20:56.187" v="120"/>
        <pc:sldMkLst>
          <pc:docMk/>
          <pc:sldMk cId="1308011151" sldId="363"/>
        </pc:sldMkLst>
      </pc:sldChg>
      <pc:sldMasterChg chg="modSldLayout">
        <pc:chgData name="嘉展 張" userId="56c0cc265fef7f12" providerId="LiveId" clId="{871B63E1-5688-4BC9-A264-EFDDC7298B48}" dt="2025-07-11T23:18:41.043" v="80" actId="20577"/>
        <pc:sldMasterMkLst>
          <pc:docMk/>
          <pc:sldMasterMk cId="2733321511" sldId="2147483688"/>
        </pc:sldMasterMkLst>
        <pc:sldLayoutChg chg="modSp mod">
          <pc:chgData name="嘉展 張" userId="56c0cc265fef7f12" providerId="LiveId" clId="{871B63E1-5688-4BC9-A264-EFDDC7298B48}" dt="2025-07-11T23:18:41.043" v="80" actId="20577"/>
          <pc:sldLayoutMkLst>
            <pc:docMk/>
            <pc:sldMasterMk cId="2733321511" sldId="2147483688"/>
            <pc:sldLayoutMk cId="2749409723" sldId="2147483690"/>
          </pc:sldLayoutMkLst>
        </pc:sldLayoutChg>
      </pc:sldMasterChg>
    </pc:docChg>
  </pc:docChgLst>
  <pc:docChgLst>
    <pc:chgData name="嘉展 張" userId="56c0cc265fef7f12" providerId="LiveId" clId="{61A3D83D-8E70-4168-93F8-664275C06C64}"/>
    <pc:docChg chg="undo custSel addSld delSld modSld sldOrd modMainMaster">
      <pc:chgData name="嘉展 張" userId="56c0cc265fef7f12" providerId="LiveId" clId="{61A3D83D-8E70-4168-93F8-664275C06C64}" dt="2025-07-09T08:50:25.732" v="856" actId="207"/>
      <pc:docMkLst>
        <pc:docMk/>
      </pc:docMkLst>
      <pc:sldChg chg="modSp mod">
        <pc:chgData name="嘉展 張" userId="56c0cc265fef7f12" providerId="LiveId" clId="{61A3D83D-8E70-4168-93F8-664275C06C64}" dt="2025-07-07T22:21:16.724" v="41" actId="20577"/>
        <pc:sldMkLst>
          <pc:docMk/>
          <pc:sldMk cId="1698366788" sldId="274"/>
        </pc:sldMkLst>
      </pc:sldChg>
      <pc:sldChg chg="del">
        <pc:chgData name="嘉展 張" userId="56c0cc265fef7f12" providerId="LiveId" clId="{61A3D83D-8E70-4168-93F8-664275C06C64}" dt="2025-07-09T08:38:51.651" v="661" actId="47"/>
        <pc:sldMkLst>
          <pc:docMk/>
          <pc:sldMk cId="516855969" sldId="328"/>
        </pc:sldMkLst>
      </pc:sldChg>
      <pc:sldChg chg="modSp del mod ord">
        <pc:chgData name="嘉展 張" userId="56c0cc265fef7f12" providerId="LiveId" clId="{61A3D83D-8E70-4168-93F8-664275C06C64}" dt="2025-07-09T08:36:52.758" v="629" actId="47"/>
        <pc:sldMkLst>
          <pc:docMk/>
          <pc:sldMk cId="1652940647" sldId="335"/>
        </pc:sldMkLst>
      </pc:sldChg>
      <pc:sldChg chg="modSp mod">
        <pc:chgData name="嘉展 張" userId="56c0cc265fef7f12" providerId="LiveId" clId="{61A3D83D-8E70-4168-93F8-664275C06C64}" dt="2025-07-09T08:37:56.642" v="658" actId="207"/>
        <pc:sldMkLst>
          <pc:docMk/>
          <pc:sldMk cId="3676040206" sldId="336"/>
        </pc:sldMkLst>
      </pc:sldChg>
      <pc:sldChg chg="modSp mod ord">
        <pc:chgData name="嘉展 張" userId="56c0cc265fef7f12" providerId="LiveId" clId="{61A3D83D-8E70-4168-93F8-664275C06C64}" dt="2025-07-09T08:36:46.609" v="628" actId="207"/>
        <pc:sldMkLst>
          <pc:docMk/>
          <pc:sldMk cId="2128628793" sldId="337"/>
        </pc:sldMkLst>
      </pc:sldChg>
      <pc:sldChg chg="modSp mod">
        <pc:chgData name="嘉展 張" userId="56c0cc265fef7f12" providerId="LiveId" clId="{61A3D83D-8E70-4168-93F8-664275C06C64}" dt="2025-07-09T08:47:51.529" v="819" actId="5793"/>
        <pc:sldMkLst>
          <pc:docMk/>
          <pc:sldMk cId="3383698067" sldId="342"/>
        </pc:sldMkLst>
      </pc:sldChg>
      <pc:sldChg chg="modSp mod">
        <pc:chgData name="嘉展 張" userId="56c0cc265fef7f12" providerId="LiveId" clId="{61A3D83D-8E70-4168-93F8-664275C06C64}" dt="2025-07-09T08:49:53.628" v="855" actId="207"/>
        <pc:sldMkLst>
          <pc:docMk/>
          <pc:sldMk cId="345017411" sldId="343"/>
        </pc:sldMkLst>
      </pc:sldChg>
      <pc:sldChg chg="addSp delSp modSp mod">
        <pc:chgData name="嘉展 張" userId="56c0cc265fef7f12" providerId="LiveId" clId="{61A3D83D-8E70-4168-93F8-664275C06C64}" dt="2025-07-09T08:50:25.732" v="856" actId="207"/>
        <pc:sldMkLst>
          <pc:docMk/>
          <pc:sldMk cId="3752334464" sldId="345"/>
        </pc:sldMkLst>
      </pc:sldChg>
      <pc:sldChg chg="addSp delSp modSp mod">
        <pc:chgData name="嘉展 張" userId="56c0cc265fef7f12" providerId="LiveId" clId="{61A3D83D-8E70-4168-93F8-664275C06C64}" dt="2025-07-09T08:44:55.675" v="778" actId="20577"/>
        <pc:sldMkLst>
          <pc:docMk/>
          <pc:sldMk cId="1115666099" sldId="346"/>
        </pc:sldMkLst>
      </pc:sldChg>
      <pc:sldChg chg="addSp delSp modSp mod">
        <pc:chgData name="嘉展 張" userId="56c0cc265fef7f12" providerId="LiveId" clId="{61A3D83D-8E70-4168-93F8-664275C06C64}" dt="2025-07-09T08:45:47.099" v="793"/>
        <pc:sldMkLst>
          <pc:docMk/>
          <pc:sldMk cId="3822570613" sldId="347"/>
        </pc:sldMkLst>
      </pc:sldChg>
      <pc:sldChg chg="del">
        <pc:chgData name="嘉展 張" userId="56c0cc265fef7f12" providerId="LiveId" clId="{61A3D83D-8E70-4168-93F8-664275C06C64}" dt="2025-07-09T08:46:08.197" v="794" actId="47"/>
        <pc:sldMkLst>
          <pc:docMk/>
          <pc:sldMk cId="2652490174" sldId="348"/>
        </pc:sldMkLst>
      </pc:sldChg>
      <pc:sldChg chg="del">
        <pc:chgData name="嘉展 張" userId="56c0cc265fef7f12" providerId="LiveId" clId="{61A3D83D-8E70-4168-93F8-664275C06C64}" dt="2025-07-09T08:46:08.197" v="794" actId="47"/>
        <pc:sldMkLst>
          <pc:docMk/>
          <pc:sldMk cId="2056490660" sldId="349"/>
        </pc:sldMkLst>
      </pc:sldChg>
      <pc:sldChg chg="del">
        <pc:chgData name="嘉展 張" userId="56c0cc265fef7f12" providerId="LiveId" clId="{61A3D83D-8E70-4168-93F8-664275C06C64}" dt="2025-07-09T08:37:50.990" v="657" actId="47"/>
        <pc:sldMkLst>
          <pc:docMk/>
          <pc:sldMk cId="1893602695" sldId="350"/>
        </pc:sldMkLst>
      </pc:sldChg>
      <pc:sldChg chg="modSp add mod ord">
        <pc:chgData name="嘉展 張" userId="56c0cc265fef7f12" providerId="LiveId" clId="{61A3D83D-8E70-4168-93F8-664275C06C64}" dt="2025-07-09T08:36:58.667" v="633" actId="207"/>
        <pc:sldMkLst>
          <pc:docMk/>
          <pc:sldMk cId="732333138" sldId="351"/>
        </pc:sldMkLst>
      </pc:sldChg>
      <pc:sldChg chg="add">
        <pc:chgData name="嘉展 張" userId="56c0cc265fef7f12" providerId="LiveId" clId="{61A3D83D-8E70-4168-93F8-664275C06C64}" dt="2025-07-09T08:37:49.462" v="656"/>
        <pc:sldMkLst>
          <pc:docMk/>
          <pc:sldMk cId="838783306" sldId="352"/>
        </pc:sldMkLst>
      </pc:sldChg>
      <pc:sldChg chg="modSp add mod">
        <pc:chgData name="嘉展 張" userId="56c0cc265fef7f12" providerId="LiveId" clId="{61A3D83D-8E70-4168-93F8-664275C06C64}" dt="2025-07-09T08:44:59.889" v="784" actId="20577"/>
        <pc:sldMkLst>
          <pc:docMk/>
          <pc:sldMk cId="1406075394" sldId="353"/>
        </pc:sldMkLst>
      </pc:sldChg>
      <pc:sldChg chg="modSp add mod">
        <pc:chgData name="嘉展 張" userId="56c0cc265fef7f12" providerId="LiveId" clId="{61A3D83D-8E70-4168-93F8-664275C06C64}" dt="2025-07-09T08:46:38.988" v="804" actId="15"/>
        <pc:sldMkLst>
          <pc:docMk/>
          <pc:sldMk cId="2503062332" sldId="354"/>
        </pc:sldMkLst>
      </pc:sldChg>
      <pc:sldChg chg="addSp delSp modSp add mod">
        <pc:chgData name="嘉展 張" userId="56c0cc265fef7f12" providerId="LiveId" clId="{61A3D83D-8E70-4168-93F8-664275C06C64}" dt="2025-07-09T08:47:25.416" v="812"/>
        <pc:sldMkLst>
          <pc:docMk/>
          <pc:sldMk cId="2169278876" sldId="355"/>
        </pc:sldMkLst>
      </pc:sldChg>
      <pc:sldMasterChg chg="modSldLayout">
        <pc:chgData name="嘉展 張" userId="56c0cc265fef7f12" providerId="LiveId" clId="{61A3D83D-8E70-4168-93F8-664275C06C64}" dt="2025-07-07T22:46:29.148" v="596" actId="20577"/>
        <pc:sldMasterMkLst>
          <pc:docMk/>
          <pc:sldMasterMk cId="2733321511" sldId="2147483688"/>
        </pc:sldMasterMkLst>
        <pc:sldLayoutChg chg="modSp mod">
          <pc:chgData name="嘉展 張" userId="56c0cc265fef7f12" providerId="LiveId" clId="{61A3D83D-8E70-4168-93F8-664275C06C64}" dt="2025-07-07T22:46:29.148" v="596" actId="20577"/>
          <pc:sldLayoutMkLst>
            <pc:docMk/>
            <pc:sldMasterMk cId="2733321511" sldId="2147483688"/>
            <pc:sldLayoutMk cId="2749409723" sldId="2147483690"/>
          </pc:sldLayoutMkLst>
        </pc:sldLayoutChg>
      </pc:sldMasterChg>
    </pc:docChg>
  </pc:docChgLst>
  <pc:docChgLst>
    <pc:chgData name="嘉展 張" userId="56c0cc265fef7f12" providerId="LiveId" clId="{0BB0EFE5-82D4-4395-89A8-40A71B510EC6}"/>
    <pc:docChg chg="undo custSel addSld delSld modSld modMainMaster">
      <pc:chgData name="嘉展 張" userId="56c0cc265fef7f12" providerId="LiveId" clId="{0BB0EFE5-82D4-4395-89A8-40A71B510EC6}" dt="2025-07-10T11:02:24.083" v="259" actId="108"/>
      <pc:docMkLst>
        <pc:docMk/>
      </pc:docMkLst>
      <pc:sldChg chg="modSp mod">
        <pc:chgData name="嘉展 張" userId="56c0cc265fef7f12" providerId="LiveId" clId="{0BB0EFE5-82D4-4395-89A8-40A71B510EC6}" dt="2025-07-10T08:46:27.999" v="29"/>
        <pc:sldMkLst>
          <pc:docMk/>
          <pc:sldMk cId="1698366788" sldId="274"/>
        </pc:sldMkLst>
      </pc:sldChg>
      <pc:sldChg chg="modSp mod">
        <pc:chgData name="嘉展 張" userId="56c0cc265fef7f12" providerId="LiveId" clId="{0BB0EFE5-82D4-4395-89A8-40A71B510EC6}" dt="2025-07-10T10:47:54.091" v="120" actId="207"/>
        <pc:sldMkLst>
          <pc:docMk/>
          <pc:sldMk cId="3676040206" sldId="336"/>
        </pc:sldMkLst>
      </pc:sldChg>
      <pc:sldChg chg="modSp mod">
        <pc:chgData name="嘉展 張" userId="56c0cc265fef7f12" providerId="LiveId" clId="{0BB0EFE5-82D4-4395-89A8-40A71B510EC6}" dt="2025-07-10T11:02:24.083" v="259" actId="108"/>
        <pc:sldMkLst>
          <pc:docMk/>
          <pc:sldMk cId="3383698067" sldId="342"/>
        </pc:sldMkLst>
      </pc:sldChg>
      <pc:sldChg chg="modSp mod">
        <pc:chgData name="嘉展 張" userId="56c0cc265fef7f12" providerId="LiveId" clId="{0BB0EFE5-82D4-4395-89A8-40A71B510EC6}" dt="2025-07-10T10:59:58.793" v="190" actId="20577"/>
        <pc:sldMkLst>
          <pc:docMk/>
          <pc:sldMk cId="345017411" sldId="343"/>
        </pc:sldMkLst>
      </pc:sldChg>
      <pc:sldChg chg="modSp mod">
        <pc:chgData name="嘉展 張" userId="56c0cc265fef7f12" providerId="LiveId" clId="{0BB0EFE5-82D4-4395-89A8-40A71B510EC6}" dt="2025-07-10T10:53:44.580" v="152" actId="15"/>
        <pc:sldMkLst>
          <pc:docMk/>
          <pc:sldMk cId="3752334464" sldId="345"/>
        </pc:sldMkLst>
      </pc:sldChg>
      <pc:sldChg chg="modSp mod">
        <pc:chgData name="嘉展 張" userId="56c0cc265fef7f12" providerId="LiveId" clId="{0BB0EFE5-82D4-4395-89A8-40A71B510EC6}" dt="2025-07-10T10:55:02.259" v="162" actId="15"/>
        <pc:sldMkLst>
          <pc:docMk/>
          <pc:sldMk cId="1115666099" sldId="346"/>
        </pc:sldMkLst>
      </pc:sldChg>
      <pc:sldChg chg="modSp mod">
        <pc:chgData name="嘉展 張" userId="56c0cc265fef7f12" providerId="LiveId" clId="{0BB0EFE5-82D4-4395-89A8-40A71B510EC6}" dt="2025-07-10T10:55:31.608" v="165"/>
        <pc:sldMkLst>
          <pc:docMk/>
          <pc:sldMk cId="3822570613" sldId="347"/>
        </pc:sldMkLst>
      </pc:sldChg>
      <pc:sldChg chg="modSp mod">
        <pc:chgData name="嘉展 張" userId="56c0cc265fef7f12" providerId="LiveId" clId="{0BB0EFE5-82D4-4395-89A8-40A71B510EC6}" dt="2025-07-10T09:31:21.243" v="73"/>
        <pc:sldMkLst>
          <pc:docMk/>
          <pc:sldMk cId="732333138" sldId="351"/>
        </pc:sldMkLst>
      </pc:sldChg>
      <pc:sldChg chg="modSp mod">
        <pc:chgData name="嘉展 張" userId="56c0cc265fef7f12" providerId="LiveId" clId="{0BB0EFE5-82D4-4395-89A8-40A71B510EC6}" dt="2025-07-10T10:57:53.903" v="167" actId="15"/>
        <pc:sldMkLst>
          <pc:docMk/>
          <pc:sldMk cId="2503062332" sldId="354"/>
        </pc:sldMkLst>
      </pc:sldChg>
      <pc:sldChg chg="modSp mod">
        <pc:chgData name="嘉展 張" userId="56c0cc265fef7f12" providerId="LiveId" clId="{0BB0EFE5-82D4-4395-89A8-40A71B510EC6}" dt="2025-07-10T10:58:11.544" v="170"/>
        <pc:sldMkLst>
          <pc:docMk/>
          <pc:sldMk cId="2169278876" sldId="355"/>
        </pc:sldMkLst>
      </pc:sldChg>
      <pc:sldChg chg="modSp mod">
        <pc:chgData name="嘉展 張" userId="56c0cc265fef7f12" providerId="LiveId" clId="{0BB0EFE5-82D4-4395-89A8-40A71B510EC6}" dt="2025-07-10T10:54:17.972" v="160" actId="20577"/>
        <pc:sldMkLst>
          <pc:docMk/>
          <pc:sldMk cId="4193172206" sldId="358"/>
        </pc:sldMkLst>
      </pc:sldChg>
      <pc:sldChg chg="modSp mod">
        <pc:chgData name="嘉展 張" userId="56c0cc265fef7f12" providerId="LiveId" clId="{0BB0EFE5-82D4-4395-89A8-40A71B510EC6}" dt="2025-07-10T10:45:23.104" v="91" actId="207"/>
        <pc:sldMkLst>
          <pc:docMk/>
          <pc:sldMk cId="3585428774" sldId="359"/>
        </pc:sldMkLst>
      </pc:sldChg>
      <pc:sldChg chg="del">
        <pc:chgData name="嘉展 張" userId="56c0cc265fef7f12" providerId="LiveId" clId="{0BB0EFE5-82D4-4395-89A8-40A71B510EC6}" dt="2025-07-10T10:48:02.987" v="121" actId="47"/>
        <pc:sldMkLst>
          <pc:docMk/>
          <pc:sldMk cId="1907735413" sldId="360"/>
        </pc:sldMkLst>
      </pc:sldChg>
      <pc:sldChg chg="add">
        <pc:chgData name="嘉展 張" userId="56c0cc265fef7f12" providerId="LiveId" clId="{0BB0EFE5-82D4-4395-89A8-40A71B510EC6}" dt="2025-07-10T10:47:50.439" v="119"/>
        <pc:sldMkLst>
          <pc:docMk/>
          <pc:sldMk cId="771378846" sldId="361"/>
        </pc:sldMkLst>
      </pc:sldChg>
      <pc:sldMasterChg chg="modSldLayout">
        <pc:chgData name="嘉展 張" userId="56c0cc265fef7f12" providerId="LiveId" clId="{0BB0EFE5-82D4-4395-89A8-40A71B510EC6}" dt="2025-07-10T10:53:10.532" v="150" actId="20577"/>
        <pc:sldMasterMkLst>
          <pc:docMk/>
          <pc:sldMasterMk cId="2733321511" sldId="2147483688"/>
        </pc:sldMasterMkLst>
        <pc:sldLayoutChg chg="modSp mod">
          <pc:chgData name="嘉展 張" userId="56c0cc265fef7f12" providerId="LiveId" clId="{0BB0EFE5-82D4-4395-89A8-40A71B510EC6}" dt="2025-07-10T10:53:10.532" v="150" actId="20577"/>
          <pc:sldLayoutMkLst>
            <pc:docMk/>
            <pc:sldMasterMk cId="2733321511" sldId="2147483688"/>
            <pc:sldLayoutMk cId="2749409723" sldId="214748369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08BF25A6-087F-D6D2-267D-B40DBA7EE1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AA0814FC-58BC-3550-CD96-55E744A225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02A62F-168C-441A-BD3A-3CBD0D8996EF}" type="datetimeFigureOut">
              <a:rPr lang="zh-TW" altLang="en-US" smtClean="0"/>
              <a:t>2025/10/22</a:t>
            </a:fld>
            <a:endParaRPr lang="zh-TW" altLang="en-US"/>
          </a:p>
        </p:txBody>
      </p:sp>
      <p:sp>
        <p:nvSpPr>
          <p:cNvPr id="4" name="頁尾版面配置區 3">
            <a:extLst>
              <a:ext uri="{FF2B5EF4-FFF2-40B4-BE49-F238E27FC236}">
                <a16:creationId xmlns:a16="http://schemas.microsoft.com/office/drawing/2014/main" id="{79AE01F6-5383-DDC4-7D41-985AFCC1FB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94AF33B8-A6BA-F9CB-9D1A-F0E8411475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F976BC-45D2-4837-B745-B3BC93427B15}" type="slidenum">
              <a:rPr lang="zh-TW" altLang="en-US" smtClean="0"/>
              <a:t>‹#›</a:t>
            </a:fld>
            <a:endParaRPr lang="zh-TW" altLang="en-US"/>
          </a:p>
        </p:txBody>
      </p:sp>
    </p:spTree>
    <p:extLst>
      <p:ext uri="{BB962C8B-B14F-4D97-AF65-F5344CB8AC3E}">
        <p14:creationId xmlns:p14="http://schemas.microsoft.com/office/powerpoint/2010/main" val="2158451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BIZ UDGothic" panose="020B0400000000000000" pitchFamily="33" charset="-128"/>
        <a:ea typeface="BIZ UDGothic" panose="020B0400000000000000" pitchFamily="33"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716CA-870F-4ACF-1F51-47ED9CD402C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8C42929-7443-D7D8-BBAA-ED91915C57E7}"/>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35FD30CA-9BCA-487F-E75C-0123C4ECCB92}"/>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989055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9346A-3D5D-98ED-45F2-FB510E1934E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B6EBC61-10B6-270A-9073-763FCCF9C677}"/>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90650C5A-0F11-51DB-90F2-1D3B47F9ECA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888158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A350-B6C1-742F-B5AE-2819E48B833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5FDB47E-6094-D346-2799-A8C066C3B8A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477B647-F565-395E-D257-4836AFA7E5BD}"/>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066861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1AD3B-370E-179E-EBF4-D9D191ACE01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7B0564F-6B62-B097-DB8B-D8AFD529B210}"/>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873D438-6A1A-540D-9533-0EC3C8F43FB4}"/>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16647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85468-5212-06C2-1093-089D532FF26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B7D9929-8008-244F-F7A1-B41948405D09}"/>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BD56B6BE-7444-4031-D537-371867FF1700}"/>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5138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6B379-66A6-8293-506C-29E51887A0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F9A3887-4357-E0FE-7DDD-A2FAFC324C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37AB0E6-6396-E25F-0096-5941418CD854}"/>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528784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9704E-7EED-C2D2-AB0C-9735446DFE5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EC38AC2-0366-3164-A5DC-828EC5C85F9E}"/>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21BE83F-F2D0-7D4D-6FCD-F1A7DC9883A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3947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7D44-8515-EA05-78FF-A15CE5600A0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7F962DF-1858-3443-38F9-00426D5514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4104576-44CB-1017-4E20-3C5F49A08F45}"/>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32885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817C-F287-F065-8882-D7A4DE98C6A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EDAC0BE-EE20-BA6B-0516-1B9B0FE68528}"/>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1C8B431F-7A24-FB64-CF33-07FADF8305AE}"/>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80618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AF310-7F58-FA17-6341-7E5E80802E2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57D5293-8193-FF20-FA48-8B4F9739858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6804C5F3-E8CC-A1B4-0A04-FF293BA0514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924699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E18B-9284-4C34-1C60-E918802CD2F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E8BB489-F93C-819E-5985-79CFC6810C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2245CC0-BD14-DF5C-7A17-EFCD00FFE3D1}"/>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696862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9F13D-1ED7-DF52-F6AD-DA3481E6ACF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17BBF0B-7D7D-D6A0-63D5-6153918B72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95CD1C0-0BA9-E1F1-B6A8-BEA3D120E687}"/>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624308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BIZ UDGothic" panose="020B0400000000000000" pitchFamily="33" charset="-128"/>
              <a:ea typeface="BIZ UDGothic" panose="020B0400000000000000" pitchFamily="33" charset="-128"/>
            </a:endParaRPr>
          </a:p>
        </p:txBody>
      </p:sp>
      <p:sp>
        <p:nvSpPr>
          <p:cNvPr id="301" name="Google Shape;30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224893-DBDA-4BFA-9CE1-4BFE7CD0F8CF}"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7" name="Google Shape;173;p15">
            <a:extLst>
              <a:ext uri="{FF2B5EF4-FFF2-40B4-BE49-F238E27FC236}">
                <a16:creationId xmlns:a16="http://schemas.microsoft.com/office/drawing/2014/main" id="{1EA53AEF-F2B1-0F4B-39E7-2C1000323C5C}"/>
              </a:ext>
            </a:extLst>
          </p:cNvPr>
          <p:cNvSpPr/>
          <p:nvPr userDrawn="1"/>
        </p:nvSpPr>
        <p:spPr>
          <a:xfrm>
            <a:off x="-1" y="12529696"/>
            <a:ext cx="24384001" cy="1188793"/>
          </a:xfrm>
          <a:prstGeom prst="rect">
            <a:avLst/>
          </a:prstGeom>
          <a:solidFill>
            <a:srgbClr val="288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Calibri"/>
              <a:buNone/>
            </a:pPr>
            <a:endParaRPr sz="3600" b="0" i="0" u="none" strike="noStrike" cap="none" dirty="0">
              <a:solidFill>
                <a:srgbClr val="000000"/>
              </a:solidFill>
              <a:latin typeface="Gen Jyuu GothicL Bold" panose="020B0602020203020207" pitchFamily="34" charset="-120"/>
              <a:ea typeface="Gen Jyuu GothicL Bold" panose="020B0602020203020207" pitchFamily="34" charset="-120"/>
              <a:cs typeface="Gen Jyuu GothicL Bold" panose="020B0602020203020207" pitchFamily="34" charset="-120"/>
              <a:sym typeface="Calibri"/>
            </a:endParaRPr>
          </a:p>
        </p:txBody>
      </p:sp>
      <p:pic>
        <p:nvPicPr>
          <p:cNvPr id="8" name="Google Shape;175;p15" descr="00新品牌元素-55.png">
            <a:extLst>
              <a:ext uri="{FF2B5EF4-FFF2-40B4-BE49-F238E27FC236}">
                <a16:creationId xmlns:a16="http://schemas.microsoft.com/office/drawing/2014/main" id="{A1C6D771-7D6B-48B8-4879-512D53716F0E}"/>
              </a:ext>
            </a:extLst>
          </p:cNvPr>
          <p:cNvPicPr preferRelativeResize="0"/>
          <p:nvPr userDrawn="1"/>
        </p:nvPicPr>
        <p:blipFill rotWithShape="1">
          <a:blip r:embed="rId2">
            <a:alphaModFix/>
          </a:blip>
          <a:srcRect/>
          <a:stretch/>
        </p:blipFill>
        <p:spPr>
          <a:xfrm>
            <a:off x="1661141" y="12716794"/>
            <a:ext cx="4686527" cy="849086"/>
          </a:xfrm>
          <a:prstGeom prst="rect">
            <a:avLst/>
          </a:prstGeom>
          <a:noFill/>
          <a:ln>
            <a:noFill/>
          </a:ln>
        </p:spPr>
      </p:pic>
      <p:sp>
        <p:nvSpPr>
          <p:cNvPr id="9" name="Google Shape;177;p15">
            <a:extLst>
              <a:ext uri="{FF2B5EF4-FFF2-40B4-BE49-F238E27FC236}">
                <a16:creationId xmlns:a16="http://schemas.microsoft.com/office/drawing/2014/main" id="{F6E91BB9-A0CF-7DC6-E565-0F8D841B8D6A}"/>
              </a:ext>
            </a:extLst>
          </p:cNvPr>
          <p:cNvSpPr txBox="1"/>
          <p:nvPr userDrawn="1"/>
        </p:nvSpPr>
        <p:spPr>
          <a:xfrm>
            <a:off x="1779473" y="4241866"/>
            <a:ext cx="5726816" cy="1415743"/>
          </a:xfrm>
          <a:prstGeom prst="rect">
            <a:avLst/>
          </a:prstGeom>
          <a:solidFill>
            <a:srgbClr val="288CCC"/>
          </a:solidFill>
          <a:ln>
            <a:noFill/>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strike="noStrike" cap="none" err="1">
                <a:solidFill>
                  <a:srgbClr val="FFFFFF"/>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rPr>
              <a:t>本課文型</a:t>
            </a:r>
            <a:endParaRPr sz="1400" b="0" i="0" u="none" strike="noStrike" cap="none">
              <a:solidFill>
                <a:srgbClr val="000000"/>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endParaRPr>
          </a:p>
        </p:txBody>
      </p:sp>
      <p:pic>
        <p:nvPicPr>
          <p:cNvPr id="11" name="Google Shape;180;p15" descr="新品牌元素-04.png">
            <a:extLst>
              <a:ext uri="{FF2B5EF4-FFF2-40B4-BE49-F238E27FC236}">
                <a16:creationId xmlns:a16="http://schemas.microsoft.com/office/drawing/2014/main" id="{9706B59E-0CCB-A03D-5962-B885D023C539}"/>
              </a:ext>
            </a:extLst>
          </p:cNvPr>
          <p:cNvPicPr preferRelativeResize="0"/>
          <p:nvPr userDrawn="1"/>
        </p:nvPicPr>
        <p:blipFill rotWithShape="1">
          <a:blip r:embed="rId3">
            <a:alphaModFix amt="70000"/>
          </a:blip>
          <a:srcRect/>
          <a:stretch/>
        </p:blipFill>
        <p:spPr>
          <a:xfrm>
            <a:off x="21137221" y="1024091"/>
            <a:ext cx="2776561" cy="1589427"/>
          </a:xfrm>
          <a:prstGeom prst="rect">
            <a:avLst/>
          </a:prstGeom>
          <a:noFill/>
          <a:ln>
            <a:noFill/>
          </a:ln>
        </p:spPr>
      </p:pic>
      <p:pic>
        <p:nvPicPr>
          <p:cNvPr id="12" name="Google Shape;181;p15" descr="00新品牌元素-47.png">
            <a:extLst>
              <a:ext uri="{FF2B5EF4-FFF2-40B4-BE49-F238E27FC236}">
                <a16:creationId xmlns:a16="http://schemas.microsoft.com/office/drawing/2014/main" id="{816445DC-2A49-15E8-A162-AB44553F104E}"/>
              </a:ext>
            </a:extLst>
          </p:cNvPr>
          <p:cNvPicPr preferRelativeResize="0"/>
          <p:nvPr userDrawn="1"/>
        </p:nvPicPr>
        <p:blipFill rotWithShape="1">
          <a:blip r:embed="rId4">
            <a:alphaModFix/>
            <a:duotone>
              <a:schemeClr val="accent3">
                <a:shade val="45000"/>
                <a:satMod val="135000"/>
              </a:schemeClr>
              <a:prstClr val="white"/>
            </a:duotone>
          </a:blip>
          <a:srcRect/>
          <a:stretch/>
        </p:blipFill>
        <p:spPr>
          <a:xfrm>
            <a:off x="20832421" y="8763000"/>
            <a:ext cx="3780876" cy="4361092"/>
          </a:xfrm>
          <a:prstGeom prst="rect">
            <a:avLst/>
          </a:prstGeom>
          <a:noFill/>
          <a:ln>
            <a:noFill/>
          </a:ln>
        </p:spPr>
      </p:pic>
      <p:sp>
        <p:nvSpPr>
          <p:cNvPr id="18" name="文字版面配置區 17">
            <a:extLst>
              <a:ext uri="{FF2B5EF4-FFF2-40B4-BE49-F238E27FC236}">
                <a16:creationId xmlns:a16="http://schemas.microsoft.com/office/drawing/2014/main" id="{945131EA-FBA2-5A69-36FD-4A242A80AB22}"/>
              </a:ext>
            </a:extLst>
          </p:cNvPr>
          <p:cNvSpPr>
            <a:spLocks noGrp="1"/>
          </p:cNvSpPr>
          <p:nvPr>
            <p:ph type="body" sz="quarter" idx="13"/>
          </p:nvPr>
        </p:nvSpPr>
        <p:spPr>
          <a:xfrm>
            <a:off x="1679070" y="6660848"/>
            <a:ext cx="17113623" cy="5032117"/>
          </a:xfrm>
        </p:spPr>
        <p:txBody>
          <a:bodyPr numCol="2">
            <a:normAutofit/>
          </a:bodyPr>
          <a:lstStyle>
            <a:lvl1pPr marL="0" indent="0">
              <a:buNone/>
              <a:defRPr sz="4200">
                <a:solidFill>
                  <a:srgbClr val="3B3838"/>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vl2pPr marL="914400" indent="0">
              <a:buNone/>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2pPr>
            <a:lvl3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3pPr>
            <a:lvl4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4pPr>
            <a:lvl5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5pPr>
          </a:lstStyle>
          <a:p>
            <a:pPr lvl="0"/>
            <a:r>
              <a:rPr lang="zh-TW" altLang="en-US" dirty="0"/>
              <a:t>按一下以編輯母片文字樣式</a:t>
            </a:r>
            <a:endParaRPr lang="en-US" altLang="zh-TW" dirty="0"/>
          </a:p>
        </p:txBody>
      </p:sp>
      <p:sp>
        <p:nvSpPr>
          <p:cNvPr id="19" name="Google Shape;179;p15">
            <a:extLst>
              <a:ext uri="{FF2B5EF4-FFF2-40B4-BE49-F238E27FC236}">
                <a16:creationId xmlns:a16="http://schemas.microsoft.com/office/drawing/2014/main" id="{3F54C1E6-3D7F-502D-6C15-E0DC042557B2}"/>
              </a:ext>
            </a:extLst>
          </p:cNvPr>
          <p:cNvSpPr txBox="1"/>
          <p:nvPr userDrawn="1"/>
        </p:nvSpPr>
        <p:spPr>
          <a:xfrm>
            <a:off x="18036333" y="12735798"/>
            <a:ext cx="5266463" cy="83096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FFFFFF"/>
              </a:buClr>
              <a:buSzPts val="4200"/>
              <a:buFont typeface="Arial"/>
              <a:buNone/>
            </a:pPr>
            <a:r>
              <a:rPr lang="ja-JP" altLang="en-US" sz="4200" b="1" i="0" u="none" strike="noStrike" kern="1200" cap="none">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rPr>
              <a:t>學習導師・中級</a:t>
            </a:r>
            <a:endParaRPr lang="ja-JP" altLang="en-US" sz="4200" b="1" i="0" u="none" strike="noStrike" kern="1200" cap="none" dirty="0">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endParaRPr>
          </a:p>
        </p:txBody>
      </p:sp>
    </p:spTree>
    <p:extLst>
      <p:ext uri="{BB962C8B-B14F-4D97-AF65-F5344CB8AC3E}">
        <p14:creationId xmlns:p14="http://schemas.microsoft.com/office/powerpoint/2010/main" val="81026470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81500" y="-36844"/>
            <a:ext cx="19983450" cy="1148734"/>
          </a:xfrm>
          <a:prstGeom prst="rect">
            <a:avLst/>
          </a:prstGeom>
        </p:spPr>
        <p:txBody>
          <a:bodyPr>
            <a:normAutofit/>
          </a:bodyPr>
          <a:lstStyle>
            <a:lvl1pPr>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zh-TW" altLang="en-US"/>
              <a:t>按一下以編輯母片標題樣式 </a:t>
            </a:r>
            <a:endParaRPr lang="en-US"/>
          </a:p>
        </p:txBody>
      </p:sp>
      <p:sp>
        <p:nvSpPr>
          <p:cNvPr id="7" name="矩形 6">
            <a:extLst>
              <a:ext uri="{FF2B5EF4-FFF2-40B4-BE49-F238E27FC236}">
                <a16:creationId xmlns:a16="http://schemas.microsoft.com/office/drawing/2014/main" id="{1AC0EF03-D6B3-CE56-533B-535D9DFA0793}"/>
              </a:ext>
            </a:extLst>
          </p:cNvPr>
          <p:cNvSpPr/>
          <p:nvPr userDrawn="1"/>
        </p:nvSpPr>
        <p:spPr>
          <a:xfrm>
            <a:off x="-38100" y="-151233"/>
            <a:ext cx="24403050" cy="189136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Google Shape;191;p60" descr="00新品牌元素-50.png">
            <a:extLst>
              <a:ext uri="{FF2B5EF4-FFF2-40B4-BE49-F238E27FC236}">
                <a16:creationId xmlns:a16="http://schemas.microsoft.com/office/drawing/2014/main" id="{30CA417C-C8B7-0AFC-3F11-7B07400254AC}"/>
              </a:ext>
            </a:extLst>
          </p:cNvPr>
          <p:cNvPicPr preferRelativeResize="0"/>
          <p:nvPr userDrawn="1"/>
        </p:nvPicPr>
        <p:blipFill rotWithShape="1">
          <a:blip r:embed="rId2">
            <a:alphaModFix/>
          </a:blip>
          <a:srcRect/>
          <a:stretch/>
        </p:blipFill>
        <p:spPr>
          <a:xfrm>
            <a:off x="76200" y="-165077"/>
            <a:ext cx="1371600" cy="1469989"/>
          </a:xfrm>
          <a:prstGeom prst="rect">
            <a:avLst/>
          </a:prstGeom>
          <a:noFill/>
          <a:ln>
            <a:noFill/>
          </a:ln>
        </p:spPr>
      </p:pic>
      <p:pic>
        <p:nvPicPr>
          <p:cNvPr id="11" name="Google Shape;190;p60" descr="浮水印.png">
            <a:extLst>
              <a:ext uri="{FF2B5EF4-FFF2-40B4-BE49-F238E27FC236}">
                <a16:creationId xmlns:a16="http://schemas.microsoft.com/office/drawing/2014/main" id="{151502A3-5726-B337-1182-245A2ADF7D85}"/>
              </a:ext>
            </a:extLst>
          </p:cNvPr>
          <p:cNvPicPr preferRelativeResize="0"/>
          <p:nvPr userDrawn="1"/>
        </p:nvPicPr>
        <p:blipFill rotWithShape="1">
          <a:blip r:embed="rId3">
            <a:alphaModFix/>
          </a:blip>
          <a:srcRect/>
          <a:stretch/>
        </p:blipFill>
        <p:spPr>
          <a:xfrm>
            <a:off x="22574250" y="145476"/>
            <a:ext cx="1580320" cy="886984"/>
          </a:xfrm>
          <a:prstGeom prst="rect">
            <a:avLst/>
          </a:prstGeom>
          <a:noFill/>
          <a:ln>
            <a:noFill/>
          </a:ln>
        </p:spPr>
      </p:pic>
      <p:sp>
        <p:nvSpPr>
          <p:cNvPr id="18" name="文字方塊 17">
            <a:extLst>
              <a:ext uri="{FF2B5EF4-FFF2-40B4-BE49-F238E27FC236}">
                <a16:creationId xmlns:a16="http://schemas.microsoft.com/office/drawing/2014/main" id="{286F6F29-2332-3D9E-E40D-AF2D204D300D}"/>
              </a:ext>
            </a:extLst>
          </p:cNvPr>
          <p:cNvSpPr txBox="1"/>
          <p:nvPr userDrawn="1"/>
        </p:nvSpPr>
        <p:spPr>
          <a:xfrm>
            <a:off x="1346200" y="-1056222"/>
            <a:ext cx="3098800" cy="2646878"/>
          </a:xfrm>
          <a:prstGeom prst="rect">
            <a:avLst/>
          </a:prstGeom>
          <a:noFill/>
        </p:spPr>
        <p:txBody>
          <a:bodyPr wrap="square" rtlCol="0">
            <a:spAutoFit/>
          </a:bodyPr>
          <a:lstStyle/>
          <a:p>
            <a:r>
              <a:rPr kumimoji="1" lang="en-US" altLang="zh-TW"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10</a:t>
            </a:r>
            <a:r>
              <a:rPr kumimoji="1" lang="zh-TW"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9" name="文字方塊 18">
            <a:extLst>
              <a:ext uri="{FF2B5EF4-FFF2-40B4-BE49-F238E27FC236}">
                <a16:creationId xmlns:a16="http://schemas.microsoft.com/office/drawing/2014/main" id="{666ED131-2A2B-58C7-4569-0A0957402ACC}"/>
              </a:ext>
            </a:extLst>
          </p:cNvPr>
          <p:cNvSpPr txBox="1"/>
          <p:nvPr userDrawn="1"/>
        </p:nvSpPr>
        <p:spPr>
          <a:xfrm>
            <a:off x="2952115" y="355598"/>
            <a:ext cx="8080829" cy="892552"/>
          </a:xfrm>
          <a:prstGeom prst="rect">
            <a:avLst/>
          </a:prstGeom>
          <a:noFill/>
        </p:spPr>
        <p:txBody>
          <a:bodyPr wrap="square" rtlCol="0">
            <a:spAutoFit/>
          </a:bodyPr>
          <a:lstStyle/>
          <a:p>
            <a:r>
              <a:rPr kumimoji="1" lang="ja-JP" altLang="en-US"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叔母さん</a:t>
            </a:r>
            <a:endParaRPr kumimoji="1" lang="en-US" altLang="ja-JP"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24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第十課</a:t>
            </a:r>
          </a:p>
        </p:txBody>
      </p:sp>
    </p:spTree>
    <p:extLst>
      <p:ext uri="{BB962C8B-B14F-4D97-AF65-F5344CB8AC3E}">
        <p14:creationId xmlns:p14="http://schemas.microsoft.com/office/powerpoint/2010/main" val="2749409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663700" y="3424846"/>
            <a:ext cx="21031200" cy="5702416"/>
          </a:xfrm>
          <a:prstGeom prst="rect">
            <a:avLst/>
          </a:prstGeom>
        </p:spPr>
        <p:txBody>
          <a:bodyPr anchor="b">
            <a:normAutofit/>
          </a:bodyPr>
          <a:lstStyle>
            <a:lvl1pPr>
              <a:defRPr sz="12000" b="0"/>
            </a:lvl1pPr>
          </a:lstStyle>
          <a:p>
            <a:r>
              <a:rPr lang="zh-TW" altLang="en-US"/>
              <a:t>按一下以編輯母片標題樣式</a:t>
            </a:r>
            <a:endParaRPr lang="en-US"/>
          </a:p>
        </p:txBody>
      </p:sp>
      <p:sp>
        <p:nvSpPr>
          <p:cNvPr id="3" name="Text Placeholder 2"/>
          <p:cNvSpPr>
            <a:spLocks noGrp="1"/>
          </p:cNvSpPr>
          <p:nvPr>
            <p:ph type="body" idx="1"/>
          </p:nvPr>
        </p:nvSpPr>
        <p:spPr>
          <a:xfrm>
            <a:off x="1663700" y="9105267"/>
            <a:ext cx="21031200" cy="3000374"/>
          </a:xfrm>
          <a:prstGeom prst="rect">
            <a:avLst/>
          </a:prstGeom>
        </p:spPr>
        <p:txBody>
          <a:bodyPr anchor="t">
            <a:normAutofit/>
          </a:bodyPr>
          <a:lstStyle>
            <a:lvl1pPr marL="0" indent="0">
              <a:buNone/>
              <a:defRPr sz="4800">
                <a:solidFill>
                  <a:schemeClr val="tx1">
                    <a:lumMod val="75000"/>
                    <a:lumOff val="25000"/>
                  </a:schemeClr>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A50F84E2-2D7A-43CF-AC90-352A289A783A}"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7496618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1690254"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12344400"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F12952B5-7A2F-4CC8-B7CE-9234E21C2837}" type="datetime1">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3861146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90254" y="3363701"/>
            <a:ext cx="10312400" cy="1651398"/>
          </a:xfrm>
          <a:prstGeom prst="rect">
            <a:avLst/>
          </a:prstGeom>
        </p:spPr>
        <p:txBody>
          <a:bodyPr anchor="b">
            <a:normAutofit/>
          </a:bodyPr>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4" name="Content Placeholder 3"/>
          <p:cNvSpPr>
            <a:spLocks noGrp="1"/>
          </p:cNvSpPr>
          <p:nvPr>
            <p:ph sz="half" idx="2"/>
          </p:nvPr>
        </p:nvSpPr>
        <p:spPr>
          <a:xfrm>
            <a:off x="1690254" y="5015101"/>
            <a:ext cx="10312400"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12344401" y="3363702"/>
            <a:ext cx="10363202" cy="1651396"/>
          </a:xfrm>
          <a:prstGeom prst="rect">
            <a:avLst/>
          </a:prstGeom>
        </p:spPr>
        <p:txBody>
          <a:bodyPr anchor="b"/>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6" name="Content Placeholder 5"/>
          <p:cNvSpPr>
            <a:spLocks noGrp="1"/>
          </p:cNvSpPr>
          <p:nvPr>
            <p:ph sz="quarter" idx="4"/>
          </p:nvPr>
        </p:nvSpPr>
        <p:spPr>
          <a:xfrm>
            <a:off x="12344401" y="5015101"/>
            <a:ext cx="10363202"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CE1DA07A-9201-4B4B-BAF2-015AFA30F520}" type="datetime1">
              <a:rPr lang="en-US" smtClean="0"/>
              <a:t>10/22/2025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10" name="Title 9"/>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593435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只有標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3D7E00A-486F-4252-8B1D-E32645521F49}" type="datetime1">
              <a:rPr lang="en-US" smtClean="0"/>
              <a:t>10/22/2025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6" name="Title 5"/>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669163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1">
              <a:rPr lang="en-US" smtClean="0"/>
              <a:t>10/22/2025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2466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1"/>
            <a:ext cx="7863840" cy="3200394"/>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Content Placeholder 2"/>
          <p:cNvSpPr>
            <a:spLocks noGrp="1"/>
          </p:cNvSpPr>
          <p:nvPr>
            <p:ph idx="1"/>
          </p:nvPr>
        </p:nvSpPr>
        <p:spPr>
          <a:xfrm>
            <a:off x="10363200" y="1981200"/>
            <a:ext cx="12344400" cy="975360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1682496" y="4114799"/>
            <a:ext cx="7863840" cy="7620002"/>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F6E2C9B-5FA2-460D-9BE7-B0812FC2A6FF}" type="datetime1">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0611787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0"/>
            <a:ext cx="7863840" cy="3200400"/>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Picture Placeholder 2"/>
          <p:cNvSpPr>
            <a:spLocks noGrp="1"/>
          </p:cNvSpPr>
          <p:nvPr>
            <p:ph type="pic" idx="1"/>
          </p:nvPr>
        </p:nvSpPr>
        <p:spPr>
          <a:xfrm>
            <a:off x="10363200" y="1981200"/>
            <a:ext cx="12344400" cy="975360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zh-TW" altLang="en-US"/>
              <a:t>按一下圖示以新增圖片</a:t>
            </a:r>
            <a:endParaRPr lang="en-US"/>
          </a:p>
        </p:txBody>
      </p:sp>
      <p:sp>
        <p:nvSpPr>
          <p:cNvPr id="4" name="Text Placeholder 3"/>
          <p:cNvSpPr>
            <a:spLocks noGrp="1"/>
          </p:cNvSpPr>
          <p:nvPr>
            <p:ph type="body" sz="half" idx="2"/>
          </p:nvPr>
        </p:nvSpPr>
        <p:spPr>
          <a:xfrm>
            <a:off x="1682496" y="4114800"/>
            <a:ext cx="7863840" cy="7620000"/>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D374940-A916-4C8B-9648-02A2D3898F9E}" type="datetime1">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34635085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90254" y="3657601"/>
            <a:ext cx="21031200" cy="8702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F4E5243-F52A-4D37-9694-EB26C6C31910}"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7889867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20724"/>
            <a:ext cx="5257800" cy="11623676"/>
          </a:xfrm>
          <a:prstGeom prst="rect">
            <a:avLst/>
          </a:prstGeo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76400" y="720725"/>
            <a:ext cx="15468600" cy="11623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3A77B6E1-634A-48DC-9E8B-D894023267EF}"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29946938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90254" y="731520"/>
            <a:ext cx="21031200" cy="2651124"/>
          </a:xfrm>
          <a:prstGeom prst="rect">
            <a:avLst/>
          </a:prstGeom>
        </p:spPr>
        <p:txBody>
          <a:bodyPr vert="horz" lIns="91440" tIns="45720" rIns="91440" bIns="45720" rtlCol="0" anchor="ctr">
            <a:normAutofit/>
          </a:bodyPr>
          <a:lstStyle/>
          <a:p>
            <a:r>
              <a:rPr lang="zh-TW" altLang="en-US"/>
              <a:t>按一下以編輯母片標題樣式</a:t>
            </a:r>
            <a:endParaRPr lang="en-US"/>
          </a:p>
        </p:txBody>
      </p:sp>
      <p:sp>
        <p:nvSpPr>
          <p:cNvPr id="3" name="Text Placeholder 2"/>
          <p:cNvSpPr>
            <a:spLocks noGrp="1"/>
          </p:cNvSpPr>
          <p:nvPr>
            <p:ph type="body" idx="1"/>
          </p:nvPr>
        </p:nvSpPr>
        <p:spPr>
          <a:xfrm>
            <a:off x="1690254" y="3657601"/>
            <a:ext cx="21031200" cy="8702674"/>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200">
                <a:solidFill>
                  <a:schemeClr val="tx1">
                    <a:lumMod val="65000"/>
                    <a:lumOff val="35000"/>
                  </a:schemeClr>
                </a:solidFill>
              </a:defRPr>
            </a:lvl1pPr>
          </a:lstStyle>
          <a:p>
            <a:fld id="{5586B75A-687E-405C-8A0B-8D00578BA2C3}" type="datetime1">
              <a:rPr lang="en-US" smtClean="0"/>
              <a:t>10/22/2025</a:t>
            </a:fld>
            <a:endParaRPr lang="en-US"/>
          </a:p>
        </p:txBody>
      </p:sp>
      <p:sp>
        <p:nvSpPr>
          <p:cNvPr id="5" name="Footer Placeholder 4"/>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7235054" y="12712701"/>
            <a:ext cx="5486400" cy="730250"/>
          </a:xfrm>
          <a:prstGeom prst="rect">
            <a:avLst/>
          </a:prstGeom>
        </p:spPr>
        <p:txBody>
          <a:bodyPr vert="horz" lIns="91440" tIns="45720" rIns="91440" bIns="45720" rtlCol="0" anchor="ctr"/>
          <a:lstStyle>
            <a:lvl1pPr algn="r">
              <a:defRPr sz="2200">
                <a:solidFill>
                  <a:schemeClr val="tx1">
                    <a:tint val="75000"/>
                  </a:schemeClr>
                </a:solidFill>
              </a:defRPr>
            </a:lvl1p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273332151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Wingdings 2" pitchFamily="18" charset="2"/>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Wingdings 2" pitchFamily="18" charset="2"/>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Wingdings 2" pitchFamily="18" charset="2"/>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5pPr>
      <a:lvl6pPr marL="50292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6pPr>
      <a:lvl7pPr marL="59436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7pPr>
      <a:lvl8pPr marL="68580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8pPr>
      <a:lvl9pPr marL="77724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1">
            <a:extLst>
              <a:ext uri="{FF2B5EF4-FFF2-40B4-BE49-F238E27FC236}">
                <a16:creationId xmlns:a16="http://schemas.microsoft.com/office/drawing/2014/main" id="{42978BFF-C9BA-D65A-A597-87A395CE7CCE}"/>
              </a:ext>
            </a:extLst>
          </p:cNvPr>
          <p:cNvSpPr>
            <a:spLocks noGrp="1" noRot="1" noMove="1" noResize="1" noEditPoints="1" noAdjustHandles="1" noChangeArrowheads="1" noChangeShapeType="1"/>
          </p:cNvSpPr>
          <p:nvPr>
            <p:ph type="body" sz="quarter" idx="13"/>
          </p:nvPr>
        </p:nvSpPr>
        <p:spPr>
          <a:xfrm>
            <a:off x="1679070" y="6660848"/>
            <a:ext cx="21314280" cy="5032117"/>
          </a:xfrm>
        </p:spPr>
        <p:txBody>
          <a:bodyPr numCol="2">
            <a:normAutofit lnSpcReduction="10000"/>
          </a:bodyPr>
          <a:lstStyle/>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～たほうが </a:t>
            </a:r>
            <a:r>
              <a:rPr lang="en-US" altLang="ja-JP" sz="4800" dirty="0">
                <a:latin typeface="BIZ UDGothic" panose="020B0600070205080204" charset="-128"/>
                <a:ea typeface="BIZ UDGothic" panose="020B0600070205080204" charset="-128"/>
              </a:rPr>
              <a:t>vs. </a:t>
            </a:r>
            <a:r>
              <a:rPr lang="ja-JP" altLang="en-US" sz="4800" dirty="0">
                <a:latin typeface="BIZ UDGothic" panose="020B0600070205080204" charset="-128"/>
                <a:ea typeface="BIZ UDGothic" panose="020B0600070205080204" charset="-128"/>
              </a:rPr>
              <a:t>～るほうが</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～わけがない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～ない ＝ ～ず</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～てよかった</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～ものだ</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～と言えば</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～ほど</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～による（～によって）</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～恐れがある</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～ほどではない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～たいものだ</a:t>
            </a:r>
          </a:p>
        </p:txBody>
      </p:sp>
      <p:sp>
        <p:nvSpPr>
          <p:cNvPr id="10" name="文字方塊 9">
            <a:extLst>
              <a:ext uri="{FF2B5EF4-FFF2-40B4-BE49-F238E27FC236}">
                <a16:creationId xmlns:a16="http://schemas.microsoft.com/office/drawing/2014/main" id="{ED9B722B-1BEB-4A9C-1D65-143E67B5ABB6}"/>
              </a:ext>
            </a:extLst>
          </p:cNvPr>
          <p:cNvSpPr txBox="1"/>
          <p:nvPr/>
        </p:nvSpPr>
        <p:spPr>
          <a:xfrm>
            <a:off x="1544081" y="-821209"/>
            <a:ext cx="3098800" cy="3770263"/>
          </a:xfrm>
          <a:prstGeom prst="rect">
            <a:avLst/>
          </a:prstGeom>
          <a:noFill/>
        </p:spPr>
        <p:txBody>
          <a:bodyPr wrap="square" rtlCol="0">
            <a:spAutoFit/>
          </a:bodyPr>
          <a:lstStyle/>
          <a:p>
            <a:r>
              <a:rPr kumimoji="1" lang="en-US" altLang="zh-TW" sz="138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10</a:t>
            </a:r>
            <a:r>
              <a:rPr kumimoji="1" lang="zh-TW"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3" name="文字方塊 12">
            <a:extLst>
              <a:ext uri="{FF2B5EF4-FFF2-40B4-BE49-F238E27FC236}">
                <a16:creationId xmlns:a16="http://schemas.microsoft.com/office/drawing/2014/main" id="{CE093256-7AFB-4FC3-3F91-43D09072FD5D}"/>
              </a:ext>
            </a:extLst>
          </p:cNvPr>
          <p:cNvSpPr txBox="1"/>
          <p:nvPr/>
        </p:nvSpPr>
        <p:spPr>
          <a:xfrm>
            <a:off x="4036785" y="1239585"/>
            <a:ext cx="8080829" cy="1261884"/>
          </a:xfrm>
          <a:prstGeom prst="rect">
            <a:avLst/>
          </a:prstGeom>
          <a:noFill/>
        </p:spPr>
        <p:txBody>
          <a:bodyPr wrap="square" rtlCol="0">
            <a:spAutoFit/>
          </a:bodyPr>
          <a:lstStyle/>
          <a:p>
            <a:r>
              <a:rPr kumimoji="1" lang="ja-JP" altLang="en-US"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叔母さん</a:t>
            </a:r>
            <a:endParaRPr kumimoji="1" lang="en-US" altLang="ja-JP"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a:t>
            </a:r>
            <a:r>
              <a:rPr kumimoji="1" lang="ja-JP" altLang="en-US" sz="360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十</a:t>
            </a:r>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課</a:t>
            </a:r>
          </a:p>
        </p:txBody>
      </p:sp>
    </p:spTree>
    <p:extLst>
      <p:ext uri="{BB962C8B-B14F-4D97-AF65-F5344CB8AC3E}">
        <p14:creationId xmlns:p14="http://schemas.microsoft.com/office/powerpoint/2010/main" val="169836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B415E-E700-A6AF-2D92-69D0CA50055C}"/>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9755469E-80FB-6066-BBDC-2B5FD43DC006}"/>
              </a:ext>
            </a:extLst>
          </p:cNvPr>
          <p:cNvSpPr txBox="1"/>
          <p:nvPr/>
        </p:nvSpPr>
        <p:spPr>
          <a:xfrm>
            <a:off x="1041143" y="2344617"/>
            <a:ext cx="22301713" cy="7260193"/>
          </a:xfrm>
          <a:prstGeom prst="rect">
            <a:avLst/>
          </a:prstGeom>
          <a:noFill/>
        </p:spPr>
        <p:txBody>
          <a:bodyPr wrap="square">
            <a:spAutoFit/>
          </a:bodyPr>
          <a:lstStyle/>
          <a:p>
            <a:pPr marL="914400" indent="-914400">
              <a:lnSpc>
                <a:spcPct val="200000"/>
              </a:lnSpc>
              <a:buFont typeface="+mj-lt"/>
              <a:buAutoNum type="arabicPeriod"/>
            </a:pPr>
            <a:r>
              <a:rPr lang="ja-JP" altLang="en-US" sz="4800" dirty="0"/>
              <a:t>電車よりも、急いでいるなら新幹線で（　行くほうが　／　行ったほうが　）いいよ。</a:t>
            </a:r>
          </a:p>
          <a:p>
            <a:pPr marL="914400" indent="-914400">
              <a:lnSpc>
                <a:spcPct val="200000"/>
              </a:lnSpc>
              <a:buFont typeface="+mj-lt"/>
              <a:buAutoNum type="arabicPeriod"/>
            </a:pPr>
            <a:r>
              <a:rPr lang="ja-JP" altLang="en-US" sz="4800" dirty="0"/>
              <a:t>あの優しい先生が、学生に怒る（　ほどではない　／　わけがない　）。</a:t>
            </a:r>
          </a:p>
          <a:p>
            <a:pPr marL="914400" indent="-914400">
              <a:lnSpc>
                <a:spcPct val="200000"/>
              </a:lnSpc>
              <a:buFont typeface="+mj-lt"/>
              <a:buAutoNum type="arabicPeriod"/>
            </a:pPr>
            <a:r>
              <a:rPr lang="ja-JP" altLang="en-US" sz="4800" dirty="0"/>
              <a:t>財布を（　持たず　／　持ちながら　）、スーパーに来てしまった。</a:t>
            </a:r>
          </a:p>
          <a:p>
            <a:pPr marL="914400" indent="-914400">
              <a:lnSpc>
                <a:spcPct val="200000"/>
              </a:lnSpc>
              <a:buFont typeface="+mj-lt"/>
              <a:buAutoNum type="arabicPeriod"/>
            </a:pPr>
            <a:r>
              <a:rPr lang="ja-JP" altLang="en-US" sz="4800" dirty="0"/>
              <a:t>彼に会えて本当に（　よかった　／　いいものだ　）と思います。</a:t>
            </a:r>
          </a:p>
          <a:p>
            <a:pPr marL="914400" indent="-914400">
              <a:lnSpc>
                <a:spcPct val="200000"/>
              </a:lnSpc>
              <a:buFont typeface="+mj-lt"/>
              <a:buAutoNum type="arabicPeriod"/>
            </a:pPr>
            <a:r>
              <a:rPr lang="ja-JP" altLang="en-US" sz="4800" dirty="0"/>
              <a:t>学生時代、毎晩ラーメンを食べた（　ものだ　／　わけがない　）。</a:t>
            </a:r>
          </a:p>
        </p:txBody>
      </p:sp>
      <p:sp>
        <p:nvSpPr>
          <p:cNvPr id="2" name="標題 1">
            <a:extLst>
              <a:ext uri="{FF2B5EF4-FFF2-40B4-BE49-F238E27FC236}">
                <a16:creationId xmlns:a16="http://schemas.microsoft.com/office/drawing/2014/main" id="{FFB8A50F-B7E4-85B6-1380-E9C5E4DFAB6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585428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7872D-1093-C9AE-1C4D-097225EAFD5E}"/>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374FD597-BCE7-00A6-7D60-23419FE434AC}"/>
              </a:ext>
            </a:extLst>
          </p:cNvPr>
          <p:cNvSpPr txBox="1"/>
          <p:nvPr/>
        </p:nvSpPr>
        <p:spPr>
          <a:xfrm>
            <a:off x="1041143" y="2344617"/>
            <a:ext cx="22301713" cy="7260193"/>
          </a:xfrm>
          <a:prstGeom prst="rect">
            <a:avLst/>
          </a:prstGeom>
          <a:noFill/>
        </p:spPr>
        <p:txBody>
          <a:bodyPr wrap="square">
            <a:spAutoFit/>
          </a:bodyPr>
          <a:lstStyle/>
          <a:p>
            <a:pPr marL="914400" indent="-914400">
              <a:lnSpc>
                <a:spcPct val="200000"/>
              </a:lnSpc>
              <a:buFont typeface="+mj-lt"/>
              <a:buAutoNum type="arabicPeriod"/>
            </a:pPr>
            <a:r>
              <a:rPr lang="ja-JP" altLang="en-US" sz="4800" dirty="0"/>
              <a:t>電車よりも、急いでいるなら新幹線で（　行くほうが　／　</a:t>
            </a:r>
            <a:r>
              <a:rPr lang="ja-JP" altLang="en-US" sz="4800" dirty="0">
                <a:solidFill>
                  <a:srgbClr val="1C85C9"/>
                </a:solidFill>
              </a:rPr>
              <a:t>行ったほうが　</a:t>
            </a:r>
            <a:r>
              <a:rPr lang="ja-JP" altLang="en-US" sz="4800" dirty="0"/>
              <a:t>）いいよ。</a:t>
            </a:r>
          </a:p>
          <a:p>
            <a:pPr marL="914400" indent="-914400">
              <a:lnSpc>
                <a:spcPct val="200000"/>
              </a:lnSpc>
              <a:buFont typeface="+mj-lt"/>
              <a:buAutoNum type="arabicPeriod"/>
            </a:pPr>
            <a:r>
              <a:rPr lang="ja-JP" altLang="en-US" sz="4800" dirty="0"/>
              <a:t>あの優しい先生が、学生に怒る（</a:t>
            </a:r>
            <a:r>
              <a:rPr lang="ja-JP" altLang="en-US" sz="4800" dirty="0">
                <a:solidFill>
                  <a:srgbClr val="1C85C9"/>
                </a:solidFill>
              </a:rPr>
              <a:t>　</a:t>
            </a:r>
            <a:r>
              <a:rPr lang="ja-JP" altLang="en-US" sz="4800" dirty="0"/>
              <a:t>ほどではない　／　</a:t>
            </a:r>
            <a:r>
              <a:rPr lang="ja-JP" altLang="en-US" sz="4800" dirty="0">
                <a:solidFill>
                  <a:srgbClr val="1C85C9"/>
                </a:solidFill>
              </a:rPr>
              <a:t>わけがない　</a:t>
            </a:r>
            <a:r>
              <a:rPr lang="ja-JP" altLang="en-US" sz="4800" dirty="0"/>
              <a:t>）。</a:t>
            </a:r>
          </a:p>
          <a:p>
            <a:pPr marL="914400" indent="-914400">
              <a:lnSpc>
                <a:spcPct val="200000"/>
              </a:lnSpc>
              <a:buFont typeface="+mj-lt"/>
              <a:buAutoNum type="arabicPeriod"/>
            </a:pPr>
            <a:r>
              <a:rPr lang="ja-JP" altLang="en-US" sz="4800" dirty="0"/>
              <a:t>財布を（　</a:t>
            </a:r>
            <a:r>
              <a:rPr lang="ja-JP" altLang="en-US" sz="4800" dirty="0">
                <a:solidFill>
                  <a:srgbClr val="1C85C9"/>
                </a:solidFill>
              </a:rPr>
              <a:t>持たず　</a:t>
            </a:r>
            <a:r>
              <a:rPr lang="ja-JP" altLang="en-US" sz="4800" dirty="0"/>
              <a:t>／　持ちながら　）、スーパーに来てしまった。</a:t>
            </a:r>
          </a:p>
          <a:p>
            <a:pPr marL="914400" indent="-914400">
              <a:lnSpc>
                <a:spcPct val="200000"/>
              </a:lnSpc>
              <a:buFont typeface="+mj-lt"/>
              <a:buAutoNum type="arabicPeriod"/>
            </a:pPr>
            <a:r>
              <a:rPr lang="ja-JP" altLang="en-US" sz="4800" dirty="0"/>
              <a:t>彼に会えて本当に（　</a:t>
            </a:r>
            <a:r>
              <a:rPr lang="ja-JP" altLang="en-US" sz="4800" dirty="0">
                <a:solidFill>
                  <a:srgbClr val="1C85C9"/>
                </a:solidFill>
              </a:rPr>
              <a:t>よかった</a:t>
            </a:r>
            <a:r>
              <a:rPr lang="ja-JP" altLang="en-US" sz="4800" dirty="0"/>
              <a:t>　／　いいものだ　）と思います。</a:t>
            </a:r>
          </a:p>
          <a:p>
            <a:pPr marL="914400" indent="-914400">
              <a:lnSpc>
                <a:spcPct val="200000"/>
              </a:lnSpc>
              <a:buFont typeface="+mj-lt"/>
              <a:buAutoNum type="arabicPeriod"/>
            </a:pPr>
            <a:r>
              <a:rPr lang="ja-JP" altLang="en-US" sz="4800" dirty="0"/>
              <a:t>学生時代、毎晩ラーメンを食べた（　</a:t>
            </a:r>
            <a:r>
              <a:rPr lang="ja-JP" altLang="en-US" sz="4800" dirty="0">
                <a:solidFill>
                  <a:srgbClr val="1C85C9"/>
                </a:solidFill>
              </a:rPr>
              <a:t>ものだ　</a:t>
            </a:r>
            <a:r>
              <a:rPr lang="ja-JP" altLang="en-US" sz="4800" dirty="0"/>
              <a:t>／　わけがない　）。</a:t>
            </a:r>
          </a:p>
        </p:txBody>
      </p:sp>
      <p:sp>
        <p:nvSpPr>
          <p:cNvPr id="2" name="標題 1">
            <a:extLst>
              <a:ext uri="{FF2B5EF4-FFF2-40B4-BE49-F238E27FC236}">
                <a16:creationId xmlns:a16="http://schemas.microsoft.com/office/drawing/2014/main" id="{A102FD66-8BD0-1E14-E28C-FB59174C6002}"/>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330119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0CC0-9AEB-CEDC-011A-75914E0C475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DA69BD8C-0913-B381-ABCA-CA713C77BC80}"/>
              </a:ext>
            </a:extLst>
          </p:cNvPr>
          <p:cNvSpPr txBox="1"/>
          <p:nvPr/>
        </p:nvSpPr>
        <p:spPr>
          <a:xfrm>
            <a:off x="1041143" y="2344617"/>
            <a:ext cx="22301713" cy="10214848"/>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台湾（　といえば　／　によって　）、夜市は有名ですね。</a:t>
            </a:r>
          </a:p>
          <a:p>
            <a:pPr marL="914400" indent="-914400">
              <a:lnSpc>
                <a:spcPct val="200000"/>
              </a:lnSpc>
              <a:buFont typeface="+mj-lt"/>
              <a:buAutoNum type="arabicPeriod" startAt="6"/>
            </a:pPr>
            <a:r>
              <a:rPr lang="ja-JP" altLang="en-US" sz="4800" dirty="0"/>
              <a:t>あの俳優は、歩くだけで人を振り返らせる（　よう　／　ほど　）美しい。</a:t>
            </a:r>
          </a:p>
          <a:p>
            <a:pPr marL="914400" indent="-914400">
              <a:lnSpc>
                <a:spcPct val="200000"/>
              </a:lnSpc>
              <a:buFont typeface="+mj-lt"/>
              <a:buAutoNum type="arabicPeriod" startAt="6"/>
            </a:pPr>
            <a:r>
              <a:rPr lang="ja-JP" altLang="en-US" sz="4800" dirty="0"/>
              <a:t>この事故は、ブレーキの故障（　による　／　わけがない　）ものと見られています。</a:t>
            </a:r>
          </a:p>
          <a:p>
            <a:pPr marL="914400" indent="-914400">
              <a:lnSpc>
                <a:spcPct val="200000"/>
              </a:lnSpc>
              <a:buFont typeface="+mj-lt"/>
              <a:buAutoNum type="arabicPeriod" startAt="6"/>
            </a:pPr>
            <a:r>
              <a:rPr lang="ja-JP" altLang="en-US" sz="4800" dirty="0"/>
              <a:t>この病気は、放っておくと命に関わる（　おそれがある　／　ほどではない　）。</a:t>
            </a:r>
          </a:p>
          <a:p>
            <a:pPr marL="914400" indent="-914400">
              <a:lnSpc>
                <a:spcPct val="200000"/>
              </a:lnSpc>
              <a:buFont typeface="+mj-lt"/>
              <a:buAutoNum type="arabicPeriod" startAt="6"/>
            </a:pPr>
            <a:r>
              <a:rPr lang="ja-JP" altLang="en-US" sz="4800" dirty="0"/>
              <a:t>昨日の地震は驚いたが、阪神大震災</a:t>
            </a:r>
            <a:r>
              <a:rPr lang="ja-JP" altLang="en-US" sz="4800"/>
              <a:t>（　もの</a:t>
            </a:r>
            <a:r>
              <a:rPr lang="ja-JP" altLang="en-US" sz="4800" dirty="0"/>
              <a:t>だ　／　ほどではない　）。</a:t>
            </a:r>
          </a:p>
          <a:p>
            <a:pPr marL="914400" indent="-914400">
              <a:lnSpc>
                <a:spcPct val="200000"/>
              </a:lnSpc>
              <a:buFont typeface="+mj-lt"/>
              <a:buAutoNum type="arabicPeriod" startAt="6"/>
            </a:pPr>
            <a:r>
              <a:rPr lang="ja-JP" altLang="en-US" sz="4800" dirty="0"/>
              <a:t>仕事が忙しすぎる</a:t>
            </a:r>
            <a:r>
              <a:rPr lang="en-US" altLang="ja-JP" sz="4800" dirty="0"/>
              <a:t>…</a:t>
            </a:r>
            <a:r>
              <a:rPr lang="ja-JP" altLang="en-US" sz="4800" dirty="0"/>
              <a:t>。たまには一人で温泉に（　行きたいものだ　／　行きたいほどだ　）。</a:t>
            </a:r>
          </a:p>
        </p:txBody>
      </p:sp>
      <p:sp>
        <p:nvSpPr>
          <p:cNvPr id="2" name="標題 1">
            <a:extLst>
              <a:ext uri="{FF2B5EF4-FFF2-40B4-BE49-F238E27FC236}">
                <a16:creationId xmlns:a16="http://schemas.microsoft.com/office/drawing/2014/main" id="{822ABB65-5595-9560-BE75-B242D3F7621E}"/>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732333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3F888-19B8-F649-84B5-282A3EA1C13F}"/>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559D7839-D03F-10EA-2525-B6A548DB4893}"/>
              </a:ext>
            </a:extLst>
          </p:cNvPr>
          <p:cNvSpPr txBox="1"/>
          <p:nvPr/>
        </p:nvSpPr>
        <p:spPr>
          <a:xfrm>
            <a:off x="1041143" y="2344617"/>
            <a:ext cx="22301713" cy="10214848"/>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台湾（　</a:t>
            </a:r>
            <a:r>
              <a:rPr lang="ja-JP" altLang="en-US" sz="4800" dirty="0">
                <a:solidFill>
                  <a:srgbClr val="1C85C9"/>
                </a:solidFill>
              </a:rPr>
              <a:t>といえば　</a:t>
            </a:r>
            <a:r>
              <a:rPr lang="ja-JP" altLang="en-US" sz="4800" dirty="0"/>
              <a:t>／　によって　）、夜市は有名ですね。</a:t>
            </a:r>
          </a:p>
          <a:p>
            <a:pPr marL="914400" indent="-914400">
              <a:lnSpc>
                <a:spcPct val="200000"/>
              </a:lnSpc>
              <a:buFont typeface="+mj-lt"/>
              <a:buAutoNum type="arabicPeriod" startAt="6"/>
            </a:pPr>
            <a:r>
              <a:rPr lang="ja-JP" altLang="en-US" sz="4800" dirty="0"/>
              <a:t>あの俳優は、歩くだけで人を振り返らせる（　よう　／　</a:t>
            </a:r>
            <a:r>
              <a:rPr lang="ja-JP" altLang="en-US" sz="4800" dirty="0">
                <a:solidFill>
                  <a:srgbClr val="1C85C9"/>
                </a:solidFill>
              </a:rPr>
              <a:t>ほど</a:t>
            </a:r>
            <a:r>
              <a:rPr lang="ja-JP" altLang="en-US" sz="4800" dirty="0"/>
              <a:t>　）美しい。</a:t>
            </a:r>
          </a:p>
          <a:p>
            <a:pPr marL="914400" indent="-914400">
              <a:lnSpc>
                <a:spcPct val="200000"/>
              </a:lnSpc>
              <a:buFont typeface="+mj-lt"/>
              <a:buAutoNum type="arabicPeriod" startAt="6"/>
            </a:pPr>
            <a:r>
              <a:rPr lang="ja-JP" altLang="en-US" sz="4800" dirty="0"/>
              <a:t>この事故は、ブレーキの故障（　</a:t>
            </a:r>
            <a:r>
              <a:rPr lang="ja-JP" altLang="en-US" sz="4800" dirty="0">
                <a:solidFill>
                  <a:srgbClr val="1C85C9"/>
                </a:solidFill>
              </a:rPr>
              <a:t>による　</a:t>
            </a:r>
            <a:r>
              <a:rPr lang="ja-JP" altLang="en-US" sz="4800" dirty="0"/>
              <a:t>／　わけがない　）ものと見られています。</a:t>
            </a:r>
          </a:p>
          <a:p>
            <a:pPr marL="914400" indent="-914400">
              <a:lnSpc>
                <a:spcPct val="200000"/>
              </a:lnSpc>
              <a:buFont typeface="+mj-lt"/>
              <a:buAutoNum type="arabicPeriod" startAt="6"/>
            </a:pPr>
            <a:r>
              <a:rPr lang="ja-JP" altLang="en-US" sz="4800" dirty="0"/>
              <a:t>この病気は、放っておくと命に関わる（　</a:t>
            </a:r>
            <a:r>
              <a:rPr lang="ja-JP" altLang="en-US" sz="4800" dirty="0">
                <a:solidFill>
                  <a:srgbClr val="1C85C9"/>
                </a:solidFill>
              </a:rPr>
              <a:t>おそれがある　</a:t>
            </a:r>
            <a:r>
              <a:rPr lang="ja-JP" altLang="en-US" sz="4800" dirty="0"/>
              <a:t>／　ほどではない　）。</a:t>
            </a:r>
          </a:p>
          <a:p>
            <a:pPr marL="914400" indent="-914400">
              <a:lnSpc>
                <a:spcPct val="200000"/>
              </a:lnSpc>
              <a:buFont typeface="+mj-lt"/>
              <a:buAutoNum type="arabicPeriod" startAt="6"/>
            </a:pPr>
            <a:r>
              <a:rPr lang="ja-JP" altLang="en-US" sz="4800" dirty="0"/>
              <a:t>昨日の地震は驚いたが、阪神大震災（　ものだ　／　</a:t>
            </a:r>
            <a:r>
              <a:rPr lang="ja-JP" altLang="en-US" sz="4800" dirty="0">
                <a:solidFill>
                  <a:srgbClr val="1C85C9"/>
                </a:solidFill>
              </a:rPr>
              <a:t>ほどではない　</a:t>
            </a:r>
            <a:r>
              <a:rPr lang="ja-JP" altLang="en-US" sz="4800" dirty="0"/>
              <a:t>）。</a:t>
            </a:r>
          </a:p>
          <a:p>
            <a:pPr marL="914400" indent="-914400">
              <a:lnSpc>
                <a:spcPct val="200000"/>
              </a:lnSpc>
              <a:buFont typeface="+mj-lt"/>
              <a:buAutoNum type="arabicPeriod" startAt="6"/>
            </a:pPr>
            <a:r>
              <a:rPr lang="ja-JP" altLang="en-US" sz="4800" dirty="0"/>
              <a:t>仕事が忙しすぎる</a:t>
            </a:r>
            <a:r>
              <a:rPr lang="en-US" altLang="ja-JP" sz="4800" dirty="0"/>
              <a:t>…</a:t>
            </a:r>
            <a:r>
              <a:rPr lang="ja-JP" altLang="en-US" sz="4800" dirty="0"/>
              <a:t>。たまには一人で温泉に（　</a:t>
            </a:r>
            <a:r>
              <a:rPr lang="ja-JP" altLang="en-US" sz="4800" dirty="0">
                <a:solidFill>
                  <a:srgbClr val="1C85C9"/>
                </a:solidFill>
              </a:rPr>
              <a:t>行きたいものだ　</a:t>
            </a:r>
            <a:r>
              <a:rPr lang="ja-JP" altLang="en-US" sz="4800" dirty="0"/>
              <a:t>／　行きたいほどだ　）。</a:t>
            </a:r>
          </a:p>
        </p:txBody>
      </p:sp>
      <p:sp>
        <p:nvSpPr>
          <p:cNvPr id="2" name="標題 1">
            <a:extLst>
              <a:ext uri="{FF2B5EF4-FFF2-40B4-BE49-F238E27FC236}">
                <a16:creationId xmlns:a16="http://schemas.microsoft.com/office/drawing/2014/main" id="{CF0A0DF9-9D1E-3166-A543-EEC6A11613C6}"/>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1800767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E2514-EE97-0466-C267-A86BF7F1323D}"/>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45A33E10-0925-FAFA-4123-416160635203}"/>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28F0A653-E125-10F4-6790-C8025C1EBB43}"/>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筆者が日本語の勉強を始めたきっかけは何ですか。</a:t>
            </a:r>
          </a:p>
          <a:p>
            <a:pPr lvl="1" algn="just">
              <a:lnSpc>
                <a:spcPct val="150000"/>
              </a:lnSpc>
            </a:pPr>
            <a:r>
              <a:rPr lang="en-US" altLang="ja-JP" sz="4800" dirty="0"/>
              <a:t>A. </a:t>
            </a:r>
            <a:r>
              <a:rPr lang="ja-JP" altLang="en-US" sz="4800" dirty="0"/>
              <a:t>アニメを見て感動したから。</a:t>
            </a:r>
          </a:p>
          <a:p>
            <a:pPr lvl="1" algn="just">
              <a:lnSpc>
                <a:spcPct val="150000"/>
              </a:lnSpc>
            </a:pPr>
            <a:r>
              <a:rPr lang="en-US" altLang="ja-JP" sz="4800" dirty="0"/>
              <a:t>B. </a:t>
            </a:r>
            <a:r>
              <a:rPr lang="ja-JP" altLang="en-US" sz="4800" dirty="0"/>
              <a:t>日本人の叔母に会うためだったから。</a:t>
            </a:r>
          </a:p>
          <a:p>
            <a:pPr lvl="1" algn="just">
              <a:lnSpc>
                <a:spcPct val="150000"/>
              </a:lnSpc>
            </a:pPr>
            <a:r>
              <a:rPr lang="en-US" altLang="ja-JP" sz="4800" dirty="0"/>
              <a:t>C. </a:t>
            </a:r>
            <a:r>
              <a:rPr lang="ja-JP" altLang="en-US" sz="4800" dirty="0"/>
              <a:t>日本語の授業が始まったから。</a:t>
            </a:r>
          </a:p>
          <a:p>
            <a:pPr lvl="1" algn="just">
              <a:lnSpc>
                <a:spcPct val="150000"/>
              </a:lnSpc>
            </a:pPr>
            <a:r>
              <a:rPr lang="en-US" altLang="ja-JP" sz="4800" dirty="0"/>
              <a:t>D. </a:t>
            </a:r>
            <a:r>
              <a:rPr lang="ja-JP" altLang="en-US" sz="4800" dirty="0"/>
              <a:t>叔母が送ってくれた日本語の漫画を読みたかったから。</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3752334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86629-D459-37DB-FF59-12980ED2CF52}"/>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09D2EFBA-A6CD-CA14-0243-3CB99AB2B302}"/>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CE42E57B-1BE0-21FA-52A0-358900141028}"/>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筆者が日本語の勉強を始めたきっかけは何ですか。</a:t>
            </a:r>
          </a:p>
          <a:p>
            <a:pPr lvl="1" algn="just">
              <a:lnSpc>
                <a:spcPct val="150000"/>
              </a:lnSpc>
            </a:pPr>
            <a:r>
              <a:rPr lang="en-US" altLang="ja-JP" sz="4800" dirty="0"/>
              <a:t>A. </a:t>
            </a:r>
            <a:r>
              <a:rPr lang="ja-JP" altLang="en-US" sz="4800" dirty="0"/>
              <a:t>アニメを見て感動したから。</a:t>
            </a:r>
          </a:p>
          <a:p>
            <a:pPr lvl="1" algn="just">
              <a:lnSpc>
                <a:spcPct val="150000"/>
              </a:lnSpc>
            </a:pPr>
            <a:r>
              <a:rPr lang="en-US" altLang="ja-JP" sz="4800" dirty="0"/>
              <a:t>B. </a:t>
            </a:r>
            <a:r>
              <a:rPr lang="ja-JP" altLang="en-US" sz="4800" dirty="0"/>
              <a:t>日本人の叔母に会うためだったから。</a:t>
            </a:r>
          </a:p>
          <a:p>
            <a:pPr lvl="1" algn="just">
              <a:lnSpc>
                <a:spcPct val="150000"/>
              </a:lnSpc>
            </a:pPr>
            <a:r>
              <a:rPr lang="en-US" altLang="ja-JP" sz="4800" dirty="0"/>
              <a:t>C. </a:t>
            </a:r>
            <a:r>
              <a:rPr lang="ja-JP" altLang="en-US" sz="4800" dirty="0"/>
              <a:t>日本語の授業が始まったから。</a:t>
            </a:r>
          </a:p>
          <a:p>
            <a:pPr lvl="1" algn="just">
              <a:lnSpc>
                <a:spcPct val="150000"/>
              </a:lnSpc>
            </a:pPr>
            <a:r>
              <a:rPr lang="en-US" altLang="ja-JP" sz="4800" dirty="0">
                <a:solidFill>
                  <a:srgbClr val="1C85C9"/>
                </a:solidFill>
              </a:rPr>
              <a:t>D. </a:t>
            </a:r>
            <a:r>
              <a:rPr lang="ja-JP" altLang="en-US" sz="4800" dirty="0">
                <a:solidFill>
                  <a:srgbClr val="1C85C9"/>
                </a:solidFill>
              </a:rPr>
              <a:t>叔母が送ってくれた日本語の漫画を読みたかったから。</a:t>
            </a:r>
          </a:p>
          <a:p>
            <a:pPr algn="just"/>
            <a:endParaRPr lang="en-US" altLang="ja-JP" sz="4800" b="1" dirty="0"/>
          </a:p>
          <a:p>
            <a:pPr algn="just"/>
            <a:endParaRPr lang="en-US" altLang="ja-JP" sz="4800" b="1" dirty="0"/>
          </a:p>
        </p:txBody>
      </p:sp>
      <p:sp>
        <p:nvSpPr>
          <p:cNvPr id="2" name="文字方塊 1">
            <a:extLst>
              <a:ext uri="{FF2B5EF4-FFF2-40B4-BE49-F238E27FC236}">
                <a16:creationId xmlns:a16="http://schemas.microsoft.com/office/drawing/2014/main" id="{7387907C-4FF0-D60B-5B22-CC1EE6A1DD01}"/>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本文に「漫画を教科書にして日本語の勉強を始めたのだ。」とあり、「全部日本語だったのでわかるわけがなかった」が理由として書かれている。</a:t>
            </a:r>
          </a:p>
        </p:txBody>
      </p:sp>
    </p:spTree>
    <p:extLst>
      <p:ext uri="{BB962C8B-B14F-4D97-AF65-F5344CB8AC3E}">
        <p14:creationId xmlns:p14="http://schemas.microsoft.com/office/powerpoint/2010/main" val="4193172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482E-7812-EAAF-8E06-502F877D310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F076D3C2-E036-1E0D-8390-8EEEFA171CCA}"/>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B496C4D5-B9D6-E310-239F-160421EC28E2}"/>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筆者が「来てよかった」と何度も言ったのはなぜですか。</a:t>
            </a:r>
          </a:p>
          <a:p>
            <a:pPr lvl="1" algn="just">
              <a:lnSpc>
                <a:spcPct val="150000"/>
              </a:lnSpc>
            </a:pPr>
            <a:r>
              <a:rPr lang="en-US" altLang="ja-JP" sz="4800" dirty="0"/>
              <a:t>A. </a:t>
            </a:r>
            <a:r>
              <a:rPr lang="ja-JP" altLang="en-US" sz="4800" dirty="0"/>
              <a:t>日本で新しい仕事を見つけられたから。</a:t>
            </a:r>
          </a:p>
          <a:p>
            <a:pPr lvl="1" algn="just">
              <a:lnSpc>
                <a:spcPct val="150000"/>
              </a:lnSpc>
            </a:pPr>
            <a:r>
              <a:rPr lang="en-US" altLang="ja-JP" sz="4800" dirty="0"/>
              <a:t>B. </a:t>
            </a:r>
            <a:r>
              <a:rPr lang="ja-JP" altLang="en-US" sz="4800" dirty="0"/>
              <a:t>憧れていた日本の風景や制服姿の女子高生を実際に見て感動したから。</a:t>
            </a:r>
          </a:p>
          <a:p>
            <a:pPr lvl="1" algn="just">
              <a:lnSpc>
                <a:spcPct val="150000"/>
              </a:lnSpc>
            </a:pPr>
            <a:r>
              <a:rPr lang="en-US" altLang="ja-JP" sz="4800" dirty="0"/>
              <a:t>C. </a:t>
            </a:r>
            <a:r>
              <a:rPr lang="ja-JP" altLang="en-US" sz="4800" dirty="0"/>
              <a:t>日本の文化が予想以上に面白かったから。</a:t>
            </a:r>
          </a:p>
          <a:p>
            <a:pPr lvl="1" algn="just">
              <a:lnSpc>
                <a:spcPct val="150000"/>
              </a:lnSpc>
            </a:pPr>
            <a:r>
              <a:rPr lang="en-US" altLang="ja-JP" sz="4800" dirty="0"/>
              <a:t>D. </a:t>
            </a:r>
            <a:r>
              <a:rPr lang="ja-JP" altLang="en-US" sz="4800" dirty="0"/>
              <a:t>叔母に会ってたくさん買い物ができたから。</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1115666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D37D0-1F5C-E2F5-5621-6869245E8074}"/>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B8881DE8-02EF-A5E2-CC8D-D8965604619D}"/>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3">
            <a:extLst>
              <a:ext uri="{FF2B5EF4-FFF2-40B4-BE49-F238E27FC236}">
                <a16:creationId xmlns:a16="http://schemas.microsoft.com/office/drawing/2014/main" id="{7CF0AAA5-7B5F-5A35-EF73-2142F862E9C8}"/>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筆者が「来てよかった」と何度も言ったのはなぜですか。</a:t>
            </a:r>
          </a:p>
          <a:p>
            <a:pPr lvl="1" algn="just">
              <a:lnSpc>
                <a:spcPct val="150000"/>
              </a:lnSpc>
            </a:pPr>
            <a:r>
              <a:rPr lang="en-US" altLang="ja-JP" sz="4800" dirty="0"/>
              <a:t>A. </a:t>
            </a:r>
            <a:r>
              <a:rPr lang="ja-JP" altLang="en-US" sz="4800" dirty="0"/>
              <a:t>日本で新しい仕事を見つけられたから。</a:t>
            </a:r>
          </a:p>
          <a:p>
            <a:pPr lvl="1" algn="just">
              <a:lnSpc>
                <a:spcPct val="150000"/>
              </a:lnSpc>
            </a:pPr>
            <a:r>
              <a:rPr lang="en-US" altLang="ja-JP" sz="4800" dirty="0">
                <a:solidFill>
                  <a:srgbClr val="1C85C9"/>
                </a:solidFill>
              </a:rPr>
              <a:t>B</a:t>
            </a:r>
            <a:r>
              <a:rPr lang="en-US" altLang="ja-JP" sz="4800" dirty="0"/>
              <a:t>. </a:t>
            </a:r>
            <a:r>
              <a:rPr lang="ja-JP" altLang="en-US" sz="4800" dirty="0">
                <a:solidFill>
                  <a:srgbClr val="1C85C9"/>
                </a:solidFill>
              </a:rPr>
              <a:t>憧れていた日本の風景や制服姿の女子高生を実際に見て感動したから。</a:t>
            </a:r>
          </a:p>
          <a:p>
            <a:pPr lvl="1" algn="just">
              <a:lnSpc>
                <a:spcPct val="150000"/>
              </a:lnSpc>
            </a:pPr>
            <a:r>
              <a:rPr lang="en-US" altLang="ja-JP" sz="4800" dirty="0"/>
              <a:t>C. </a:t>
            </a:r>
            <a:r>
              <a:rPr lang="ja-JP" altLang="en-US" sz="4800" dirty="0"/>
              <a:t>日本の文化が予想以上に面白かったから。</a:t>
            </a:r>
          </a:p>
          <a:p>
            <a:pPr lvl="1" algn="just">
              <a:lnSpc>
                <a:spcPct val="150000"/>
              </a:lnSpc>
            </a:pPr>
            <a:r>
              <a:rPr lang="en-US" altLang="ja-JP" sz="4800" dirty="0"/>
              <a:t>D. </a:t>
            </a:r>
            <a:r>
              <a:rPr lang="ja-JP" altLang="en-US" sz="4800" dirty="0"/>
              <a:t>叔母に会ってたくさん買い物ができたから。</a:t>
            </a:r>
          </a:p>
          <a:p>
            <a:pPr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840AB3AB-6369-0CED-A7A5-8957EC06D562}"/>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 「漫画の中の世界にいるようで驚いた」「制服姿の女子高生や神社やお寺が目の前にあった」などの描写が根拠。</a:t>
            </a:r>
          </a:p>
        </p:txBody>
      </p:sp>
    </p:spTree>
    <p:extLst>
      <p:ext uri="{BB962C8B-B14F-4D97-AF65-F5344CB8AC3E}">
        <p14:creationId xmlns:p14="http://schemas.microsoft.com/office/powerpoint/2010/main" val="3822570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A1BC2-4FF8-13B8-2B87-4C59F23029C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D0DC7B53-0103-E1A0-F1F3-15DFF822DA28}"/>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811F5A94-0B0C-504F-DC25-BE08E6B5923F}"/>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ja-JP" altLang="en-US" sz="4800" dirty="0"/>
              <a:t>筆者が叔母に対して「ちょっと変わっている」と思った理由は何ですか。</a:t>
            </a:r>
          </a:p>
          <a:p>
            <a:pPr lvl="1" algn="just">
              <a:lnSpc>
                <a:spcPct val="150000"/>
              </a:lnSpc>
            </a:pPr>
            <a:r>
              <a:rPr lang="en-US" altLang="ja-JP" sz="4800" dirty="0"/>
              <a:t>A. </a:t>
            </a:r>
            <a:r>
              <a:rPr lang="ja-JP" altLang="en-US" sz="4800" dirty="0"/>
              <a:t>毎日豪華な料理を作っていたから。</a:t>
            </a:r>
          </a:p>
          <a:p>
            <a:pPr lvl="1" algn="just">
              <a:lnSpc>
                <a:spcPct val="150000"/>
              </a:lnSpc>
            </a:pPr>
            <a:r>
              <a:rPr lang="en-US" altLang="ja-JP" sz="4800" dirty="0"/>
              <a:t>B. </a:t>
            </a:r>
            <a:r>
              <a:rPr lang="ja-JP" altLang="en-US" sz="4800" dirty="0"/>
              <a:t>外国で暮らすことをすすめたから。</a:t>
            </a:r>
          </a:p>
          <a:p>
            <a:pPr lvl="1" algn="just">
              <a:lnSpc>
                <a:spcPct val="150000"/>
              </a:lnSpc>
            </a:pPr>
            <a:r>
              <a:rPr lang="en-US" altLang="ja-JP" sz="4800" dirty="0"/>
              <a:t>C. </a:t>
            </a:r>
            <a:r>
              <a:rPr lang="ja-JP" altLang="en-US" sz="4800" dirty="0"/>
              <a:t>叔父がどんなに危険な国へ行っても何も言わず応援していたから。</a:t>
            </a:r>
          </a:p>
          <a:p>
            <a:pPr lvl="1" algn="just">
              <a:lnSpc>
                <a:spcPct val="150000"/>
              </a:lnSpc>
            </a:pPr>
            <a:r>
              <a:rPr lang="en-US" altLang="ja-JP" sz="4800" dirty="0"/>
              <a:t>D. </a:t>
            </a:r>
            <a:r>
              <a:rPr lang="ja-JP" altLang="en-US" sz="4800" dirty="0"/>
              <a:t>旅行よりも家で過ごすのが好きだったから。</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2503062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80905-BD41-B96E-B92F-C0769DC95DEF}"/>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92FE2F65-EE2C-3DE9-04DF-3E842575BC27}"/>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3">
            <a:extLst>
              <a:ext uri="{FF2B5EF4-FFF2-40B4-BE49-F238E27FC236}">
                <a16:creationId xmlns:a16="http://schemas.microsoft.com/office/drawing/2014/main" id="{1A6F6398-4125-3D01-B3FA-C72FE3AE26BE}"/>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ja-JP" altLang="en-US" sz="4800" dirty="0"/>
              <a:t>筆者が叔母に対して「ちょっと変わっている」と思った理由は何ですか。</a:t>
            </a:r>
          </a:p>
          <a:p>
            <a:pPr lvl="1" algn="just">
              <a:lnSpc>
                <a:spcPct val="150000"/>
              </a:lnSpc>
            </a:pPr>
            <a:r>
              <a:rPr lang="en-US" altLang="ja-JP" sz="4800" dirty="0"/>
              <a:t>A. </a:t>
            </a:r>
            <a:r>
              <a:rPr lang="ja-JP" altLang="en-US" sz="4800" dirty="0"/>
              <a:t>毎日豪華な料理を作っていたから。</a:t>
            </a:r>
          </a:p>
          <a:p>
            <a:pPr lvl="1" algn="just">
              <a:lnSpc>
                <a:spcPct val="150000"/>
              </a:lnSpc>
            </a:pPr>
            <a:r>
              <a:rPr lang="en-US" altLang="ja-JP" sz="4800" dirty="0"/>
              <a:t>B. </a:t>
            </a:r>
            <a:r>
              <a:rPr lang="ja-JP" altLang="en-US" sz="4800" dirty="0"/>
              <a:t>外国で暮らすことをすすめたから。</a:t>
            </a:r>
          </a:p>
          <a:p>
            <a:pPr lvl="1" algn="just">
              <a:lnSpc>
                <a:spcPct val="150000"/>
              </a:lnSpc>
            </a:pPr>
            <a:r>
              <a:rPr lang="en-US" altLang="ja-JP" sz="4800" dirty="0">
                <a:solidFill>
                  <a:srgbClr val="1C85C9"/>
                </a:solidFill>
              </a:rPr>
              <a:t>C. </a:t>
            </a:r>
            <a:r>
              <a:rPr lang="ja-JP" altLang="en-US" sz="4800" dirty="0">
                <a:solidFill>
                  <a:srgbClr val="1C85C9"/>
                </a:solidFill>
              </a:rPr>
              <a:t>叔父がどんなに危険な国へ行っても何も言わず応援していたから。</a:t>
            </a:r>
          </a:p>
          <a:p>
            <a:pPr lvl="1" algn="just">
              <a:lnSpc>
                <a:spcPct val="150000"/>
              </a:lnSpc>
            </a:pPr>
            <a:r>
              <a:rPr lang="en-US" altLang="ja-JP" sz="4800" dirty="0"/>
              <a:t>D. </a:t>
            </a:r>
            <a:r>
              <a:rPr lang="ja-JP" altLang="en-US" sz="4800" dirty="0"/>
              <a:t>旅行よりも家で過ごすのが好きだったから。</a:t>
            </a:r>
          </a:p>
          <a:p>
            <a:pPr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0F56BF10-A4DB-12BD-61DF-20C1B5C688CB}"/>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「叔父さんほどではないけれど、やはり恵里さんもちょっと変わった人だと思った」前に「何かあったらすぐに連絡が来るしね」と心配せず送り出す姿が書かれている。</a:t>
            </a:r>
          </a:p>
        </p:txBody>
      </p:sp>
    </p:spTree>
    <p:extLst>
      <p:ext uri="{BB962C8B-B14F-4D97-AF65-F5344CB8AC3E}">
        <p14:creationId xmlns:p14="http://schemas.microsoft.com/office/powerpoint/2010/main" val="2169278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746B-A71A-5831-AE7E-4BDEAAF6FE8D}"/>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CBBDA580-651C-4AFA-39BC-9F7B54D9DFBA}"/>
              </a:ext>
            </a:extLst>
          </p:cNvPr>
          <p:cNvSpPr txBox="1"/>
          <p:nvPr/>
        </p:nvSpPr>
        <p:spPr>
          <a:xfrm>
            <a:off x="1041143" y="2911401"/>
            <a:ext cx="22301713" cy="7712561"/>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名牌包包不可能便宜。（～わけがない）</a:t>
            </a: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 因為颱風，有招牌可能會掉下來。（～恐れがある）</a:t>
            </a: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雖然很忙，但還沒有忙到連飯都沒空吃的程度。（～ほどではない）</a:t>
            </a: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小時候常常在這座公園玩。（～ものだ）</a:t>
            </a:r>
          </a:p>
        </p:txBody>
      </p:sp>
      <p:sp>
        <p:nvSpPr>
          <p:cNvPr id="2" name="標題 1">
            <a:extLst>
              <a:ext uri="{FF2B5EF4-FFF2-40B4-BE49-F238E27FC236}">
                <a16:creationId xmlns:a16="http://schemas.microsoft.com/office/drawing/2014/main" id="{5EF006DD-708A-A917-58CA-597F9BD1007A}"/>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45017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9886-A626-60D2-71B1-29A110E7CAD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0CAF9C41-14FE-17B0-CE76-741338CCF4CA}"/>
              </a:ext>
            </a:extLst>
          </p:cNvPr>
          <p:cNvSpPr txBox="1"/>
          <p:nvPr/>
        </p:nvSpPr>
        <p:spPr>
          <a:xfrm>
            <a:off x="1041143" y="2911401"/>
            <a:ext cx="22301713" cy="8820556"/>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名牌包包不可能便宜。（～わけがない）</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ブランドのバッグが安いわけがない。</a:t>
            </a:r>
          </a:p>
          <a:p>
            <a:pPr marL="914400" indent="-914400">
              <a:lnSpc>
                <a:spcPct val="150000"/>
              </a:lnSpc>
              <a:buAutoNum type="arabicPeriod" startAt="2"/>
            </a:pPr>
            <a:r>
              <a:rPr lang="ja-JP" altLang="en-US" sz="4800" b="1" dirty="0">
                <a:latin typeface="Microsoft JhengHei Light" panose="020B0304030504040204" pitchFamily="34" charset="-120"/>
                <a:ea typeface="Microsoft JhengHei Light" panose="020B0304030504040204" pitchFamily="34" charset="-120"/>
              </a:rPr>
              <a:t>因為颱風，有招牌可能會掉下來。（～恐れがある）</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台風の影響で、看板が落ちる恐れがあります。</a:t>
            </a:r>
          </a:p>
          <a:p>
            <a:pPr marL="914400" indent="-914400">
              <a:lnSpc>
                <a:spcPct val="150000"/>
              </a:lnSpc>
              <a:buAutoNum type="arabicPeriod" startAt="3"/>
            </a:pPr>
            <a:r>
              <a:rPr lang="ja-JP" altLang="en-US" sz="4800" b="1" dirty="0">
                <a:latin typeface="Microsoft JhengHei Light" panose="020B0304030504040204" pitchFamily="34" charset="-120"/>
                <a:ea typeface="Microsoft JhengHei Light" panose="020B0304030504040204" pitchFamily="34" charset="-120"/>
              </a:rPr>
              <a:t>雖然很忙，但還沒有忙到連飯都沒空吃的程度。（～ほどではない）</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忙しいけれど、ご飯を食べる時間もないほどではありません。</a:t>
            </a:r>
          </a:p>
          <a:p>
            <a:pPr marL="914400" indent="-914400">
              <a:lnSpc>
                <a:spcPct val="150000"/>
              </a:lnSpc>
              <a:buAutoNum type="arabicPeriod" startAt="4"/>
            </a:pPr>
            <a:r>
              <a:rPr lang="ja-JP" altLang="en-US" sz="4800" b="1" dirty="0">
                <a:latin typeface="Microsoft JhengHei Light" panose="020B0304030504040204" pitchFamily="34" charset="-120"/>
                <a:ea typeface="Microsoft JhengHei Light" panose="020B0304030504040204" pitchFamily="34" charset="-120"/>
              </a:rPr>
              <a:t> 小時候常常在這座公園玩</a:t>
            </a:r>
            <a:r>
              <a:rPr lang="ja-JP" altLang="en-US" sz="4800" b="1">
                <a:latin typeface="Microsoft JhengHei Light" panose="020B0304030504040204" pitchFamily="34" charset="-120"/>
                <a:ea typeface="Microsoft JhengHei Light" panose="020B0304030504040204" pitchFamily="34" charset="-120"/>
              </a:rPr>
              <a:t>。（～</a:t>
            </a:r>
            <a:r>
              <a:rPr lang="ja-JP" altLang="en-US" sz="4800" b="1" dirty="0">
                <a:latin typeface="Microsoft JhengHei Light" panose="020B0304030504040204" pitchFamily="34" charset="-120"/>
                <a:ea typeface="Microsoft JhengHei Light" panose="020B0304030504040204" pitchFamily="34" charset="-120"/>
              </a:rPr>
              <a:t>ものだ）</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子どものころは、この公園でよく遊んだものだ。</a:t>
            </a:r>
          </a:p>
        </p:txBody>
      </p:sp>
      <p:sp>
        <p:nvSpPr>
          <p:cNvPr id="2" name="標題 1">
            <a:extLst>
              <a:ext uri="{FF2B5EF4-FFF2-40B4-BE49-F238E27FC236}">
                <a16:creationId xmlns:a16="http://schemas.microsoft.com/office/drawing/2014/main" id="{903D1CF9-DD25-80A8-9AAB-6951F4DE9AD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383698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9"/>
          <p:cNvSpPr/>
          <p:nvPr/>
        </p:nvSpPr>
        <p:spPr>
          <a:xfrm>
            <a:off x="-1800" y="0"/>
            <a:ext cx="24387600" cy="13716000"/>
          </a:xfrm>
          <a:prstGeom prst="rect">
            <a:avLst/>
          </a:prstGeom>
          <a:solidFill>
            <a:schemeClr val="accent1">
              <a:lumMod val="60000"/>
              <a:lumOff val="40000"/>
            </a:scheme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dirty="0">
              <a:solidFill>
                <a:srgbClr val="FFFFFF"/>
              </a:solidFill>
              <a:latin typeface="SimSun"/>
              <a:ea typeface="SimSun"/>
              <a:cs typeface="SimSun"/>
              <a:sym typeface="SimSun"/>
            </a:endParaRPr>
          </a:p>
        </p:txBody>
      </p:sp>
      <p:sp>
        <p:nvSpPr>
          <p:cNvPr id="304" name="Google Shape;304;p19"/>
          <p:cNvSpPr txBox="1">
            <a:spLocks noGrp="1"/>
          </p:cNvSpPr>
          <p:nvPr>
            <p:ph type="ctrTitle" idx="4294967295"/>
          </p:nvPr>
        </p:nvSpPr>
        <p:spPr>
          <a:xfrm>
            <a:off x="3048000" y="6874950"/>
            <a:ext cx="18288000" cy="3877201"/>
          </a:xfrm>
          <a:prstGeom prst="rect">
            <a:avLst/>
          </a:prstGeom>
          <a:noFill/>
          <a:ln>
            <a:noFill/>
          </a:ln>
        </p:spPr>
        <p:txBody>
          <a:bodyPr spcFirstLastPara="1" wrap="square" lIns="91350" tIns="91350" rIns="91350" bIns="91350" anchor="ctr" anchorCtr="0">
            <a:normAutofit/>
          </a:bodyPr>
          <a:lstStyle/>
          <a:p>
            <a:pPr marL="0" marR="0" lvl="0" indent="0" algn="ctr" rtl="0">
              <a:lnSpc>
                <a:spcPct val="100000"/>
              </a:lnSpc>
              <a:spcBef>
                <a:spcPts val="0"/>
              </a:spcBef>
              <a:spcAft>
                <a:spcPts val="0"/>
              </a:spcAft>
              <a:buClr>
                <a:srgbClr val="FFFFFF"/>
              </a:buClr>
              <a:buSzPts val="8800"/>
              <a:buFont typeface="Microsoft JhengHei"/>
              <a:buNone/>
            </a:pPr>
            <a:r>
              <a:rPr lang="en-US" sz="8800" err="1">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Microsoft JhengHei"/>
              </a:rPr>
              <a:t>また次回の授業でお会いしましょう</a:t>
            </a:r>
            <a:endParaRPr>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endParaRPr>
          </a:p>
        </p:txBody>
      </p:sp>
      <p:grpSp>
        <p:nvGrpSpPr>
          <p:cNvPr id="305" name="Google Shape;305;p19"/>
          <p:cNvGrpSpPr/>
          <p:nvPr/>
        </p:nvGrpSpPr>
        <p:grpSpPr>
          <a:xfrm>
            <a:off x="10521949" y="2253139"/>
            <a:ext cx="3340119" cy="4440061"/>
            <a:chOff x="-1" y="-2"/>
            <a:chExt cx="3340118" cy="4440059"/>
          </a:xfrm>
        </p:grpSpPr>
        <p:cxnSp>
          <p:nvCxnSpPr>
            <p:cNvPr id="306" name="Google Shape;306;p19"/>
            <p:cNvCxnSpPr/>
            <p:nvPr/>
          </p:nvCxnSpPr>
          <p:spPr>
            <a:xfrm rot="10800000">
              <a:off x="319467" y="1446531"/>
              <a:ext cx="1179133" cy="1"/>
            </a:xfrm>
            <a:prstGeom prst="straightConnector1">
              <a:avLst/>
            </a:prstGeom>
            <a:noFill/>
            <a:ln w="25400" cap="flat" cmpd="sng">
              <a:solidFill>
                <a:srgbClr val="FFFFFF"/>
              </a:solidFill>
              <a:prstDash val="dash"/>
              <a:bevel/>
              <a:headEnd type="none" w="sm" len="sm"/>
              <a:tailEnd type="oval" w="med" len="med"/>
            </a:ln>
          </p:spPr>
        </p:cxnSp>
        <p:grpSp>
          <p:nvGrpSpPr>
            <p:cNvPr id="307" name="Google Shape;307;p19"/>
            <p:cNvGrpSpPr/>
            <p:nvPr/>
          </p:nvGrpSpPr>
          <p:grpSpPr>
            <a:xfrm>
              <a:off x="-1" y="-2"/>
              <a:ext cx="3340118" cy="2879716"/>
              <a:chOff x="-1" y="-1"/>
              <a:chExt cx="3340117" cy="2879714"/>
            </a:xfrm>
          </p:grpSpPr>
          <p:sp>
            <p:nvSpPr>
              <p:cNvPr id="308" name="Google Shape;308;p19"/>
              <p:cNvSpPr/>
              <p:nvPr/>
            </p:nvSpPr>
            <p:spPr>
              <a:xfrm>
                <a:off x="-1" y="-1"/>
                <a:ext cx="3340117" cy="2879714"/>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09" name="Google Shape;309;p19"/>
              <p:cNvSpPr/>
              <p:nvPr/>
            </p:nvSpPr>
            <p:spPr>
              <a:xfrm>
                <a:off x="894020" y="719932"/>
                <a:ext cx="1495801" cy="1495801"/>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10" name="Google Shape;310;p19"/>
              <p:cNvSpPr/>
              <p:nvPr/>
            </p:nvSpPr>
            <p:spPr>
              <a:xfrm>
                <a:off x="140105" y="105120"/>
                <a:ext cx="3048625" cy="2628396"/>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noFill/>
              <a:ln w="12700" cap="flat" cmpd="sng">
                <a:solidFill>
                  <a:srgbClr val="7F7F7F"/>
                </a:solidFill>
                <a:prstDash val="dot"/>
                <a:bevel/>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grpSp>
        <p:sp>
          <p:nvSpPr>
            <p:cNvPr id="313" name="Google Shape;313;p19"/>
            <p:cNvSpPr txBox="1"/>
            <p:nvPr/>
          </p:nvSpPr>
          <p:spPr>
            <a:xfrm>
              <a:off x="244517" y="2606355"/>
              <a:ext cx="2839800" cy="1833702"/>
            </a:xfrm>
            <a:prstGeom prst="rect">
              <a:avLst/>
            </a:prstGeom>
            <a:noFill/>
            <a:ln>
              <a:noFill/>
            </a:ln>
          </p:spPr>
          <p:txBody>
            <a:bodyPr spcFirstLastPara="1" wrap="square" lIns="91350" tIns="91350" rIns="91350" bIns="91350" anchor="t" anchorCtr="0">
              <a:spAutoFit/>
            </a:bodyPr>
            <a:lstStyle/>
            <a:p>
              <a:pPr marL="0" marR="0" lvl="0" indent="0" algn="just" rtl="0">
                <a:lnSpc>
                  <a:spcPct val="100000"/>
                </a:lnSpc>
                <a:spcBef>
                  <a:spcPts val="0"/>
                </a:spcBef>
                <a:spcAft>
                  <a:spcPts val="0"/>
                </a:spcAft>
                <a:buClr>
                  <a:srgbClr val="4079B6"/>
                </a:buClr>
                <a:buSzPts val="10800"/>
                <a:buFont typeface="Microsoft Yahei"/>
                <a:buNone/>
              </a:pPr>
              <a:r>
                <a:rPr lang="en-US" sz="10800" b="1" i="0" u="none" strike="noStrike" cap="none" dirty="0">
                  <a:solidFill>
                    <a:srgbClr val="4079B6"/>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FC000"/>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D5229"/>
                  </a:solidFill>
                  <a:latin typeface="Microsoft Yahei"/>
                  <a:ea typeface="Microsoft Yahei"/>
                  <a:cs typeface="Microsoft Yahei"/>
                  <a:sym typeface="Microsoft Yahei"/>
                </a:rPr>
                <a:t>·</a:t>
              </a:r>
              <a:endParaRPr sz="1400" b="0" i="0" u="none" strike="noStrike" cap="none" dirty="0">
                <a:solidFill>
                  <a:srgbClr val="000000"/>
                </a:solidFill>
                <a:latin typeface="BIZ UDGothic" panose="020B0400000000000000" pitchFamily="33" charset="-128"/>
                <a:ea typeface="BIZ UDGothic" panose="020B0400000000000000" pitchFamily="33" charset="-128"/>
                <a:cs typeface="Arial"/>
                <a:sym typeface="Arial"/>
              </a:endParaRPr>
            </a:p>
          </p:txBody>
        </p:sp>
        <p:pic>
          <p:nvPicPr>
            <p:cNvPr id="314" name="Google Shape;314;p19" descr="Google Shape;425;p57"/>
            <p:cNvPicPr preferRelativeResize="0"/>
            <p:nvPr/>
          </p:nvPicPr>
          <p:blipFill rotWithShape="1">
            <a:blip r:embed="rId3">
              <a:alphaModFix/>
            </a:blip>
            <a:srcRect/>
            <a:stretch/>
          </p:blipFill>
          <p:spPr>
            <a:xfrm>
              <a:off x="725868" y="955041"/>
              <a:ext cx="1888364" cy="1062685"/>
            </a:xfrm>
            <a:prstGeom prst="rect">
              <a:avLst/>
            </a:prstGeom>
            <a:noFill/>
            <a:ln>
              <a:noFill/>
            </a:ln>
          </p:spPr>
        </p:pic>
      </p:grpSp>
    </p:spTree>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1DB"/>
      </a:accent5>
      <a:accent6>
        <a:srgbClr val="AE4845"/>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TM02900720[[fn=要素]]</Template>
  <TotalTime>896</TotalTime>
  <Words>1199</Words>
  <Application>Microsoft Office PowerPoint</Application>
  <PresentationFormat>ユーザー設定</PresentationFormat>
  <Paragraphs>104</Paragraphs>
  <Slides>14</Slides>
  <Notes>13</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14</vt:i4>
      </vt:variant>
    </vt:vector>
  </HeadingPairs>
  <TitlesOfParts>
    <vt:vector size="28" baseType="lpstr">
      <vt:lpstr>Gen Jyuu Gothic Bold</vt:lpstr>
      <vt:lpstr>HGPSoeiKakugothicUB</vt:lpstr>
      <vt:lpstr>Microsoft JhengHei</vt:lpstr>
      <vt:lpstr>Arial</vt:lpstr>
      <vt:lpstr>BIZ UDPGothic</vt:lpstr>
      <vt:lpstr>BIZ UDGothic</vt:lpstr>
      <vt:lpstr>SimSun</vt:lpstr>
      <vt:lpstr>Gen Jyuu GothicL Bold</vt:lpstr>
      <vt:lpstr>Microsoft JhengHei Light</vt:lpstr>
      <vt:lpstr>Microsoft Yahei</vt:lpstr>
      <vt:lpstr>Wingdings 2</vt:lpstr>
      <vt:lpstr>Calibri</vt:lpstr>
      <vt:lpstr>Calibri Light</vt:lpstr>
      <vt:lpstr>HDOfficeLightV0</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また次回の授業でお会いしましょう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嘉展 張</cp:lastModifiedBy>
  <cp:revision>2</cp:revision>
  <dcterms:modified xsi:type="dcterms:W3CDTF">2025-10-22T03:46:44Z</dcterms:modified>
</cp:coreProperties>
</file>