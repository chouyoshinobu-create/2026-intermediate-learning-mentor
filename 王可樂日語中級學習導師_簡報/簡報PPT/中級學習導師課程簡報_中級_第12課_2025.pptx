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66" r:id="rId4"/>
    <p:sldId id="351" r:id="rId5"/>
    <p:sldId id="369" r:id="rId6"/>
    <p:sldId id="358" r:id="rId7"/>
    <p:sldId id="370" r:id="rId8"/>
    <p:sldId id="346" r:id="rId9"/>
    <p:sldId id="347" r:id="rId10"/>
    <p:sldId id="354" r:id="rId11"/>
    <p:sldId id="355" r:id="rId12"/>
    <p:sldId id="343" r:id="rId13"/>
    <p:sldId id="342" r:id="rId14"/>
    <p:sldId id="264" r:id="rId15"/>
  </p:sldIdLst>
  <p:sldSz cx="24384000" cy="13716000"/>
  <p:notesSz cx="6858000" cy="9144000"/>
  <p:embeddedFontLst>
    <p:embeddedFont>
      <p:font typeface="Gen Jyuu Gothic Bold" panose="02020500000000000000" charset="-120"/>
      <p:bold r:id="rId18"/>
    </p:embeddedFont>
    <p:embeddedFont>
      <p:font typeface="Gen Jyuu GothicL Bold" panose="02020500000000000000" charset="-120"/>
      <p:bold r:id="rId19"/>
    </p:embeddedFont>
    <p:embeddedFont>
      <p:font typeface="Microsoft JhengHei" panose="020B0604030504040204" pitchFamily="34" charset="-120"/>
      <p:regular r:id="rId20"/>
      <p:bold r:id="rId21"/>
    </p:embeddedFont>
    <p:embeddedFont>
      <p:font typeface="BIZ UDGothic" panose="020B0400000000000000" pitchFamily="33" charset="-128"/>
      <p:regular r:id="rId22"/>
      <p:bold r:id="rId23"/>
    </p:embeddedFont>
    <p:embeddedFont>
      <p:font typeface="BIZ UDPGothic" panose="020B0400000000000000" pitchFamily="34" charset="-128"/>
      <p:regular r:id="rId24"/>
      <p:bold r:id="rId25"/>
    </p:embeddedFont>
    <p:embeddedFont>
      <p:font typeface="HGPSoeiKakugothicUB" panose="020B0A00000000000000" pitchFamily="34" charset="-128"/>
      <p:regular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460" y="88"/>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879AC0E9-7501-4668-80DB-CE5CA74F18BF}"/>
    <pc:docChg chg="undo custSel addSld delSld modSld modMainMaster">
      <pc:chgData name="嘉展 張" userId="56c0cc265fef7f12" providerId="LiveId" clId="{879AC0E9-7501-4668-80DB-CE5CA74F18BF}" dt="2025-07-12T16:13:38.248" v="196" actId="20577"/>
      <pc:docMkLst>
        <pc:docMk/>
      </pc:docMkLst>
      <pc:sldChg chg="modSp mod">
        <pc:chgData name="嘉展 張" userId="56c0cc265fef7f12" providerId="LiveId" clId="{879AC0E9-7501-4668-80DB-CE5CA74F18BF}" dt="2025-07-12T14:30:51.547" v="40" actId="27636"/>
        <pc:sldMkLst>
          <pc:docMk/>
          <pc:sldMk cId="1698366788" sldId="274"/>
        </pc:sldMkLst>
      </pc:sldChg>
      <pc:sldChg chg="modSp mod">
        <pc:chgData name="嘉展 張" userId="56c0cc265fef7f12" providerId="LiveId" clId="{879AC0E9-7501-4668-80DB-CE5CA74F18BF}" dt="2025-07-12T16:13:38.248" v="196" actId="20577"/>
        <pc:sldMkLst>
          <pc:docMk/>
          <pc:sldMk cId="3383698067" sldId="342"/>
        </pc:sldMkLst>
      </pc:sldChg>
      <pc:sldChg chg="modSp mod">
        <pc:chgData name="嘉展 張" userId="56c0cc265fef7f12" providerId="LiveId" clId="{879AC0E9-7501-4668-80DB-CE5CA74F18BF}" dt="2025-07-12T16:13:26.939" v="184" actId="6549"/>
        <pc:sldMkLst>
          <pc:docMk/>
          <pc:sldMk cId="345017411" sldId="343"/>
        </pc:sldMkLst>
      </pc:sldChg>
      <pc:sldChg chg="modSp mod">
        <pc:chgData name="嘉展 張" userId="56c0cc265fef7f12" providerId="LiveId" clId="{879AC0E9-7501-4668-80DB-CE5CA74F18BF}" dt="2025-07-12T15:36:04.544" v="104" actId="15"/>
        <pc:sldMkLst>
          <pc:docMk/>
          <pc:sldMk cId="3752334464" sldId="345"/>
        </pc:sldMkLst>
      </pc:sldChg>
      <pc:sldChg chg="modSp mod">
        <pc:chgData name="嘉展 張" userId="56c0cc265fef7f12" providerId="LiveId" clId="{879AC0E9-7501-4668-80DB-CE5CA74F18BF}" dt="2025-07-12T16:07:10.911" v="137" actId="15"/>
        <pc:sldMkLst>
          <pc:docMk/>
          <pc:sldMk cId="1115666099" sldId="346"/>
        </pc:sldMkLst>
      </pc:sldChg>
      <pc:sldChg chg="modSp mod">
        <pc:chgData name="嘉展 張" userId="56c0cc265fef7f12" providerId="LiveId" clId="{879AC0E9-7501-4668-80DB-CE5CA74F18BF}" dt="2025-07-12T16:07:28.807" v="140"/>
        <pc:sldMkLst>
          <pc:docMk/>
          <pc:sldMk cId="3822570613" sldId="347"/>
        </pc:sldMkLst>
      </pc:sldChg>
      <pc:sldChg chg="modSp mod">
        <pc:chgData name="嘉展 張" userId="56c0cc265fef7f12" providerId="LiveId" clId="{879AC0E9-7501-4668-80DB-CE5CA74F18BF}" dt="2025-07-12T15:09:07.935" v="102" actId="207"/>
        <pc:sldMkLst>
          <pc:docMk/>
          <pc:sldMk cId="732333138" sldId="351"/>
        </pc:sldMkLst>
      </pc:sldChg>
      <pc:sldChg chg="modSp mod">
        <pc:chgData name="嘉展 張" userId="56c0cc265fef7f12" providerId="LiveId" clId="{879AC0E9-7501-4668-80DB-CE5CA74F18BF}" dt="2025-07-12T16:07:44.860" v="142" actId="15"/>
        <pc:sldMkLst>
          <pc:docMk/>
          <pc:sldMk cId="2503062332" sldId="354"/>
        </pc:sldMkLst>
      </pc:sldChg>
      <pc:sldChg chg="modSp mod">
        <pc:chgData name="嘉展 張" userId="56c0cc265fef7f12" providerId="LiveId" clId="{879AC0E9-7501-4668-80DB-CE5CA74F18BF}" dt="2025-07-12T16:08:05.777" v="145"/>
        <pc:sldMkLst>
          <pc:docMk/>
          <pc:sldMk cId="2169278876" sldId="355"/>
        </pc:sldMkLst>
      </pc:sldChg>
      <pc:sldChg chg="modSp mod">
        <pc:chgData name="嘉展 張" userId="56c0cc265fef7f12" providerId="LiveId" clId="{879AC0E9-7501-4668-80DB-CE5CA74F18BF}" dt="2025-07-12T15:42:43.207" v="135" actId="1035"/>
        <pc:sldMkLst>
          <pc:docMk/>
          <pc:sldMk cId="4193172206" sldId="358"/>
        </pc:sldMkLst>
      </pc:sldChg>
      <pc:sldChg chg="modSp mod">
        <pc:chgData name="嘉展 張" userId="56c0cc265fef7f12" providerId="LiveId" clId="{879AC0E9-7501-4668-80DB-CE5CA74F18BF}" dt="2025-07-12T14:55:12.837" v="56" actId="20577"/>
        <pc:sldMkLst>
          <pc:docMk/>
          <pc:sldMk cId="3585428774" sldId="359"/>
        </pc:sldMkLst>
      </pc:sldChg>
      <pc:sldChg chg="del">
        <pc:chgData name="嘉展 張" userId="56c0cc265fef7f12" providerId="LiveId" clId="{879AC0E9-7501-4668-80DB-CE5CA74F18BF}" dt="2025-07-12T15:09:04.989" v="101" actId="47"/>
        <pc:sldMkLst>
          <pc:docMk/>
          <pc:sldMk cId="1800767988" sldId="367"/>
        </pc:sldMkLst>
      </pc:sldChg>
      <pc:sldChg chg="add">
        <pc:chgData name="嘉展 張" userId="56c0cc265fef7f12" providerId="LiveId" clId="{879AC0E9-7501-4668-80DB-CE5CA74F18BF}" dt="2025-07-12T15:09:02.987" v="100"/>
        <pc:sldMkLst>
          <pc:docMk/>
          <pc:sldMk cId="1054572155" sldId="368"/>
        </pc:sldMkLst>
      </pc:sldChg>
      <pc:sldMasterChg chg="modSldLayout">
        <pc:chgData name="嘉展 張" userId="56c0cc265fef7f12" providerId="LiveId" clId="{879AC0E9-7501-4668-80DB-CE5CA74F18BF}" dt="2025-07-12T14:19:41.818" v="31" actId="20577"/>
        <pc:sldMasterMkLst>
          <pc:docMk/>
          <pc:sldMasterMk cId="2733321511" sldId="2147483688"/>
        </pc:sldMasterMkLst>
        <pc:sldLayoutChg chg="modSp mod">
          <pc:chgData name="嘉展 張" userId="56c0cc265fef7f12" providerId="LiveId" clId="{879AC0E9-7501-4668-80DB-CE5CA74F18BF}" dt="2025-07-12T14:19:41.818" v="31" actId="20577"/>
          <pc:sldLayoutMkLst>
            <pc:docMk/>
            <pc:sldMasterMk cId="2733321511" sldId="2147483688"/>
            <pc:sldLayoutMk cId="2749409723" sldId="2147483690"/>
          </pc:sldLayoutMkLst>
        </pc:sldLayoutChg>
      </pc:sldMasterChg>
    </pc:docChg>
  </pc:docChgLst>
  <pc:docChgLst>
    <pc:chgData name="嘉展 張" userId="56c0cc265fef7f12" providerId="LiveId" clId="{4409F9D8-FA24-44EF-8020-254A52CDBD6B}"/>
    <pc:docChg chg="undo custSel addSld delSld modSld modMainMaster">
      <pc:chgData name="嘉展 張" userId="56c0cc265fef7f12" providerId="LiveId" clId="{4409F9D8-FA24-44EF-8020-254A52CDBD6B}" dt="2025-07-11T23:49:18.575" v="183" actId="20577"/>
      <pc:docMkLst>
        <pc:docMk/>
      </pc:docMkLst>
      <pc:sldChg chg="modSp mod">
        <pc:chgData name="嘉展 張" userId="56c0cc265fef7f12" providerId="LiveId" clId="{4409F9D8-FA24-44EF-8020-254A52CDBD6B}" dt="2025-07-11T23:40:58.792" v="23" actId="20577"/>
        <pc:sldMkLst>
          <pc:docMk/>
          <pc:sldMk cId="1698366788" sldId="274"/>
        </pc:sldMkLst>
      </pc:sldChg>
      <pc:sldChg chg="modSp mod">
        <pc:chgData name="嘉展 張" userId="56c0cc265fef7f12" providerId="LiveId" clId="{4409F9D8-FA24-44EF-8020-254A52CDBD6B}" dt="2025-07-11T23:49:18.575" v="183" actId="20577"/>
        <pc:sldMkLst>
          <pc:docMk/>
          <pc:sldMk cId="3383698067" sldId="342"/>
        </pc:sldMkLst>
      </pc:sldChg>
      <pc:sldChg chg="modSp mod">
        <pc:chgData name="嘉展 張" userId="56c0cc265fef7f12" providerId="LiveId" clId="{4409F9D8-FA24-44EF-8020-254A52CDBD6B}" dt="2025-07-11T23:46:45.169" v="146" actId="6549"/>
        <pc:sldMkLst>
          <pc:docMk/>
          <pc:sldMk cId="345017411" sldId="343"/>
        </pc:sldMkLst>
      </pc:sldChg>
      <pc:sldChg chg="modSp mod">
        <pc:chgData name="嘉展 張" userId="56c0cc265fef7f12" providerId="LiveId" clId="{4409F9D8-FA24-44EF-8020-254A52CDBD6B}" dt="2025-07-11T23:44:45.539" v="120" actId="15"/>
        <pc:sldMkLst>
          <pc:docMk/>
          <pc:sldMk cId="3752334464" sldId="345"/>
        </pc:sldMkLst>
      </pc:sldChg>
      <pc:sldChg chg="modSp mod">
        <pc:chgData name="嘉展 張" userId="56c0cc265fef7f12" providerId="LiveId" clId="{4409F9D8-FA24-44EF-8020-254A52CDBD6B}" dt="2025-07-11T23:45:23.356" v="127" actId="15"/>
        <pc:sldMkLst>
          <pc:docMk/>
          <pc:sldMk cId="1115666099" sldId="346"/>
        </pc:sldMkLst>
      </pc:sldChg>
      <pc:sldChg chg="modSp mod">
        <pc:chgData name="嘉展 張" userId="56c0cc265fef7f12" providerId="LiveId" clId="{4409F9D8-FA24-44EF-8020-254A52CDBD6B}" dt="2025-07-11T23:45:47.305" v="131"/>
        <pc:sldMkLst>
          <pc:docMk/>
          <pc:sldMk cId="3822570613" sldId="347"/>
        </pc:sldMkLst>
      </pc:sldChg>
      <pc:sldChg chg="modSp mod">
        <pc:chgData name="嘉展 張" userId="56c0cc265fef7f12" providerId="LiveId" clId="{4409F9D8-FA24-44EF-8020-254A52CDBD6B}" dt="2025-07-11T23:44:22.209" v="117" actId="207"/>
        <pc:sldMkLst>
          <pc:docMk/>
          <pc:sldMk cId="732333138" sldId="351"/>
        </pc:sldMkLst>
      </pc:sldChg>
      <pc:sldChg chg="modSp mod">
        <pc:chgData name="嘉展 張" userId="56c0cc265fef7f12" providerId="LiveId" clId="{4409F9D8-FA24-44EF-8020-254A52CDBD6B}" dt="2025-07-11T23:46:02.119" v="133" actId="15"/>
        <pc:sldMkLst>
          <pc:docMk/>
          <pc:sldMk cId="2503062332" sldId="354"/>
        </pc:sldMkLst>
      </pc:sldChg>
      <pc:sldChg chg="modSp mod">
        <pc:chgData name="嘉展 張" userId="56c0cc265fef7f12" providerId="LiveId" clId="{4409F9D8-FA24-44EF-8020-254A52CDBD6B}" dt="2025-07-11T23:46:21.269" v="136"/>
        <pc:sldMkLst>
          <pc:docMk/>
          <pc:sldMk cId="2169278876" sldId="355"/>
        </pc:sldMkLst>
      </pc:sldChg>
      <pc:sldChg chg="modSp mod">
        <pc:chgData name="嘉展 張" userId="56c0cc265fef7f12" providerId="LiveId" clId="{4409F9D8-FA24-44EF-8020-254A52CDBD6B}" dt="2025-07-11T23:45:10.882" v="125" actId="6549"/>
        <pc:sldMkLst>
          <pc:docMk/>
          <pc:sldMk cId="4193172206" sldId="358"/>
        </pc:sldMkLst>
      </pc:sldChg>
      <pc:sldChg chg="modSp mod">
        <pc:chgData name="嘉展 張" userId="56c0cc265fef7f12" providerId="LiveId" clId="{4409F9D8-FA24-44EF-8020-254A52CDBD6B}" dt="2025-07-11T23:43:01.538" v="78" actId="207"/>
        <pc:sldMkLst>
          <pc:docMk/>
          <pc:sldMk cId="3585428774" sldId="359"/>
        </pc:sldMkLst>
      </pc:sldChg>
      <pc:sldChg chg="del">
        <pc:chgData name="嘉展 張" userId="56c0cc265fef7f12" providerId="LiveId" clId="{4409F9D8-FA24-44EF-8020-254A52CDBD6B}" dt="2025-07-11T23:43:08.834" v="79" actId="47"/>
        <pc:sldMkLst>
          <pc:docMk/>
          <pc:sldMk cId="2901890192" sldId="364"/>
        </pc:sldMkLst>
      </pc:sldChg>
      <pc:sldChg chg="del">
        <pc:chgData name="嘉展 張" userId="56c0cc265fef7f12" providerId="LiveId" clId="{4409F9D8-FA24-44EF-8020-254A52CDBD6B}" dt="2025-07-11T23:44:29.335" v="118" actId="47"/>
        <pc:sldMkLst>
          <pc:docMk/>
          <pc:sldMk cId="4208653585" sldId="365"/>
        </pc:sldMkLst>
      </pc:sldChg>
      <pc:sldChg chg="add">
        <pc:chgData name="嘉展 張" userId="56c0cc265fef7f12" providerId="LiveId" clId="{4409F9D8-FA24-44EF-8020-254A52CDBD6B}" dt="2025-07-11T23:42:57.506" v="77"/>
        <pc:sldMkLst>
          <pc:docMk/>
          <pc:sldMk cId="3330119125" sldId="366"/>
        </pc:sldMkLst>
      </pc:sldChg>
      <pc:sldChg chg="add">
        <pc:chgData name="嘉展 張" userId="56c0cc265fef7f12" providerId="LiveId" clId="{4409F9D8-FA24-44EF-8020-254A52CDBD6B}" dt="2025-07-11T23:44:15.134" v="116"/>
        <pc:sldMkLst>
          <pc:docMk/>
          <pc:sldMk cId="1800767988" sldId="367"/>
        </pc:sldMkLst>
      </pc:sldChg>
      <pc:sldMasterChg chg="modSldLayout">
        <pc:chgData name="嘉展 張" userId="56c0cc265fef7f12" providerId="LiveId" clId="{4409F9D8-FA24-44EF-8020-254A52CDBD6B}" dt="2025-07-11T23:41:22.191" v="34" actId="6549"/>
        <pc:sldMasterMkLst>
          <pc:docMk/>
          <pc:sldMasterMk cId="2733321511" sldId="2147483688"/>
        </pc:sldMasterMkLst>
        <pc:sldLayoutChg chg="modSp mod">
          <pc:chgData name="嘉展 張" userId="56c0cc265fef7f12" providerId="LiveId" clId="{4409F9D8-FA24-44EF-8020-254A52CDBD6B}" dt="2025-07-11T23:41:22.191" v="34" actId="6549"/>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1T23:37:36.079" v="211" actId="20577"/>
      <pc:docMkLst>
        <pc:docMk/>
      </pc:docMkLst>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docChg>
  </pc:docChgLst>
  <pc:docChgLst>
    <pc:chgData name="嘉展 張" userId="56c0cc265fef7f12" providerId="LiveId" clId="{5580ED99-93D3-4B02-83F7-8E96E5CBA2DE}"/>
    <pc:docChg chg="modSld modMainMaster">
      <pc:chgData name="嘉展 張" userId="56c0cc265fef7f12" providerId="LiveId" clId="{5580ED99-93D3-4B02-83F7-8E96E5CBA2DE}" dt="2025-08-24T04:13:21.821" v="42" actId="207"/>
      <pc:docMkLst>
        <pc:docMk/>
      </pc:docMkLst>
      <pc:sldChg chg="modSp mod">
        <pc:chgData name="嘉展 張" userId="56c0cc265fef7f12" providerId="LiveId" clId="{5580ED99-93D3-4B02-83F7-8E96E5CBA2DE}" dt="2025-08-24T04:13:10.311" v="40" actId="20577"/>
        <pc:sldMkLst>
          <pc:docMk/>
          <pc:sldMk cId="732333138" sldId="351"/>
        </pc:sldMkLst>
      </pc:sldChg>
      <pc:sldChg chg="modSp mod">
        <pc:chgData name="嘉展 張" userId="56c0cc265fef7f12" providerId="LiveId" clId="{5580ED99-93D3-4B02-83F7-8E96E5CBA2DE}" dt="2025-08-24T04:13:21.821" v="42" actId="207"/>
        <pc:sldMkLst>
          <pc:docMk/>
          <pc:sldMk cId="3880434486" sldId="369"/>
        </pc:sldMkLst>
      </pc:sldChg>
      <pc:sldMasterChg chg="modSldLayout">
        <pc:chgData name="嘉展 張" userId="56c0cc265fef7f12" providerId="LiveId" clId="{5580ED99-93D3-4B02-83F7-8E96E5CBA2DE}" dt="2025-08-20T12:41:42.347" v="0"/>
        <pc:sldMasterMkLst>
          <pc:docMk/>
          <pc:sldMasterMk cId="2733321511" sldId="2147483688"/>
        </pc:sldMasterMkLst>
        <pc:sldLayoutChg chg="modSp">
          <pc:chgData name="嘉展 張" userId="56c0cc265fef7f12" providerId="LiveId" clId="{5580ED99-93D3-4B02-83F7-8E96E5CBA2DE}" dt="2025-08-20T12:41:42.347" v="0"/>
          <pc:sldLayoutMkLst>
            <pc:docMk/>
            <pc:sldMasterMk cId="2733321511" sldId="2147483688"/>
            <pc:sldLayoutMk cId="810264706" sldId="2147483689"/>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213D5065-CE67-4765-9BDB-C6C7D26EE3E2}"/>
    <pc:docChg chg="undo custSel addSld delSld modSld modMainMaster">
      <pc:chgData name="嘉展 張" userId="56c0cc265fef7f12" providerId="LiveId" clId="{213D5065-CE67-4765-9BDB-C6C7D26EE3E2}" dt="2025-07-13T11:08:57.250" v="210" actId="5793"/>
      <pc:docMkLst>
        <pc:docMk/>
      </pc:docMkLst>
      <pc:sldChg chg="modSp mod">
        <pc:chgData name="嘉展 張" userId="56c0cc265fef7f12" providerId="LiveId" clId="{213D5065-CE67-4765-9BDB-C6C7D26EE3E2}" dt="2025-07-13T10:51:19.674" v="22" actId="20577"/>
        <pc:sldMkLst>
          <pc:docMk/>
          <pc:sldMk cId="1698366788" sldId="274"/>
        </pc:sldMkLst>
      </pc:sldChg>
      <pc:sldChg chg="del">
        <pc:chgData name="嘉展 張" userId="56c0cc265fef7f12" providerId="LiveId" clId="{213D5065-CE67-4765-9BDB-C6C7D26EE3E2}" dt="2025-07-13T11:03:34.371" v="156" actId="47"/>
        <pc:sldMkLst>
          <pc:docMk/>
          <pc:sldMk cId="3752334464" sldId="345"/>
        </pc:sldMkLst>
      </pc:sldChg>
      <pc:sldChg chg="modSp mod">
        <pc:chgData name="嘉展 張" userId="56c0cc265fef7f12" providerId="LiveId" clId="{213D5065-CE67-4765-9BDB-C6C7D26EE3E2}" dt="2025-07-13T11:04:58.661" v="171" actId="15"/>
        <pc:sldMkLst>
          <pc:docMk/>
          <pc:sldMk cId="1115666099" sldId="346"/>
        </pc:sldMkLst>
      </pc:sldChg>
      <pc:sldChg chg="modSp mod">
        <pc:chgData name="嘉展 張" userId="56c0cc265fef7f12" providerId="LiveId" clId="{213D5065-CE67-4765-9BDB-C6C7D26EE3E2}" dt="2025-07-13T11:05:22.088" v="174"/>
        <pc:sldMkLst>
          <pc:docMk/>
          <pc:sldMk cId="3822570613" sldId="347"/>
        </pc:sldMkLst>
      </pc:sldChg>
      <pc:sldChg chg="modSp mod">
        <pc:chgData name="嘉展 張" userId="56c0cc265fef7f12" providerId="LiveId" clId="{213D5065-CE67-4765-9BDB-C6C7D26EE3E2}" dt="2025-07-13T11:03:30.555" v="155" actId="207"/>
        <pc:sldMkLst>
          <pc:docMk/>
          <pc:sldMk cId="732333138" sldId="351"/>
        </pc:sldMkLst>
      </pc:sldChg>
      <pc:sldChg chg="modSp mod">
        <pc:chgData name="嘉展 張" userId="56c0cc265fef7f12" providerId="LiveId" clId="{213D5065-CE67-4765-9BDB-C6C7D26EE3E2}" dt="2025-07-13T11:06:17.774" v="180" actId="207"/>
        <pc:sldMkLst>
          <pc:docMk/>
          <pc:sldMk cId="2503062332" sldId="354"/>
        </pc:sldMkLst>
      </pc:sldChg>
      <pc:sldChg chg="modSp mod">
        <pc:chgData name="嘉展 張" userId="56c0cc265fef7f12" providerId="LiveId" clId="{213D5065-CE67-4765-9BDB-C6C7D26EE3E2}" dt="2025-07-13T11:06:01.834" v="179"/>
        <pc:sldMkLst>
          <pc:docMk/>
          <pc:sldMk cId="2169278876" sldId="355"/>
        </pc:sldMkLst>
      </pc:sldChg>
      <pc:sldChg chg="delSp modSp mod">
        <pc:chgData name="嘉展 張" userId="56c0cc265fef7f12" providerId="LiveId" clId="{213D5065-CE67-4765-9BDB-C6C7D26EE3E2}" dt="2025-07-13T11:04:26.703" v="166"/>
        <pc:sldMkLst>
          <pc:docMk/>
          <pc:sldMk cId="4193172206" sldId="358"/>
        </pc:sldMkLst>
      </pc:sldChg>
      <pc:sldChg chg="modSp mod">
        <pc:chgData name="嘉展 張" userId="56c0cc265fef7f12" providerId="LiveId" clId="{213D5065-CE67-4765-9BDB-C6C7D26EE3E2}" dt="2025-07-13T11:00:14.015" v="60" actId="207"/>
        <pc:sldMkLst>
          <pc:docMk/>
          <pc:sldMk cId="3585428774" sldId="359"/>
        </pc:sldMkLst>
      </pc:sldChg>
      <pc:sldChg chg="modSp mod">
        <pc:chgData name="嘉展 張" userId="56c0cc265fef7f12" providerId="LiveId" clId="{213D5065-CE67-4765-9BDB-C6C7D26EE3E2}" dt="2025-07-13T11:00:07.921" v="59"/>
        <pc:sldMkLst>
          <pc:docMk/>
          <pc:sldMk cId="3330119125" sldId="366"/>
        </pc:sldMkLst>
      </pc:sldChg>
      <pc:sldChg chg="del">
        <pc:chgData name="嘉展 張" userId="56c0cc265fef7f12" providerId="LiveId" clId="{213D5065-CE67-4765-9BDB-C6C7D26EE3E2}" dt="2025-07-13T11:03:34.371" v="156" actId="47"/>
        <pc:sldMkLst>
          <pc:docMk/>
          <pc:sldMk cId="1054572155" sldId="368"/>
        </pc:sldMkLst>
      </pc:sldChg>
      <pc:sldChg chg="add">
        <pc:chgData name="嘉展 張" userId="56c0cc265fef7f12" providerId="LiveId" clId="{213D5065-CE67-4765-9BDB-C6C7D26EE3E2}" dt="2025-07-13T11:03:27.459" v="154"/>
        <pc:sldMkLst>
          <pc:docMk/>
          <pc:sldMk cId="3880434486" sldId="369"/>
        </pc:sldMkLst>
      </pc:sldChg>
      <pc:sldChg chg="modSp add mod">
        <pc:chgData name="嘉展 張" userId="56c0cc265fef7f12" providerId="LiveId" clId="{213D5065-CE67-4765-9BDB-C6C7D26EE3E2}" dt="2025-07-13T11:04:43.531" v="169"/>
        <pc:sldMkLst>
          <pc:docMk/>
          <pc:sldMk cId="988387482" sldId="370"/>
        </pc:sldMkLst>
      </pc:sldChg>
    </pc:docChg>
  </pc:docChgLst>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503394CD-CD7C-4FEF-9F21-9EB2DB85109F}"/>
    <pc:docChg chg="modSld">
      <pc:chgData name="嘉展 張" userId="56c0cc265fef7f12" providerId="LiveId" clId="{503394CD-CD7C-4FEF-9F21-9EB2DB85109F}" dt="2025-09-24T10:46:04.130" v="4" actId="20577"/>
      <pc:docMkLst>
        <pc:docMk/>
      </pc:docMkLst>
      <pc:sldChg chg="modSp mod">
        <pc:chgData name="嘉展 張" userId="56c0cc265fef7f12" providerId="LiveId" clId="{503394CD-CD7C-4FEF-9F21-9EB2DB85109F}" dt="2025-09-24T10:46:04.130" v="4" actId="20577"/>
        <pc:sldMkLst>
          <pc:docMk/>
          <pc:sldMk cId="3383698067" sldId="342"/>
        </pc:sldMkLst>
        <pc:spChg chg="mod">
          <ac:chgData name="嘉展 張" userId="56c0cc265fef7f12" providerId="LiveId" clId="{503394CD-CD7C-4FEF-9F21-9EB2DB85109F}" dt="2025-09-24T10:46:04.130" v="4" actId="20577"/>
          <ac:spMkLst>
            <pc:docMk/>
            <pc:sldMk cId="3383698067" sldId="342"/>
            <ac:spMk id="9" creationId="{0CAF9C41-14FE-17B0-CE76-741338CCF4CA}"/>
          </ac:spMkLst>
        </pc:spChg>
      </pc:sld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2025/9/24</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346A-3D5D-98ED-45F2-FB510E1934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6EBC61-10B6-270A-9073-763FCCF9C67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0650C5A-0F11-51DB-90F2-1D3B47F9EC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88158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0049-0861-2E1B-3573-BA10B2F94C7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213C68F-72E0-4602-6C21-DD7F9BC7A37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AE8C661-5926-D12F-64C7-A5553B063E6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97647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4D6FF-0C0D-83F3-612A-BBDD094E043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CCD3CD-9121-CCD1-AFFD-FDC8BEC79642}"/>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0A8C1D2-90A8-9103-56B9-E33BF3DB8359}"/>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586629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2</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中谷さんのデート</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第十二課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9/24/2025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～たびに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～くせに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～かぎり</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～がち</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～てほしい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～たら</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～かねる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～かねない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～の中</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おかげで</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ja-JP"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12</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中谷さんのデート</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十二</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8737520"/>
          </a:xfrm>
          <a:prstGeom prst="rect">
            <a:avLst/>
          </a:prstGeom>
          <a:noFill/>
        </p:spPr>
        <p:txBody>
          <a:bodyPr wrap="square">
            <a:spAutoFit/>
          </a:bodyPr>
          <a:lstStyle/>
          <a:p>
            <a:pPr>
              <a:lnSpc>
                <a:spcPct val="200000"/>
              </a:lnSpc>
            </a:pPr>
            <a:r>
              <a:rPr lang="en-US" altLang="ja-JP" sz="4800" dirty="0"/>
              <a:t>1.	</a:t>
            </a:r>
            <a:r>
              <a:rPr lang="ja-JP" altLang="en-US" sz="4800" dirty="0"/>
              <a:t>この歌を聞く（　たびに　／　くせに　）、昔の恋人を思い出してしまう。</a:t>
            </a:r>
          </a:p>
          <a:p>
            <a:pPr>
              <a:lnSpc>
                <a:spcPct val="200000"/>
              </a:lnSpc>
            </a:pPr>
            <a:r>
              <a:rPr lang="en-US" altLang="ja-JP" sz="4800" dirty="0"/>
              <a:t>2.	</a:t>
            </a:r>
            <a:r>
              <a:rPr lang="ja-JP" altLang="en-US" sz="4800" dirty="0"/>
              <a:t>今夜はカレー（　かぎり　／　とか　）ハンバーグなど、子どもが好きなメニューを作ります。</a:t>
            </a:r>
          </a:p>
          <a:p>
            <a:pPr>
              <a:lnSpc>
                <a:spcPct val="200000"/>
              </a:lnSpc>
            </a:pPr>
            <a:r>
              <a:rPr lang="en-US" altLang="ja-JP" sz="4800" dirty="0"/>
              <a:t>3.	</a:t>
            </a:r>
            <a:r>
              <a:rPr lang="ja-JP" altLang="en-US" sz="4800" dirty="0"/>
              <a:t>彼は自分では何もしない（　たびに　／　くせに　）、文句だけはよく言う。</a:t>
            </a:r>
          </a:p>
          <a:p>
            <a:pPr>
              <a:lnSpc>
                <a:spcPct val="200000"/>
              </a:lnSpc>
            </a:pPr>
            <a:r>
              <a:rPr lang="en-US" altLang="ja-JP" sz="4800" dirty="0"/>
              <a:t>4.	</a:t>
            </a:r>
            <a:r>
              <a:rPr lang="ja-JP" altLang="en-US" sz="4800" dirty="0"/>
              <a:t>体が元気な（　かぎり　／　かねる　）、できるだけ働きたいと思っている。</a:t>
            </a:r>
          </a:p>
          <a:p>
            <a:pPr>
              <a:lnSpc>
                <a:spcPct val="200000"/>
              </a:lnSpc>
            </a:pPr>
            <a:r>
              <a:rPr lang="en-US" altLang="ja-JP" sz="4800" dirty="0"/>
              <a:t>5.	</a:t>
            </a:r>
            <a:r>
              <a:rPr lang="ja-JP" altLang="en-US" sz="4800" dirty="0"/>
              <a:t>この季節は、風邪をひき（　がちなので　／　かぎりなので　）注意してください。</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7872D-1093-C9AE-1C4D-097225EAFD5E}"/>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74FD597-BCE7-00A6-7D60-23419FE434AC}"/>
              </a:ext>
            </a:extLst>
          </p:cNvPr>
          <p:cNvSpPr txBox="1"/>
          <p:nvPr/>
        </p:nvSpPr>
        <p:spPr>
          <a:xfrm>
            <a:off x="1041143" y="2344617"/>
            <a:ext cx="22301713" cy="8737520"/>
          </a:xfrm>
          <a:prstGeom prst="rect">
            <a:avLst/>
          </a:prstGeom>
          <a:noFill/>
        </p:spPr>
        <p:txBody>
          <a:bodyPr wrap="square">
            <a:spAutoFit/>
          </a:bodyPr>
          <a:lstStyle/>
          <a:p>
            <a:pPr>
              <a:lnSpc>
                <a:spcPct val="200000"/>
              </a:lnSpc>
            </a:pPr>
            <a:r>
              <a:rPr lang="en-US" altLang="ja-JP" sz="4800" dirty="0"/>
              <a:t>1.	</a:t>
            </a:r>
            <a:r>
              <a:rPr lang="ja-JP" altLang="en-US" sz="4800" dirty="0"/>
              <a:t>この歌を聞く（　</a:t>
            </a:r>
            <a:r>
              <a:rPr lang="ja-JP" altLang="en-US" sz="4800" dirty="0">
                <a:solidFill>
                  <a:srgbClr val="1C85C9"/>
                </a:solidFill>
              </a:rPr>
              <a:t>たびに</a:t>
            </a:r>
            <a:r>
              <a:rPr lang="ja-JP" altLang="en-US" sz="4800" dirty="0"/>
              <a:t>　／　くせに　）、昔の恋人を思い出してしまう。</a:t>
            </a:r>
          </a:p>
          <a:p>
            <a:pPr>
              <a:lnSpc>
                <a:spcPct val="200000"/>
              </a:lnSpc>
            </a:pPr>
            <a:r>
              <a:rPr lang="en-US" altLang="ja-JP" sz="4800" dirty="0"/>
              <a:t>2.	</a:t>
            </a:r>
            <a:r>
              <a:rPr lang="ja-JP" altLang="en-US" sz="4800" dirty="0"/>
              <a:t>今夜はカレー（　かぎり　／　</a:t>
            </a:r>
            <a:r>
              <a:rPr lang="ja-JP" altLang="en-US" sz="4800" dirty="0">
                <a:solidFill>
                  <a:srgbClr val="1C85C9"/>
                </a:solidFill>
              </a:rPr>
              <a:t>とか　</a:t>
            </a:r>
            <a:r>
              <a:rPr lang="ja-JP" altLang="en-US" sz="4800" dirty="0"/>
              <a:t>）ハンバーグなど、子どもが好きなメニューを作ります。</a:t>
            </a:r>
          </a:p>
          <a:p>
            <a:pPr>
              <a:lnSpc>
                <a:spcPct val="200000"/>
              </a:lnSpc>
            </a:pPr>
            <a:r>
              <a:rPr lang="en-US" altLang="ja-JP" sz="4800" dirty="0"/>
              <a:t>3.	</a:t>
            </a:r>
            <a:r>
              <a:rPr lang="ja-JP" altLang="en-US" sz="4800" dirty="0"/>
              <a:t>彼は自分では何もしない（　たびに　／　</a:t>
            </a:r>
            <a:r>
              <a:rPr lang="ja-JP" altLang="en-US" sz="4800" dirty="0">
                <a:solidFill>
                  <a:srgbClr val="1C85C9"/>
                </a:solidFill>
              </a:rPr>
              <a:t>くせに</a:t>
            </a:r>
            <a:r>
              <a:rPr lang="ja-JP" altLang="en-US" sz="4800" dirty="0"/>
              <a:t>　）、文句だけはよく言う。</a:t>
            </a:r>
          </a:p>
          <a:p>
            <a:pPr>
              <a:lnSpc>
                <a:spcPct val="200000"/>
              </a:lnSpc>
            </a:pPr>
            <a:r>
              <a:rPr lang="en-US" altLang="ja-JP" sz="4800" dirty="0"/>
              <a:t>4.	</a:t>
            </a:r>
            <a:r>
              <a:rPr lang="ja-JP" altLang="en-US" sz="4800" dirty="0"/>
              <a:t>体が元気な（　</a:t>
            </a:r>
            <a:r>
              <a:rPr lang="ja-JP" altLang="en-US" sz="4800" dirty="0">
                <a:solidFill>
                  <a:srgbClr val="1C85C9"/>
                </a:solidFill>
              </a:rPr>
              <a:t>かぎり　</a:t>
            </a:r>
            <a:r>
              <a:rPr lang="ja-JP" altLang="en-US" sz="4800" dirty="0"/>
              <a:t>／　かねる　）、できるだけ働きたいと思っている。</a:t>
            </a:r>
          </a:p>
          <a:p>
            <a:pPr>
              <a:lnSpc>
                <a:spcPct val="200000"/>
              </a:lnSpc>
            </a:pPr>
            <a:r>
              <a:rPr lang="en-US" altLang="ja-JP" sz="4800" dirty="0"/>
              <a:t>5.	</a:t>
            </a:r>
            <a:r>
              <a:rPr lang="ja-JP" altLang="en-US" sz="4800" dirty="0"/>
              <a:t>この季節は、風邪をひき（　</a:t>
            </a:r>
            <a:r>
              <a:rPr lang="ja-JP" altLang="en-US" sz="4800" dirty="0">
                <a:solidFill>
                  <a:srgbClr val="1C85C9"/>
                </a:solidFill>
              </a:rPr>
              <a:t>がちなので　</a:t>
            </a:r>
            <a:r>
              <a:rPr lang="ja-JP" altLang="en-US" sz="4800" dirty="0"/>
              <a:t>／　かぎりなので　）注意してください。</a:t>
            </a:r>
          </a:p>
        </p:txBody>
      </p:sp>
      <p:sp>
        <p:nvSpPr>
          <p:cNvPr id="2" name="標題 1">
            <a:extLst>
              <a:ext uri="{FF2B5EF4-FFF2-40B4-BE49-F238E27FC236}">
                <a16:creationId xmlns:a16="http://schemas.microsoft.com/office/drawing/2014/main" id="{A102FD66-8BD0-1E14-E28C-FB59174C6002}"/>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30119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私はあなたにもう一度やり直して（　かねない　／　ほしい　）と思っている。</a:t>
            </a:r>
          </a:p>
          <a:p>
            <a:pPr marL="914400" indent="-914400">
              <a:lnSpc>
                <a:spcPct val="200000"/>
              </a:lnSpc>
              <a:buFont typeface="+mj-lt"/>
              <a:buAutoNum type="arabicPeriod" startAt="6"/>
            </a:pPr>
            <a:r>
              <a:rPr lang="ja-JP" altLang="en-US" sz="4800" dirty="0"/>
              <a:t>時間が（　あったら、一緒に映画でも行かない？　／　あるかぎり、無理して来た　）。</a:t>
            </a:r>
          </a:p>
          <a:p>
            <a:pPr marL="914400" indent="-914400">
              <a:lnSpc>
                <a:spcPct val="200000"/>
              </a:lnSpc>
              <a:buFont typeface="+mj-lt"/>
              <a:buAutoNum type="arabicPeriod" startAt="6"/>
            </a:pPr>
            <a:r>
              <a:rPr lang="ja-JP" altLang="en-US" sz="4800" dirty="0"/>
              <a:t>このような行為は誤解を生み（　かねない　／　かねる　）ので、注意が必要です。</a:t>
            </a:r>
          </a:p>
          <a:p>
            <a:pPr marL="914400" indent="-914400">
              <a:lnSpc>
                <a:spcPct val="200000"/>
              </a:lnSpc>
              <a:buFont typeface="+mj-lt"/>
              <a:buAutoNum type="arabicPeriod" startAt="6"/>
            </a:pPr>
            <a:r>
              <a:rPr lang="ja-JP" altLang="en-US" sz="4800" dirty="0"/>
              <a:t>お忙しい（　中　／　とか　）、わざわざご足労いただきありがとうございます。</a:t>
            </a:r>
          </a:p>
          <a:p>
            <a:pPr marL="914400" indent="-914400">
              <a:lnSpc>
                <a:spcPct val="200000"/>
              </a:lnSpc>
              <a:buFont typeface="+mj-lt"/>
              <a:buAutoNum type="arabicPeriod" startAt="6"/>
            </a:pPr>
            <a:r>
              <a:rPr lang="ja-JP" altLang="en-US" sz="4800" dirty="0"/>
              <a:t>あの先生に出会えた（　たびに　／　おかげで　）、今の自分があると思っています。</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31B4-CB59-599A-B0FB-F6B85732BC52}"/>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BA442E7-0369-F471-6995-09959075157F}"/>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私はあなたにもう一度やり直して（　かねない　／　</a:t>
            </a:r>
            <a:r>
              <a:rPr lang="ja-JP" altLang="en-US" sz="4800" dirty="0">
                <a:solidFill>
                  <a:srgbClr val="1C85C9"/>
                </a:solidFill>
              </a:rPr>
              <a:t>ほしい</a:t>
            </a:r>
            <a:r>
              <a:rPr lang="ja-JP" altLang="en-US" sz="4800" dirty="0"/>
              <a:t>　）と思っている。</a:t>
            </a:r>
          </a:p>
          <a:p>
            <a:pPr marL="914400" indent="-914400">
              <a:lnSpc>
                <a:spcPct val="200000"/>
              </a:lnSpc>
              <a:buFont typeface="+mj-lt"/>
              <a:buAutoNum type="arabicPeriod" startAt="6"/>
            </a:pPr>
            <a:r>
              <a:rPr lang="ja-JP" altLang="en-US" sz="4800" dirty="0"/>
              <a:t>時間が（</a:t>
            </a:r>
            <a:r>
              <a:rPr lang="ja-JP" altLang="en-US" sz="4800" dirty="0">
                <a:solidFill>
                  <a:srgbClr val="1C85C9"/>
                </a:solidFill>
              </a:rPr>
              <a:t>　あったら、一緒に映画でも行かない？　</a:t>
            </a:r>
            <a:r>
              <a:rPr lang="ja-JP" altLang="en-US" sz="4800" dirty="0"/>
              <a:t>／　あるかぎり、無理して来た　）。</a:t>
            </a:r>
          </a:p>
          <a:p>
            <a:pPr marL="914400" indent="-914400">
              <a:lnSpc>
                <a:spcPct val="200000"/>
              </a:lnSpc>
              <a:buFont typeface="+mj-lt"/>
              <a:buAutoNum type="arabicPeriod" startAt="6"/>
            </a:pPr>
            <a:r>
              <a:rPr lang="ja-JP" altLang="en-US" sz="4800" dirty="0"/>
              <a:t>このような行為は誤解を生み（　</a:t>
            </a:r>
            <a:r>
              <a:rPr lang="ja-JP" altLang="en-US" sz="4800" dirty="0">
                <a:solidFill>
                  <a:srgbClr val="1C85C9"/>
                </a:solidFill>
              </a:rPr>
              <a:t>かねない</a:t>
            </a:r>
            <a:r>
              <a:rPr lang="ja-JP" altLang="en-US" sz="4800" dirty="0"/>
              <a:t>　／　かねる　）ので、注意が必要です。</a:t>
            </a:r>
          </a:p>
          <a:p>
            <a:pPr marL="914400" indent="-914400">
              <a:lnSpc>
                <a:spcPct val="200000"/>
              </a:lnSpc>
              <a:buFont typeface="+mj-lt"/>
              <a:buAutoNum type="arabicPeriod" startAt="6"/>
            </a:pPr>
            <a:r>
              <a:rPr lang="ja-JP" altLang="en-US" sz="4800" dirty="0"/>
              <a:t>お忙しい（　</a:t>
            </a:r>
            <a:r>
              <a:rPr lang="ja-JP" altLang="en-US" sz="4800" dirty="0">
                <a:solidFill>
                  <a:srgbClr val="1C85C9"/>
                </a:solidFill>
              </a:rPr>
              <a:t>中　</a:t>
            </a:r>
            <a:r>
              <a:rPr lang="ja-JP" altLang="en-US" sz="4800" dirty="0"/>
              <a:t>／　とか　）、わざわざご足労いただきありがとうございます。</a:t>
            </a:r>
          </a:p>
          <a:p>
            <a:pPr marL="914400" indent="-914400">
              <a:lnSpc>
                <a:spcPct val="200000"/>
              </a:lnSpc>
              <a:buFont typeface="+mj-lt"/>
              <a:buAutoNum type="arabicPeriod" startAt="6"/>
            </a:pPr>
            <a:r>
              <a:rPr lang="ja-JP" altLang="en-US" sz="4800" dirty="0"/>
              <a:t>あの先生に出会えた（　たびに　／　</a:t>
            </a:r>
            <a:r>
              <a:rPr lang="ja-JP" altLang="en-US" sz="4800" dirty="0">
                <a:solidFill>
                  <a:srgbClr val="1C85C9"/>
                </a:solidFill>
              </a:rPr>
              <a:t>おかげで　</a:t>
            </a:r>
            <a:r>
              <a:rPr lang="ja-JP" altLang="en-US" sz="4800" dirty="0"/>
              <a:t>）、今の自分があると思っています。</a:t>
            </a:r>
          </a:p>
        </p:txBody>
      </p:sp>
      <p:sp>
        <p:nvSpPr>
          <p:cNvPr id="2" name="標題 1">
            <a:extLst>
              <a:ext uri="{FF2B5EF4-FFF2-40B4-BE49-F238E27FC236}">
                <a16:creationId xmlns:a16="http://schemas.microsoft.com/office/drawing/2014/main" id="{82238770-7AB1-6DCC-E8E6-DFA04537888F}"/>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880434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中谷さんは、どんな服でデートに行こうとしていましたか。</a:t>
            </a:r>
          </a:p>
          <a:p>
            <a:pPr lvl="1" algn="just">
              <a:lnSpc>
                <a:spcPct val="150000"/>
              </a:lnSpc>
            </a:pPr>
            <a:r>
              <a:rPr lang="en-US" altLang="ja-JP" sz="4800" dirty="0"/>
              <a:t>A. </a:t>
            </a:r>
            <a:r>
              <a:rPr lang="ja-JP" altLang="en-US" sz="4800" dirty="0"/>
              <a:t>動きやすい服</a:t>
            </a:r>
          </a:p>
          <a:p>
            <a:pPr lvl="1" algn="just">
              <a:lnSpc>
                <a:spcPct val="150000"/>
              </a:lnSpc>
            </a:pPr>
            <a:r>
              <a:rPr lang="en-US" altLang="ja-JP" sz="4800" dirty="0"/>
              <a:t>B. </a:t>
            </a:r>
            <a:r>
              <a:rPr lang="ja-JP" altLang="en-US" sz="4800" dirty="0"/>
              <a:t>暖かいセーターとジーンズ</a:t>
            </a:r>
          </a:p>
          <a:p>
            <a:pPr lvl="1" algn="just">
              <a:lnSpc>
                <a:spcPct val="150000"/>
              </a:lnSpc>
            </a:pPr>
            <a:r>
              <a:rPr lang="en-US" altLang="ja-JP" sz="4800" dirty="0"/>
              <a:t>C. </a:t>
            </a:r>
            <a:r>
              <a:rPr lang="ja-JP" altLang="en-US" sz="4800" dirty="0"/>
              <a:t>クリーム色のワンピース</a:t>
            </a:r>
          </a:p>
          <a:p>
            <a:pPr lvl="1" algn="just">
              <a:lnSpc>
                <a:spcPct val="150000"/>
              </a:lnSpc>
            </a:pPr>
            <a:r>
              <a:rPr lang="en-US" altLang="ja-JP" sz="4800" dirty="0"/>
              <a:t>D. </a:t>
            </a:r>
            <a:r>
              <a:rPr lang="ja-JP" altLang="en-US" sz="4800" dirty="0"/>
              <a:t>黒のフォーマルドレス</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4193172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C848-C4FF-C663-1960-44D81210DF3E}"/>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CECA8034-B576-4204-2C35-84CD997CE065}"/>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48124F1D-B54A-90F3-D111-E1068E5A8F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中谷さんは、どんな服でデートに行こうとしていましたか。</a:t>
            </a:r>
          </a:p>
          <a:p>
            <a:pPr lvl="1" algn="just">
              <a:lnSpc>
                <a:spcPct val="150000"/>
              </a:lnSpc>
            </a:pPr>
            <a:r>
              <a:rPr lang="en-US" altLang="ja-JP" sz="4800" dirty="0"/>
              <a:t>A. </a:t>
            </a:r>
            <a:r>
              <a:rPr lang="ja-JP" altLang="en-US" sz="4800" dirty="0"/>
              <a:t>動きやすい服</a:t>
            </a:r>
          </a:p>
          <a:p>
            <a:pPr lvl="1" algn="just">
              <a:lnSpc>
                <a:spcPct val="150000"/>
              </a:lnSpc>
            </a:pPr>
            <a:r>
              <a:rPr lang="en-US" altLang="ja-JP" sz="4800" dirty="0"/>
              <a:t>B. </a:t>
            </a:r>
            <a:r>
              <a:rPr lang="ja-JP" altLang="en-US" sz="4800" dirty="0"/>
              <a:t>暖かいセーターとジーンズ</a:t>
            </a:r>
          </a:p>
          <a:p>
            <a:pPr lvl="1" algn="just">
              <a:lnSpc>
                <a:spcPct val="150000"/>
              </a:lnSpc>
            </a:pPr>
            <a:r>
              <a:rPr lang="en-US" altLang="ja-JP" sz="4800" dirty="0">
                <a:solidFill>
                  <a:srgbClr val="1C85C9"/>
                </a:solidFill>
              </a:rPr>
              <a:t>C. </a:t>
            </a:r>
            <a:r>
              <a:rPr lang="ja-JP" altLang="en-US" sz="4800" dirty="0">
                <a:solidFill>
                  <a:srgbClr val="1C85C9"/>
                </a:solidFill>
              </a:rPr>
              <a:t>クリーム色のワンピース</a:t>
            </a:r>
          </a:p>
          <a:p>
            <a:pPr lvl="1" algn="just">
              <a:lnSpc>
                <a:spcPct val="150000"/>
              </a:lnSpc>
            </a:pPr>
            <a:r>
              <a:rPr lang="en-US" altLang="ja-JP" sz="4800" dirty="0"/>
              <a:t>D. </a:t>
            </a:r>
            <a:r>
              <a:rPr lang="ja-JP" altLang="en-US" sz="4800" dirty="0"/>
              <a:t>黒のフォーマルドレス</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9B468D5B-C622-19A6-349D-0303C5697A79}"/>
              </a:ext>
            </a:extLst>
          </p:cNvPr>
          <p:cNvSpPr txBox="1"/>
          <p:nvPr/>
        </p:nvSpPr>
        <p:spPr>
          <a:xfrm>
            <a:off x="1043652" y="9299514"/>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本文に「私はクリーム色のワンピースが気に入ったが、薄着だから寒いかもしれない」とある。</a:t>
            </a:r>
          </a:p>
        </p:txBody>
      </p:sp>
    </p:spTree>
    <p:extLst>
      <p:ext uri="{BB962C8B-B14F-4D97-AF65-F5344CB8AC3E}">
        <p14:creationId xmlns:p14="http://schemas.microsoft.com/office/powerpoint/2010/main" val="988387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中谷さんがデートで体調を崩した原因として、最も適切なものはどれですか。</a:t>
            </a:r>
          </a:p>
          <a:p>
            <a:pPr lvl="1" algn="just">
              <a:lnSpc>
                <a:spcPct val="150000"/>
              </a:lnSpc>
            </a:pPr>
            <a:r>
              <a:rPr lang="en-US" altLang="ja-JP" sz="4800" dirty="0"/>
              <a:t>A. </a:t>
            </a:r>
            <a:r>
              <a:rPr lang="ja-JP" altLang="en-US" sz="4800" dirty="0"/>
              <a:t>食べすぎたから</a:t>
            </a:r>
          </a:p>
          <a:p>
            <a:pPr lvl="1" algn="just">
              <a:lnSpc>
                <a:spcPct val="150000"/>
              </a:lnSpc>
            </a:pPr>
            <a:r>
              <a:rPr lang="en-US" altLang="ja-JP" sz="4800" dirty="0"/>
              <a:t>B. </a:t>
            </a:r>
            <a:r>
              <a:rPr lang="ja-JP" altLang="en-US" sz="4800" dirty="0"/>
              <a:t>雨の中で長時間待っていたから</a:t>
            </a:r>
          </a:p>
          <a:p>
            <a:pPr lvl="1" algn="just">
              <a:lnSpc>
                <a:spcPct val="150000"/>
              </a:lnSpc>
            </a:pPr>
            <a:r>
              <a:rPr lang="en-US" altLang="ja-JP" sz="4800" dirty="0"/>
              <a:t>C. </a:t>
            </a:r>
            <a:r>
              <a:rPr lang="ja-JP" altLang="en-US" sz="4800" dirty="0"/>
              <a:t>緊張しすぎて眠れなかったから</a:t>
            </a:r>
          </a:p>
          <a:p>
            <a:pPr lvl="1" algn="just">
              <a:lnSpc>
                <a:spcPct val="150000"/>
              </a:lnSpc>
            </a:pPr>
            <a:r>
              <a:rPr lang="en-US" altLang="ja-JP" sz="4800" dirty="0"/>
              <a:t>D. </a:t>
            </a:r>
            <a:r>
              <a:rPr lang="ja-JP" altLang="en-US" sz="4800" dirty="0"/>
              <a:t>高級な料理が合わなかったから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中谷さんがデートで体調を崩した原因として、最も適切なものはどれですか。</a:t>
            </a:r>
          </a:p>
          <a:p>
            <a:pPr lvl="1" algn="just">
              <a:lnSpc>
                <a:spcPct val="150000"/>
              </a:lnSpc>
            </a:pPr>
            <a:r>
              <a:rPr lang="en-US" altLang="ja-JP" sz="4800" dirty="0"/>
              <a:t>A. </a:t>
            </a:r>
            <a:r>
              <a:rPr lang="ja-JP" altLang="en-US" sz="4800" dirty="0"/>
              <a:t>食べすぎたから</a:t>
            </a:r>
          </a:p>
          <a:p>
            <a:pPr lvl="1" algn="just">
              <a:lnSpc>
                <a:spcPct val="150000"/>
              </a:lnSpc>
            </a:pPr>
            <a:r>
              <a:rPr lang="en-US" altLang="ja-JP" sz="4800" dirty="0">
                <a:solidFill>
                  <a:srgbClr val="1C85C9"/>
                </a:solidFill>
              </a:rPr>
              <a:t>B. </a:t>
            </a:r>
            <a:r>
              <a:rPr lang="ja-JP" altLang="en-US" sz="4800" dirty="0">
                <a:solidFill>
                  <a:srgbClr val="1C85C9"/>
                </a:solidFill>
              </a:rPr>
              <a:t>雨の中で長時間待っていたから</a:t>
            </a:r>
          </a:p>
          <a:p>
            <a:pPr lvl="1" algn="just">
              <a:lnSpc>
                <a:spcPct val="150000"/>
              </a:lnSpc>
            </a:pPr>
            <a:r>
              <a:rPr lang="en-US" altLang="ja-JP" sz="4800" dirty="0"/>
              <a:t>C. </a:t>
            </a:r>
            <a:r>
              <a:rPr lang="ja-JP" altLang="en-US" sz="4800" dirty="0"/>
              <a:t>緊張しすぎて眠れなかったから</a:t>
            </a:r>
          </a:p>
          <a:p>
            <a:pPr lvl="1" algn="just">
              <a:lnSpc>
                <a:spcPct val="150000"/>
              </a:lnSpc>
            </a:pPr>
            <a:r>
              <a:rPr lang="en-US" altLang="ja-JP" sz="4800" dirty="0"/>
              <a:t>D. </a:t>
            </a:r>
            <a:r>
              <a:rPr lang="ja-JP" altLang="en-US" sz="4800" dirty="0"/>
              <a:t>高級な料理が合わなかったから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「雨が降って、しかも岡本さんの仕事が長引いたので彼女は冷たい雨のなか待たなければならなかった」とある。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デートの結果、</a:t>
            </a:r>
            <a:r>
              <a:rPr lang="en-US" altLang="ja-JP" sz="4800" dirty="0"/>
              <a:t>2</a:t>
            </a:r>
            <a:r>
              <a:rPr lang="ja-JP" altLang="en-US" sz="4800" dirty="0"/>
              <a:t>人の関係はどうなりましたか。</a:t>
            </a:r>
          </a:p>
          <a:p>
            <a:pPr lvl="1" algn="just">
              <a:lnSpc>
                <a:spcPct val="150000"/>
              </a:lnSpc>
            </a:pPr>
            <a:r>
              <a:rPr lang="en-US" altLang="ja-JP" sz="4800" dirty="0"/>
              <a:t>A. </a:t>
            </a:r>
            <a:r>
              <a:rPr lang="ja-JP" altLang="en-US" sz="4800" dirty="0"/>
              <a:t>会話がかみ合わず、気まずくなった。</a:t>
            </a:r>
          </a:p>
          <a:p>
            <a:pPr lvl="1" algn="just">
              <a:lnSpc>
                <a:spcPct val="150000"/>
              </a:lnSpc>
            </a:pPr>
            <a:r>
              <a:rPr lang="en-US" altLang="ja-JP" sz="4800" dirty="0"/>
              <a:t>B. </a:t>
            </a:r>
            <a:r>
              <a:rPr lang="ja-JP" altLang="en-US" sz="4800" dirty="0"/>
              <a:t>岡本さんが怒って帰ってしまった。</a:t>
            </a:r>
          </a:p>
          <a:p>
            <a:pPr lvl="1" algn="just">
              <a:lnSpc>
                <a:spcPct val="150000"/>
              </a:lnSpc>
            </a:pPr>
            <a:r>
              <a:rPr lang="en-US" altLang="ja-JP" sz="4800" dirty="0"/>
              <a:t>C. </a:t>
            </a:r>
            <a:r>
              <a:rPr lang="ja-JP" altLang="en-US" sz="4800" dirty="0"/>
              <a:t>家まで送ってもらい、交際することになった。</a:t>
            </a:r>
          </a:p>
          <a:p>
            <a:pPr lvl="1" algn="just">
              <a:lnSpc>
                <a:spcPct val="150000"/>
              </a:lnSpc>
            </a:pPr>
            <a:r>
              <a:rPr lang="en-US" altLang="ja-JP" sz="4800" dirty="0"/>
              <a:t>D. </a:t>
            </a:r>
            <a:r>
              <a:rPr lang="ja-JP" altLang="en-US" sz="4800" dirty="0"/>
              <a:t>体調を崩した中谷さんが交際を断った。</a:t>
            </a:r>
          </a:p>
          <a:p>
            <a:pPr lvl="1"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デートの結果、</a:t>
            </a:r>
            <a:r>
              <a:rPr lang="en-US" altLang="ja-JP" sz="4800" dirty="0"/>
              <a:t>2</a:t>
            </a:r>
            <a:r>
              <a:rPr lang="ja-JP" altLang="en-US" sz="4800" dirty="0"/>
              <a:t>人の関係はどうなりましたか。</a:t>
            </a:r>
          </a:p>
          <a:p>
            <a:pPr lvl="1" algn="just">
              <a:lnSpc>
                <a:spcPct val="150000"/>
              </a:lnSpc>
            </a:pPr>
            <a:r>
              <a:rPr lang="en-US" altLang="ja-JP" sz="4800" dirty="0"/>
              <a:t>A. </a:t>
            </a:r>
            <a:r>
              <a:rPr lang="ja-JP" altLang="en-US" sz="4800" dirty="0"/>
              <a:t>会話がかみ合わず、気まずくなった。</a:t>
            </a:r>
          </a:p>
          <a:p>
            <a:pPr lvl="1" algn="just">
              <a:lnSpc>
                <a:spcPct val="150000"/>
              </a:lnSpc>
            </a:pPr>
            <a:r>
              <a:rPr lang="en-US" altLang="ja-JP" sz="4800" dirty="0"/>
              <a:t>B. </a:t>
            </a:r>
            <a:r>
              <a:rPr lang="ja-JP" altLang="en-US" sz="4800" dirty="0"/>
              <a:t>岡本さんが怒って帰ってしまった。</a:t>
            </a:r>
          </a:p>
          <a:p>
            <a:pPr lvl="1" algn="just">
              <a:lnSpc>
                <a:spcPct val="150000"/>
              </a:lnSpc>
            </a:pPr>
            <a:r>
              <a:rPr lang="en-US" altLang="ja-JP" sz="4800" dirty="0">
                <a:solidFill>
                  <a:srgbClr val="1C85C9"/>
                </a:solidFill>
              </a:rPr>
              <a:t>C. </a:t>
            </a:r>
            <a:r>
              <a:rPr lang="ja-JP" altLang="en-US" sz="4800" dirty="0">
                <a:solidFill>
                  <a:srgbClr val="1C85C9"/>
                </a:solidFill>
              </a:rPr>
              <a:t>家まで送ってもらい、交際することになった。</a:t>
            </a:r>
          </a:p>
          <a:p>
            <a:pPr lvl="1" algn="just">
              <a:lnSpc>
                <a:spcPct val="150000"/>
              </a:lnSpc>
            </a:pPr>
            <a:r>
              <a:rPr lang="en-US" altLang="ja-JP" sz="4800" dirty="0"/>
              <a:t>D. </a:t>
            </a:r>
            <a:r>
              <a:rPr lang="ja-JP" altLang="en-US" sz="4800" dirty="0"/>
              <a:t>体調を崩した中谷さんが交際を断った。</a:t>
            </a:r>
          </a:p>
          <a:p>
            <a:pPr lvl="1"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本文に「そのおかげで家まで送ってもらうことになり、なんと付き合うことになったらしい。」とある。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每次聽到這首歌，就會想起他。（～たびに）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明明什麼都不知道，卻裝得一副很懂的樣子。（～くせに）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他最近常常請假。（～がち）</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只要還記得這件事，我就會一直後悔。（～かぎり）</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76804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每次聽到這首歌，就會想起他。（～たびに）</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この曲を聴くたびに、彼のことを思い出します。</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明明什麼都不知道，卻裝得一副很懂的樣子。（～くせに）</a:t>
            </a:r>
            <a:r>
              <a:rPr lang="en-US" altLang="ja-JP" sz="4800" b="1" dirty="0">
                <a:solidFill>
                  <a:srgbClr val="1C85C9"/>
                </a:solidFill>
                <a:latin typeface="BIZ UDGothic" panose="020B0400000000000000" pitchFamily="33" charset="-128"/>
                <a:ea typeface="BIZ UDGothic" panose="020B0400000000000000" pitchFamily="33" charset="-128"/>
              </a:rPr>
              <a:t>	</a:t>
            </a: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何も知らないくせに、よく知っているふりをしている。</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 他最近常常請假。（～がち）</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彼は最近、休みがちです。</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只要還記得這件事，我就會一直後悔。（～かぎり）</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このことを覚えているかぎり、後悔し続けると思う。</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1031</TotalTime>
  <Words>1681</Words>
  <Application>Microsoft Office PowerPoint</Application>
  <PresentationFormat>自訂</PresentationFormat>
  <Paragraphs>101</Paragraphs>
  <Slides>14</Slides>
  <Notes>13</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14</vt:i4>
      </vt:variant>
    </vt:vector>
  </HeadingPairs>
  <TitlesOfParts>
    <vt:vector size="28" baseType="lpstr">
      <vt:lpstr>Microsoft Yahei</vt:lpstr>
      <vt:lpstr>Arial</vt:lpstr>
      <vt:lpstr>BIZ UDPGothic</vt:lpstr>
      <vt:lpstr>BIZ UDGothic</vt:lpstr>
      <vt:lpstr>HGPSoeiKakugothicUB</vt:lpstr>
      <vt:lpstr>Calibri Light</vt:lpstr>
      <vt:lpstr>Gen Jyuu GothicL Bold</vt:lpstr>
      <vt:lpstr>Calibri</vt:lpstr>
      <vt:lpstr>Microsoft JhengHei</vt:lpstr>
      <vt:lpstr>Gen Jyuu Gothic Bold</vt:lpstr>
      <vt:lpstr>SimSun</vt:lpstr>
      <vt:lpstr>Wingdings 2</vt:lpstr>
      <vt:lpstr>Microsoft JhengHei Light</vt:lpstr>
      <vt:lpstr>HDOfficeLightV0</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2025-09-24T10:46:09Z</dcterms:modified>
</cp:coreProperties>
</file>