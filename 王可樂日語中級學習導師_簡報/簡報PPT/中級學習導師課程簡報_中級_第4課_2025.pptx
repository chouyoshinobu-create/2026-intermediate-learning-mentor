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1" r:id="rId3"/>
    <p:sldId id="337" r:id="rId4"/>
    <p:sldId id="336" r:id="rId5"/>
    <p:sldId id="352" r:id="rId6"/>
    <p:sldId id="345" r:id="rId7"/>
    <p:sldId id="353" r:id="rId8"/>
    <p:sldId id="346" r:id="rId9"/>
    <p:sldId id="347" r:id="rId10"/>
    <p:sldId id="354" r:id="rId11"/>
    <p:sldId id="355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43747-85CA-482F-AAE0-4792212318EC}" v="1" dt="2025-08-20T12:39:23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12T16:23:40.683" v="937" actId="2057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12T16:23:27.916" v="931" actId="1076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12T16:23:40.683" v="937" actId="2057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24743747-85CA-482F-AAE0-4792212318EC}"/>
    <pc:docChg chg="modMainMaster">
      <pc:chgData name="嘉展 張" userId="56c0cc265fef7f12" providerId="LiveId" clId="{24743747-85CA-482F-AAE0-4792212318EC}" dt="2025-08-20T12:39:23.483" v="0"/>
      <pc:docMkLst>
        <pc:docMk/>
      </pc:docMkLst>
      <pc:sldMasterChg chg="modSldLayout">
        <pc:chgData name="嘉展 張" userId="56c0cc265fef7f12" providerId="LiveId" clId="{24743747-85CA-482F-AAE0-4792212318EC}" dt="2025-08-20T12:39:23.483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24743747-85CA-482F-AAE0-4792212318EC}" dt="2025-08-20T12:39:23.483" v="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24743747-85CA-482F-AAE0-4792212318EC}" dt="2025-08-20T12:39:23.483" v="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7248-C301-11F6-90B9-1136C86D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13C845-10B2-13AE-87DB-0178B8D3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0221E6-9797-7860-05D4-959A9B88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1AE8-168F-A65E-00E9-9B7BEEB4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D665A0-C10B-4919-666A-E86F4D2D7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C021E2-30B9-AA79-1564-37979E579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9763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1FD3-8F60-2A48-7C50-13510EF0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BAA7D7-38D8-DAEE-02CE-284B745F7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5B0B0D-517E-B0AF-406E-560475F2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294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4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お宅訪問</a:t>
            </a:r>
            <a:endParaRPr kumimoji="1" lang="en-US" altLang="ja-JP" sz="2800" b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第四課</a:t>
            </a:r>
            <a:endParaRPr kumimoji="1" lang="ja-JP" altLang="en-US" sz="2400" b="0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めったに～ない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くらい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～そうに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わりに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(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は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) 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～なんか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でもあり、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でもある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～ところに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によって、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が違う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～に対して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上に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endParaRPr lang="ja-JP" altLang="en-US" sz="4800" dirty="0">
              <a:latin typeface="BIZ UDGothic" panose="020B0600070205080204" charset="-128"/>
              <a:ea typeface="BIZ UDGothic" panose="020B0600070205080204" charset="-128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04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お宅訪問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第四課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最近忙しくて、家族とご飯を食べることはめったに（　あります　／　ありません）。　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そのことを知っている人は（　わたしたち　／　みんな　）くらいだ。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彼女は（　楽しそうに　／　楽しいそうに　）笑ったが、目がとても寂しそうだった。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このアパートは駅から近いわりに家賃が（　高い　／　安い　）ですね。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わたしの絵（　なんか　／　によって　　）見ないでよ。恥ずかしいから。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0968-5F74-6801-27C5-15198B0D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4A492C2-433B-ABFF-0E9D-DDD00A85692B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最近忙しくて、家族とご飯を食べることはめったに（　あります　／　</a:t>
            </a:r>
            <a:r>
              <a:rPr lang="ja-JP" altLang="en-US" sz="4800" dirty="0">
                <a:solidFill>
                  <a:srgbClr val="1C85C9"/>
                </a:solidFill>
              </a:rPr>
              <a:t>ありません</a:t>
            </a:r>
            <a:r>
              <a:rPr lang="ja-JP" altLang="en-US" sz="4800" dirty="0"/>
              <a:t>）。　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そのことを知っている人は（　</a:t>
            </a:r>
            <a:r>
              <a:rPr lang="ja-JP" altLang="en-US" sz="4800" dirty="0">
                <a:solidFill>
                  <a:srgbClr val="1C85C9"/>
                </a:solidFill>
              </a:rPr>
              <a:t>わたしたち</a:t>
            </a:r>
            <a:r>
              <a:rPr lang="ja-JP" altLang="en-US" sz="4800" dirty="0"/>
              <a:t>　／　みんな　）くらいだ。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彼女は（　</a:t>
            </a:r>
            <a:r>
              <a:rPr lang="ja-JP" altLang="en-US" sz="4800" dirty="0">
                <a:solidFill>
                  <a:srgbClr val="1C85C9"/>
                </a:solidFill>
              </a:rPr>
              <a:t>楽しそうに</a:t>
            </a:r>
            <a:r>
              <a:rPr lang="ja-JP" altLang="en-US" sz="4800" dirty="0"/>
              <a:t>　／　楽しいそうに　）笑ったが、目がとても寂しそうだった。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このアパートは駅から近いわりに家賃が（　高い　／　</a:t>
            </a:r>
            <a:r>
              <a:rPr lang="ja-JP" altLang="en-US" sz="4800" dirty="0">
                <a:solidFill>
                  <a:srgbClr val="1C85C9"/>
                </a:solidFill>
              </a:rPr>
              <a:t>安い　</a:t>
            </a:r>
            <a:r>
              <a:rPr lang="ja-JP" altLang="en-US" sz="4800" dirty="0"/>
              <a:t>）ですね。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わたしの絵（</a:t>
            </a:r>
            <a:r>
              <a:rPr lang="ja-JP" altLang="en-US" sz="4800" dirty="0">
                <a:solidFill>
                  <a:srgbClr val="1C85C9"/>
                </a:solidFill>
              </a:rPr>
              <a:t>　なんか　</a:t>
            </a:r>
            <a:r>
              <a:rPr lang="ja-JP" altLang="en-US" sz="4800" dirty="0"/>
              <a:t>／　によって　　）見ないでよ。恥ずかしいから。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50B515-79A9-D8D0-BFE2-577E7E43859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86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彼は先生（　でもあり、作家でもある　／　でもい、作家でもいる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駅に着いたところに（　電話してください　／　電話がかかってきた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この料理は作る人（　によって　／　に対して　）味が違います。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お客様（　に対しては　／　によっては　）、もっと丁寧に話してください。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この店は値段が安い（　上に　／　わりに　）サービスもいいから人気だ。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0E65-A0F4-41BB-A3EA-2923D9F7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5DB411D-AC88-FC2D-00A3-25DE3946EAE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彼は先生（　</a:t>
            </a:r>
            <a:r>
              <a:rPr lang="ja-JP" altLang="en-US" sz="4800" dirty="0">
                <a:solidFill>
                  <a:srgbClr val="1C85C9"/>
                </a:solidFill>
              </a:rPr>
              <a:t>でもあり、作家でもある　</a:t>
            </a:r>
            <a:r>
              <a:rPr lang="ja-JP" altLang="en-US" sz="4800" dirty="0"/>
              <a:t>／　でもい、作家でもいる　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駅に着いたところに（　電話してください　／　</a:t>
            </a:r>
            <a:r>
              <a:rPr lang="ja-JP" altLang="en-US" sz="4800" dirty="0">
                <a:solidFill>
                  <a:srgbClr val="1C85C9"/>
                </a:solidFill>
              </a:rPr>
              <a:t>電話がかかってきた　</a:t>
            </a:r>
            <a:r>
              <a:rPr lang="ja-JP" altLang="en-US" sz="4800" dirty="0"/>
              <a:t>）。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この料理は作る人（　</a:t>
            </a:r>
            <a:r>
              <a:rPr lang="ja-JP" altLang="en-US" sz="4800" dirty="0">
                <a:solidFill>
                  <a:srgbClr val="1C85C9"/>
                </a:solidFill>
              </a:rPr>
              <a:t>によって　</a:t>
            </a:r>
            <a:r>
              <a:rPr lang="ja-JP" altLang="en-US" sz="4800" dirty="0"/>
              <a:t>／　に対して　）味が違います。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お客様（　</a:t>
            </a:r>
            <a:r>
              <a:rPr lang="ja-JP" altLang="en-US" sz="4800" dirty="0">
                <a:solidFill>
                  <a:srgbClr val="1C85C9"/>
                </a:solidFill>
              </a:rPr>
              <a:t>に対しては　</a:t>
            </a:r>
            <a:r>
              <a:rPr lang="ja-JP" altLang="en-US" sz="4800" dirty="0"/>
              <a:t>／　によっては　）、もっと丁寧に話してください。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この店は値段が安い（　</a:t>
            </a:r>
            <a:r>
              <a:rPr lang="ja-JP" altLang="en-US" sz="4800" dirty="0">
                <a:solidFill>
                  <a:srgbClr val="1C85C9"/>
                </a:solidFill>
              </a:rPr>
              <a:t>上に　</a:t>
            </a:r>
            <a:r>
              <a:rPr lang="ja-JP" altLang="en-US" sz="4800" dirty="0"/>
              <a:t>／　わりに　）サービスもいいから人気だ。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D9C5FE6-25DF-A384-E658-98634D4A6FD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878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岩崎さんはなぜ最近和菓子をあまり食べなくなったのですか。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ダイエット中だから。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忙しくて買いに行けないから。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主人が甘いものが好きではないから。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和菓子屋が家の近くにないから。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EE16-8285-1D04-A879-67E89F58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104F438-1E4B-A094-8BB4-0EE503DE80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924B4E-CDA6-27A9-052C-F546270B8EFC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岩崎さんはなぜ最近和菓子をあまり食べなくなったのですか。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ダイエット中だから。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忙しくて買いに行けないから。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主人が甘いものが好きではないから。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和菓子屋が家の近くにないから。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E8BB36-D71A-012D-5918-99087EEF4F76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 「実は、主人は甘いものが好きじゃないの。」と明記されている。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140607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筆者が「残りは</a:t>
            </a:r>
            <a:r>
              <a:rPr lang="en-US" altLang="ja-JP" sz="4800" dirty="0"/>
              <a:t>2</a:t>
            </a:r>
            <a:r>
              <a:rPr lang="ja-JP" altLang="en-US" sz="4800" dirty="0"/>
              <a:t>つしかありませんでしたが何も言えませんでした」と言った理由は何ですか。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自分も和菓子を食べたかったが、言い出せなかったから。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岩崎さんがとてもおいしそうに食べていたから。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和菓子があまりおいしくなかったから。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和菓子は主人のために持ってきたものだったから。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筆者が「残りは</a:t>
            </a:r>
            <a:r>
              <a:rPr lang="en-US" altLang="ja-JP" sz="4800" dirty="0"/>
              <a:t>2</a:t>
            </a:r>
            <a:r>
              <a:rPr lang="ja-JP" altLang="en-US" sz="4800" dirty="0"/>
              <a:t>つしかありませんでしたが何も言えませんでした」と言った理由は何ですか。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自分も和菓子を食べたかったが、言い出せなかったから。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岩崎さんがとてもおいしそうに食べていたから。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和菓子があまりおいしくなかったから。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和菓子は主人のために持ってきたものだったから。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「おいしそうに食べる岩崎さんを見ていると」とあるため、</a:t>
            </a:r>
            <a:r>
              <a:rPr lang="en-US" altLang="ja-JP" sz="4800" dirty="0"/>
              <a:t>B</a:t>
            </a:r>
            <a:r>
              <a:rPr lang="ja-JP" altLang="en-US" sz="4800" dirty="0"/>
              <a:t>が正しい。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この訪問を通して、筆者が感じたこととして最もふさわしいものはどれですか。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結婚生活は思っていたより大変そうだ。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和菓子よりコーヒーの方が好きだと思った。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結婚もいいなと思った。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岩崎さんは太りやすい体質だと思った。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この訪問を通して、筆者が感じたこととして最もふさわしいものはどれですか。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結婚生活は思っていたより大変そうだ。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和菓子よりコーヒーの方が好きだと思った。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C. </a:t>
            </a:r>
            <a:r>
              <a:rPr lang="ja-JP" altLang="en-US" sz="4800" dirty="0">
                <a:solidFill>
                  <a:srgbClr val="1C85C9"/>
                </a:solidFill>
              </a:rPr>
              <a:t>結婚もいいなと思った。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岩崎さんは太りやすい体質だと思った。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最後の文に「結婚もいいなと思いました」と筆者の感想が書かれている。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中樂透的人很少。（めったに～ない）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小孩們好像很開心地載歌載舞。（～そうに）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奶奶年紀很大，卻看起來很年輕。（～わりに）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老師不管對誰都很親切。（～に対して）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中樂透的人很少。（めったに～ない）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宝くじに当たる人はめったにいません。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小孩們好像很開心地載歌載舞。（～そうに）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子どもたちは楽しそうに歌ったり踊ったりしています。</a:t>
            </a:r>
          </a:p>
          <a:p>
            <a:pPr marL="914400" indent="-914400">
              <a:lnSpc>
                <a:spcPct val="150000"/>
              </a:lnSpc>
              <a:buFontTx/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奶奶年紀很大，卻看起來很年輕。（～わりに）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おばあさんは年のわりに、若く見えます。</a:t>
            </a:r>
          </a:p>
          <a:p>
            <a:pPr marL="914400" indent="-914400">
              <a:lnSpc>
                <a:spcPct val="150000"/>
              </a:lnSpc>
              <a:buFontTx/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老師不管對誰都很親切。（～に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対して）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先生は誰に対しても親切です。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655</TotalTime>
  <Words>1705</Words>
  <Application>Microsoft Office PowerPoint</Application>
  <PresentationFormat>ユーザー設定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Wingdings 2</vt:lpstr>
      <vt:lpstr>Calibri</vt:lpstr>
      <vt:lpstr>Gen Jyuu Gothic Bold</vt:lpstr>
      <vt:lpstr>Microsoft JhengHei</vt:lpstr>
      <vt:lpstr>BIZ UDGothic</vt:lpstr>
      <vt:lpstr>Microsoft JhengHei Light</vt:lpstr>
      <vt:lpstr>BIZ UDPGothic</vt:lpstr>
      <vt:lpstr>HGPSoeiKakugothicUB</vt:lpstr>
      <vt:lpstr>Arial</vt:lpstr>
      <vt:lpstr>Calibri Light</vt:lpstr>
      <vt:lpstr>Gen Jyuu GothicL Bold</vt:lpstr>
      <vt:lpstr>Microsoft Yahei</vt:lpstr>
      <vt:lpstr>SimSun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2025-08-20T12:39:25Z</dcterms:modified>
</cp:coreProperties>
</file>