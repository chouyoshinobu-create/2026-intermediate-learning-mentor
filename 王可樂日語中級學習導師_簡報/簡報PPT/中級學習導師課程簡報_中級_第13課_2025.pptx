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59" r:id="rId3"/>
    <p:sldId id="371" r:id="rId4"/>
    <p:sldId id="351" r:id="rId5"/>
    <p:sldId id="372" r:id="rId6"/>
    <p:sldId id="358" r:id="rId7"/>
    <p:sldId id="370" r:id="rId8"/>
    <p:sldId id="346" r:id="rId9"/>
    <p:sldId id="347" r:id="rId10"/>
    <p:sldId id="354" r:id="rId11"/>
    <p:sldId id="355" r:id="rId12"/>
    <p:sldId id="343" r:id="rId13"/>
    <p:sldId id="342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6C2923-82F6-4236-9CB5-3F8454DD2333}" v="4" dt="2025-08-24T07:23:51.9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" d="100"/>
          <a:sy n="22" d="100"/>
        </p:scale>
        <p:origin x="16" y="19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879AC0E9-7501-4668-80DB-CE5CA74F18BF}"/>
    <pc:docChg chg="undo custSel addSld delSld modSld modMainMaster">
      <pc:chgData name="嘉展 張" userId="56c0cc265fef7f12" providerId="LiveId" clId="{879AC0E9-7501-4668-80DB-CE5CA74F18BF}" dt="2025-07-12T16:13:38.248" v="196" actId="20577"/>
      <pc:docMkLst>
        <pc:docMk/>
      </pc:docMkLst>
      <pc:sldChg chg="modSp mod">
        <pc:chgData name="嘉展 張" userId="56c0cc265fef7f12" providerId="LiveId" clId="{879AC0E9-7501-4668-80DB-CE5CA74F18BF}" dt="2025-07-12T14:30:51.547" v="40" actId="27636"/>
        <pc:sldMkLst>
          <pc:docMk/>
          <pc:sldMk cId="1698366788" sldId="274"/>
        </pc:sldMkLst>
      </pc:sldChg>
      <pc:sldChg chg="modSp mod">
        <pc:chgData name="嘉展 張" userId="56c0cc265fef7f12" providerId="LiveId" clId="{879AC0E9-7501-4668-80DB-CE5CA74F18BF}" dt="2025-07-12T16:13:38.248" v="196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879AC0E9-7501-4668-80DB-CE5CA74F18BF}" dt="2025-07-12T16:13:26.939" v="184" actId="6549"/>
        <pc:sldMkLst>
          <pc:docMk/>
          <pc:sldMk cId="345017411" sldId="343"/>
        </pc:sldMkLst>
      </pc:sldChg>
      <pc:sldChg chg="modSp mod">
        <pc:chgData name="嘉展 張" userId="56c0cc265fef7f12" providerId="LiveId" clId="{879AC0E9-7501-4668-80DB-CE5CA74F18BF}" dt="2025-07-12T15:36:04.544" v="104" actId="15"/>
        <pc:sldMkLst>
          <pc:docMk/>
          <pc:sldMk cId="3752334464" sldId="345"/>
        </pc:sldMkLst>
      </pc:sldChg>
      <pc:sldChg chg="modSp mod">
        <pc:chgData name="嘉展 張" userId="56c0cc265fef7f12" providerId="LiveId" clId="{879AC0E9-7501-4668-80DB-CE5CA74F18BF}" dt="2025-07-12T16:07:10.911" v="137" actId="15"/>
        <pc:sldMkLst>
          <pc:docMk/>
          <pc:sldMk cId="1115666099" sldId="346"/>
        </pc:sldMkLst>
      </pc:sldChg>
      <pc:sldChg chg="modSp mod">
        <pc:chgData name="嘉展 張" userId="56c0cc265fef7f12" providerId="LiveId" clId="{879AC0E9-7501-4668-80DB-CE5CA74F18BF}" dt="2025-07-12T16:07:28.807" v="140"/>
        <pc:sldMkLst>
          <pc:docMk/>
          <pc:sldMk cId="3822570613" sldId="347"/>
        </pc:sldMkLst>
      </pc:sldChg>
      <pc:sldChg chg="modSp mod">
        <pc:chgData name="嘉展 張" userId="56c0cc265fef7f12" providerId="LiveId" clId="{879AC0E9-7501-4668-80DB-CE5CA74F18BF}" dt="2025-07-12T15:09:07.935" v="102" actId="207"/>
        <pc:sldMkLst>
          <pc:docMk/>
          <pc:sldMk cId="732333138" sldId="351"/>
        </pc:sldMkLst>
      </pc:sldChg>
      <pc:sldChg chg="modSp mod">
        <pc:chgData name="嘉展 張" userId="56c0cc265fef7f12" providerId="LiveId" clId="{879AC0E9-7501-4668-80DB-CE5CA74F18BF}" dt="2025-07-12T16:07:44.860" v="142" actId="15"/>
        <pc:sldMkLst>
          <pc:docMk/>
          <pc:sldMk cId="2503062332" sldId="354"/>
        </pc:sldMkLst>
      </pc:sldChg>
      <pc:sldChg chg="modSp mod">
        <pc:chgData name="嘉展 張" userId="56c0cc265fef7f12" providerId="LiveId" clId="{879AC0E9-7501-4668-80DB-CE5CA74F18BF}" dt="2025-07-12T16:08:05.777" v="145"/>
        <pc:sldMkLst>
          <pc:docMk/>
          <pc:sldMk cId="2169278876" sldId="355"/>
        </pc:sldMkLst>
      </pc:sldChg>
      <pc:sldChg chg="modSp mod">
        <pc:chgData name="嘉展 張" userId="56c0cc265fef7f12" providerId="LiveId" clId="{879AC0E9-7501-4668-80DB-CE5CA74F18BF}" dt="2025-07-12T15:42:43.207" v="135" actId="1035"/>
        <pc:sldMkLst>
          <pc:docMk/>
          <pc:sldMk cId="4193172206" sldId="358"/>
        </pc:sldMkLst>
      </pc:sldChg>
      <pc:sldChg chg="modSp mod">
        <pc:chgData name="嘉展 張" userId="56c0cc265fef7f12" providerId="LiveId" clId="{879AC0E9-7501-4668-80DB-CE5CA74F18BF}" dt="2025-07-12T14:55:12.837" v="56" actId="20577"/>
        <pc:sldMkLst>
          <pc:docMk/>
          <pc:sldMk cId="3585428774" sldId="359"/>
        </pc:sldMkLst>
      </pc:sldChg>
      <pc:sldChg chg="del">
        <pc:chgData name="嘉展 張" userId="56c0cc265fef7f12" providerId="LiveId" clId="{879AC0E9-7501-4668-80DB-CE5CA74F18BF}" dt="2025-07-12T15:09:04.989" v="101" actId="47"/>
        <pc:sldMkLst>
          <pc:docMk/>
          <pc:sldMk cId="1800767988" sldId="367"/>
        </pc:sldMkLst>
      </pc:sldChg>
      <pc:sldChg chg="add">
        <pc:chgData name="嘉展 張" userId="56c0cc265fef7f12" providerId="LiveId" clId="{879AC0E9-7501-4668-80DB-CE5CA74F18BF}" dt="2025-07-12T15:09:02.987" v="100"/>
        <pc:sldMkLst>
          <pc:docMk/>
          <pc:sldMk cId="1054572155" sldId="368"/>
        </pc:sldMkLst>
      </pc:sldChg>
      <pc:sldMasterChg chg="modSldLayout">
        <pc:chgData name="嘉展 張" userId="56c0cc265fef7f12" providerId="LiveId" clId="{879AC0E9-7501-4668-80DB-CE5CA74F18BF}" dt="2025-07-12T14:19:41.818" v="31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9AC0E9-7501-4668-80DB-CE5CA74F18BF}" dt="2025-07-12T14:19:41.818" v="31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213D5065-CE67-4765-9BDB-C6C7D26EE3E2}"/>
    <pc:docChg chg="undo custSel addSld delSld modSld modMainMaster">
      <pc:chgData name="嘉展 張" userId="56c0cc265fef7f12" providerId="LiveId" clId="{213D5065-CE67-4765-9BDB-C6C7D26EE3E2}" dt="2025-07-13T11:08:57.250" v="210" actId="5793"/>
      <pc:docMkLst>
        <pc:docMk/>
      </pc:docMkLst>
      <pc:sldChg chg="modSp mod">
        <pc:chgData name="嘉展 張" userId="56c0cc265fef7f12" providerId="LiveId" clId="{213D5065-CE67-4765-9BDB-C6C7D26EE3E2}" dt="2025-07-13T10:51:19.674" v="22" actId="20577"/>
        <pc:sldMkLst>
          <pc:docMk/>
          <pc:sldMk cId="1698366788" sldId="274"/>
        </pc:sldMkLst>
      </pc:sldChg>
      <pc:sldChg chg="del">
        <pc:chgData name="嘉展 張" userId="56c0cc265fef7f12" providerId="LiveId" clId="{213D5065-CE67-4765-9BDB-C6C7D26EE3E2}" dt="2025-07-13T11:03:34.371" v="156" actId="47"/>
        <pc:sldMkLst>
          <pc:docMk/>
          <pc:sldMk cId="3752334464" sldId="345"/>
        </pc:sldMkLst>
      </pc:sldChg>
      <pc:sldChg chg="modSp mod">
        <pc:chgData name="嘉展 張" userId="56c0cc265fef7f12" providerId="LiveId" clId="{213D5065-CE67-4765-9BDB-C6C7D26EE3E2}" dt="2025-07-13T11:04:58.661" v="171" actId="15"/>
        <pc:sldMkLst>
          <pc:docMk/>
          <pc:sldMk cId="1115666099" sldId="346"/>
        </pc:sldMkLst>
      </pc:sldChg>
      <pc:sldChg chg="modSp mod">
        <pc:chgData name="嘉展 張" userId="56c0cc265fef7f12" providerId="LiveId" clId="{213D5065-CE67-4765-9BDB-C6C7D26EE3E2}" dt="2025-07-13T11:05:22.088" v="174"/>
        <pc:sldMkLst>
          <pc:docMk/>
          <pc:sldMk cId="3822570613" sldId="347"/>
        </pc:sldMkLst>
      </pc:sldChg>
      <pc:sldChg chg="modSp mod">
        <pc:chgData name="嘉展 張" userId="56c0cc265fef7f12" providerId="LiveId" clId="{213D5065-CE67-4765-9BDB-C6C7D26EE3E2}" dt="2025-07-13T11:03:30.555" v="155" actId="207"/>
        <pc:sldMkLst>
          <pc:docMk/>
          <pc:sldMk cId="732333138" sldId="351"/>
        </pc:sldMkLst>
      </pc:sldChg>
      <pc:sldChg chg="modSp mod">
        <pc:chgData name="嘉展 張" userId="56c0cc265fef7f12" providerId="LiveId" clId="{213D5065-CE67-4765-9BDB-C6C7D26EE3E2}" dt="2025-07-13T11:06:17.774" v="180" actId="207"/>
        <pc:sldMkLst>
          <pc:docMk/>
          <pc:sldMk cId="2503062332" sldId="354"/>
        </pc:sldMkLst>
      </pc:sldChg>
      <pc:sldChg chg="modSp mod">
        <pc:chgData name="嘉展 張" userId="56c0cc265fef7f12" providerId="LiveId" clId="{213D5065-CE67-4765-9BDB-C6C7D26EE3E2}" dt="2025-07-13T11:06:01.834" v="179"/>
        <pc:sldMkLst>
          <pc:docMk/>
          <pc:sldMk cId="2169278876" sldId="355"/>
        </pc:sldMkLst>
      </pc:sldChg>
      <pc:sldChg chg="delSp modSp mod">
        <pc:chgData name="嘉展 張" userId="56c0cc265fef7f12" providerId="LiveId" clId="{213D5065-CE67-4765-9BDB-C6C7D26EE3E2}" dt="2025-07-13T11:04:26.703" v="166"/>
        <pc:sldMkLst>
          <pc:docMk/>
          <pc:sldMk cId="4193172206" sldId="358"/>
        </pc:sldMkLst>
      </pc:sldChg>
      <pc:sldChg chg="modSp mod">
        <pc:chgData name="嘉展 張" userId="56c0cc265fef7f12" providerId="LiveId" clId="{213D5065-CE67-4765-9BDB-C6C7D26EE3E2}" dt="2025-07-13T11:00:14.015" v="60" actId="207"/>
        <pc:sldMkLst>
          <pc:docMk/>
          <pc:sldMk cId="3585428774" sldId="359"/>
        </pc:sldMkLst>
      </pc:sldChg>
      <pc:sldChg chg="modSp mod">
        <pc:chgData name="嘉展 張" userId="56c0cc265fef7f12" providerId="LiveId" clId="{213D5065-CE67-4765-9BDB-C6C7D26EE3E2}" dt="2025-07-13T11:00:07.921" v="59"/>
        <pc:sldMkLst>
          <pc:docMk/>
          <pc:sldMk cId="3330119125" sldId="366"/>
        </pc:sldMkLst>
      </pc:sldChg>
      <pc:sldChg chg="del">
        <pc:chgData name="嘉展 張" userId="56c0cc265fef7f12" providerId="LiveId" clId="{213D5065-CE67-4765-9BDB-C6C7D26EE3E2}" dt="2025-07-13T11:03:34.371" v="156" actId="47"/>
        <pc:sldMkLst>
          <pc:docMk/>
          <pc:sldMk cId="1054572155" sldId="368"/>
        </pc:sldMkLst>
      </pc:sldChg>
      <pc:sldChg chg="add">
        <pc:chgData name="嘉展 張" userId="56c0cc265fef7f12" providerId="LiveId" clId="{213D5065-CE67-4765-9BDB-C6C7D26EE3E2}" dt="2025-07-13T11:03:27.459" v="154"/>
        <pc:sldMkLst>
          <pc:docMk/>
          <pc:sldMk cId="3880434486" sldId="369"/>
        </pc:sldMkLst>
      </pc:sldChg>
      <pc:sldChg chg="modSp add mod">
        <pc:chgData name="嘉展 張" userId="56c0cc265fef7f12" providerId="LiveId" clId="{213D5065-CE67-4765-9BDB-C6C7D26EE3E2}" dt="2025-07-13T11:04:43.531" v="169"/>
        <pc:sldMkLst>
          <pc:docMk/>
          <pc:sldMk cId="988387482" sldId="370"/>
        </pc:sldMkLst>
      </pc:sldChg>
      <pc:sldMasterChg chg="modSldLayout">
        <pc:chgData name="嘉展 張" userId="56c0cc265fef7f12" providerId="LiveId" clId="{213D5065-CE67-4765-9BDB-C6C7D26EE3E2}" dt="2025-07-13T10:51:41.973" v="33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213D5065-CE67-4765-9BDB-C6C7D26EE3E2}" dt="2025-07-13T10:51:41.973" v="33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09T08:50:25.732" v="856" actId="20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09T08:47:51.529" v="819" actId="5793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09T08:49:53.628" v="855" actId="20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modSp add mod ord">
        <pc:chgData name="嘉展 張" userId="56c0cc265fef7f12" providerId="LiveId" clId="{61A3D83D-8E70-4168-93F8-664275C06C64}" dt="2025-07-09T08:36:58.667" v="633" actId="207"/>
        <pc:sldMkLst>
          <pc:docMk/>
          <pc:sldMk cId="732333138" sldId="351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Chg chg="modSp add mod">
        <pc:chgData name="嘉展 張" userId="56c0cc265fef7f12" providerId="LiveId" clId="{61A3D83D-8E70-4168-93F8-664275C06C64}" dt="2025-07-09T08:46:38.988" v="804" actId="15"/>
        <pc:sldMkLst>
          <pc:docMk/>
          <pc:sldMk cId="2503062332" sldId="354"/>
        </pc:sldMkLst>
      </pc:sldChg>
      <pc:sldChg chg="addSp delSp modSp add mod">
        <pc:chgData name="嘉展 張" userId="56c0cc265fef7f12" providerId="LiveId" clId="{61A3D83D-8E70-4168-93F8-664275C06C64}" dt="2025-07-09T08:47:25.416" v="812"/>
        <pc:sldMkLst>
          <pc:docMk/>
          <pc:sldMk cId="2169278876" sldId="355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59.783" v="1614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4409F9D8-FA24-44EF-8020-254A52CDBD6B}"/>
    <pc:docChg chg="undo custSel addSld delSld modSld modMainMaster">
      <pc:chgData name="嘉展 張" userId="56c0cc265fef7f12" providerId="LiveId" clId="{4409F9D8-FA24-44EF-8020-254A52CDBD6B}" dt="2025-07-11T23:49:18.575" v="183" actId="20577"/>
      <pc:docMkLst>
        <pc:docMk/>
      </pc:docMkLst>
      <pc:sldChg chg="modSp mod">
        <pc:chgData name="嘉展 張" userId="56c0cc265fef7f12" providerId="LiveId" clId="{4409F9D8-FA24-44EF-8020-254A52CDBD6B}" dt="2025-07-11T23:40:58.792" v="23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4409F9D8-FA24-44EF-8020-254A52CDBD6B}" dt="2025-07-11T23:49:18.575" v="183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4409F9D8-FA24-44EF-8020-254A52CDBD6B}" dt="2025-07-11T23:46:45.169" v="146" actId="6549"/>
        <pc:sldMkLst>
          <pc:docMk/>
          <pc:sldMk cId="345017411" sldId="343"/>
        </pc:sldMkLst>
      </pc:sldChg>
      <pc:sldChg chg="modSp mod">
        <pc:chgData name="嘉展 張" userId="56c0cc265fef7f12" providerId="LiveId" clId="{4409F9D8-FA24-44EF-8020-254A52CDBD6B}" dt="2025-07-11T23:44:45.539" v="120" actId="15"/>
        <pc:sldMkLst>
          <pc:docMk/>
          <pc:sldMk cId="3752334464" sldId="345"/>
        </pc:sldMkLst>
      </pc:sldChg>
      <pc:sldChg chg="modSp mod">
        <pc:chgData name="嘉展 張" userId="56c0cc265fef7f12" providerId="LiveId" clId="{4409F9D8-FA24-44EF-8020-254A52CDBD6B}" dt="2025-07-11T23:45:23.356" v="127" actId="15"/>
        <pc:sldMkLst>
          <pc:docMk/>
          <pc:sldMk cId="1115666099" sldId="346"/>
        </pc:sldMkLst>
      </pc:sldChg>
      <pc:sldChg chg="modSp mod">
        <pc:chgData name="嘉展 張" userId="56c0cc265fef7f12" providerId="LiveId" clId="{4409F9D8-FA24-44EF-8020-254A52CDBD6B}" dt="2025-07-11T23:45:47.305" v="131"/>
        <pc:sldMkLst>
          <pc:docMk/>
          <pc:sldMk cId="3822570613" sldId="347"/>
        </pc:sldMkLst>
      </pc:sldChg>
      <pc:sldChg chg="modSp mod">
        <pc:chgData name="嘉展 張" userId="56c0cc265fef7f12" providerId="LiveId" clId="{4409F9D8-FA24-44EF-8020-254A52CDBD6B}" dt="2025-07-11T23:44:22.209" v="117" actId="207"/>
        <pc:sldMkLst>
          <pc:docMk/>
          <pc:sldMk cId="732333138" sldId="351"/>
        </pc:sldMkLst>
      </pc:sldChg>
      <pc:sldChg chg="modSp mod">
        <pc:chgData name="嘉展 張" userId="56c0cc265fef7f12" providerId="LiveId" clId="{4409F9D8-FA24-44EF-8020-254A52CDBD6B}" dt="2025-07-11T23:46:02.119" v="133" actId="15"/>
        <pc:sldMkLst>
          <pc:docMk/>
          <pc:sldMk cId="2503062332" sldId="354"/>
        </pc:sldMkLst>
      </pc:sldChg>
      <pc:sldChg chg="modSp mod">
        <pc:chgData name="嘉展 張" userId="56c0cc265fef7f12" providerId="LiveId" clId="{4409F9D8-FA24-44EF-8020-254A52CDBD6B}" dt="2025-07-11T23:46:21.269" v="136"/>
        <pc:sldMkLst>
          <pc:docMk/>
          <pc:sldMk cId="2169278876" sldId="355"/>
        </pc:sldMkLst>
      </pc:sldChg>
      <pc:sldChg chg="modSp mod">
        <pc:chgData name="嘉展 張" userId="56c0cc265fef7f12" providerId="LiveId" clId="{4409F9D8-FA24-44EF-8020-254A52CDBD6B}" dt="2025-07-11T23:45:10.882" v="125" actId="6549"/>
        <pc:sldMkLst>
          <pc:docMk/>
          <pc:sldMk cId="4193172206" sldId="358"/>
        </pc:sldMkLst>
      </pc:sldChg>
      <pc:sldChg chg="modSp mod">
        <pc:chgData name="嘉展 張" userId="56c0cc265fef7f12" providerId="LiveId" clId="{4409F9D8-FA24-44EF-8020-254A52CDBD6B}" dt="2025-07-11T23:43:01.538" v="78" actId="207"/>
        <pc:sldMkLst>
          <pc:docMk/>
          <pc:sldMk cId="3585428774" sldId="359"/>
        </pc:sldMkLst>
      </pc:sldChg>
      <pc:sldChg chg="del">
        <pc:chgData name="嘉展 張" userId="56c0cc265fef7f12" providerId="LiveId" clId="{4409F9D8-FA24-44EF-8020-254A52CDBD6B}" dt="2025-07-11T23:43:08.834" v="79" actId="47"/>
        <pc:sldMkLst>
          <pc:docMk/>
          <pc:sldMk cId="2901890192" sldId="364"/>
        </pc:sldMkLst>
      </pc:sldChg>
      <pc:sldChg chg="del">
        <pc:chgData name="嘉展 張" userId="56c0cc265fef7f12" providerId="LiveId" clId="{4409F9D8-FA24-44EF-8020-254A52CDBD6B}" dt="2025-07-11T23:44:29.335" v="118" actId="47"/>
        <pc:sldMkLst>
          <pc:docMk/>
          <pc:sldMk cId="4208653585" sldId="365"/>
        </pc:sldMkLst>
      </pc:sldChg>
      <pc:sldChg chg="add">
        <pc:chgData name="嘉展 張" userId="56c0cc265fef7f12" providerId="LiveId" clId="{4409F9D8-FA24-44EF-8020-254A52CDBD6B}" dt="2025-07-11T23:42:57.506" v="77"/>
        <pc:sldMkLst>
          <pc:docMk/>
          <pc:sldMk cId="3330119125" sldId="366"/>
        </pc:sldMkLst>
      </pc:sldChg>
      <pc:sldChg chg="add">
        <pc:chgData name="嘉展 張" userId="56c0cc265fef7f12" providerId="LiveId" clId="{4409F9D8-FA24-44EF-8020-254A52CDBD6B}" dt="2025-07-11T23:44:15.134" v="116"/>
        <pc:sldMkLst>
          <pc:docMk/>
          <pc:sldMk cId="1800767988" sldId="367"/>
        </pc:sldMkLst>
      </pc:sldChg>
      <pc:sldMasterChg chg="modSldLayout">
        <pc:chgData name="嘉展 張" userId="56c0cc265fef7f12" providerId="LiveId" clId="{4409F9D8-FA24-44EF-8020-254A52CDBD6B}" dt="2025-07-11T23:41:22.191" v="34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4409F9D8-FA24-44EF-8020-254A52CDBD6B}" dt="2025-07-11T23:41:22.191" v="34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B8F15BBE-A2E8-4DCB-B8C2-722EEBD073BE}"/>
    <pc:docChg chg="undo redo custSel addSld delSld modSld modMainMaster">
      <pc:chgData name="嘉展 張" userId="56c0cc265fef7f12" providerId="LiveId" clId="{B8F15BBE-A2E8-4DCB-B8C2-722EEBD073BE}" dt="2025-07-11T23:37:36.079" v="211" actId="20577"/>
      <pc:docMkLst>
        <pc:docMk/>
      </pc:docMkLst>
      <pc:sldChg chg="modSp mod">
        <pc:chgData name="嘉展 張" userId="56c0cc265fef7f12" providerId="LiveId" clId="{B8F15BBE-A2E8-4DCB-B8C2-722EEBD073BE}" dt="2025-07-11T23:31:50.127" v="130" actId="207"/>
        <pc:sldMkLst>
          <pc:docMk/>
          <pc:sldMk cId="732333138" sldId="351"/>
        </pc:sldMkLst>
      </pc:sldChg>
      <pc:sldChg chg="modSp mod">
        <pc:chgData name="嘉展 張" userId="56c0cc265fef7f12" providerId="LiveId" clId="{B8F15BBE-A2E8-4DCB-B8C2-722EEBD073BE}" dt="2025-07-11T23:33:49.051" v="148" actId="15"/>
        <pc:sldMkLst>
          <pc:docMk/>
          <pc:sldMk cId="2503062332" sldId="354"/>
        </pc:sldMkLst>
      </pc:sldChg>
      <pc:sldChg chg="modSp mod">
        <pc:chgData name="嘉展 張" userId="56c0cc265fef7f12" providerId="LiveId" clId="{B8F15BBE-A2E8-4DCB-B8C2-722EEBD073BE}" dt="2025-07-11T23:34:13.940" v="153"/>
        <pc:sldMkLst>
          <pc:docMk/>
          <pc:sldMk cId="2169278876" sldId="355"/>
        </pc:sldMkLst>
      </pc:sldChg>
      <pc:sldChg chg="modSp mod">
        <pc:chgData name="嘉展 張" userId="56c0cc265fef7f12" providerId="LiveId" clId="{B8F15BBE-A2E8-4DCB-B8C2-722EEBD073BE}" dt="2025-07-11T23:32:58.322" v="141" actId="6549"/>
        <pc:sldMkLst>
          <pc:docMk/>
          <pc:sldMk cId="4193172206" sldId="358"/>
        </pc:sldMkLst>
      </pc:sldChg>
      <pc:sldChg chg="modSp mod">
        <pc:chgData name="嘉展 張" userId="56c0cc265fef7f12" providerId="LiveId" clId="{B8F15BBE-A2E8-4DCB-B8C2-722EEBD073BE}" dt="2025-07-11T23:29:58.509" v="83" actId="207"/>
        <pc:sldMkLst>
          <pc:docMk/>
          <pc:sldMk cId="3585428774" sldId="359"/>
        </pc:sldMkLst>
      </pc:sldChg>
      <pc:sldChg chg="del">
        <pc:chgData name="嘉展 張" userId="56c0cc265fef7f12" providerId="LiveId" clId="{B8F15BBE-A2E8-4DCB-B8C2-722EEBD073BE}" dt="2025-07-11T23:29:53.142" v="81" actId="47"/>
        <pc:sldMkLst>
          <pc:docMk/>
          <pc:sldMk cId="2643400217" sldId="362"/>
        </pc:sldMkLst>
      </pc:sldChg>
      <pc:sldChg chg="del">
        <pc:chgData name="嘉展 張" userId="56c0cc265fef7f12" providerId="LiveId" clId="{B8F15BBE-A2E8-4DCB-B8C2-722EEBD073BE}" dt="2025-07-11T23:31:42.132" v="129" actId="47"/>
        <pc:sldMkLst>
          <pc:docMk/>
          <pc:sldMk cId="1308011151" sldId="363"/>
        </pc:sldMkLst>
      </pc:sldChg>
      <pc:sldChg chg="add">
        <pc:chgData name="嘉展 張" userId="56c0cc265fef7f12" providerId="LiveId" clId="{B8F15BBE-A2E8-4DCB-B8C2-722EEBD073BE}" dt="2025-07-11T23:29:54.524" v="82"/>
        <pc:sldMkLst>
          <pc:docMk/>
          <pc:sldMk cId="2901890192" sldId="364"/>
        </pc:sldMkLst>
      </pc:sldChg>
      <pc:sldChg chg="add">
        <pc:chgData name="嘉展 張" userId="56c0cc265fef7f12" providerId="LiveId" clId="{B8F15BBE-A2E8-4DCB-B8C2-722EEBD073BE}" dt="2025-07-11T23:31:40.443" v="128"/>
        <pc:sldMkLst>
          <pc:docMk/>
          <pc:sldMk cId="4208653585" sldId="365"/>
        </pc:sldMkLst>
      </pc:sldChg>
      <pc:sldChg chg="addSp delSp modSp add del mod">
        <pc:chgData name="嘉展 張" userId="56c0cc265fef7f12" providerId="LiveId" clId="{B8F15BBE-A2E8-4DCB-B8C2-722EEBD073BE}" dt="2025-07-11T23:35:29.456" v="171" actId="47"/>
        <pc:sldMkLst>
          <pc:docMk/>
          <pc:sldMk cId="2529413341" sldId="366"/>
        </pc:sldMkLst>
      </pc:sld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871B63E1-5688-4BC9-A264-EFDDC7298B48}"/>
    <pc:docChg chg="undo custSel addSld delSld modSld modMainMaster">
      <pc:chgData name="嘉展 張" userId="56c0cc265fef7f12" providerId="LiveId" clId="{871B63E1-5688-4BC9-A264-EFDDC7298B48}" dt="2025-07-11T23:25:53.146" v="183" actId="5793"/>
      <pc:docMkLst>
        <pc:docMk/>
      </pc:docMkLst>
      <pc:sldChg chg="modSp mod">
        <pc:chgData name="嘉展 張" userId="56c0cc265fef7f12" providerId="LiveId" clId="{871B63E1-5688-4BC9-A264-EFDDC7298B48}" dt="2025-07-11T23:13:48.171" v="11"/>
        <pc:sldMkLst>
          <pc:docMk/>
          <pc:sldMk cId="1698366788" sldId="274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3676040206" sldId="336"/>
        </pc:sldMkLst>
      </pc:sldChg>
      <pc:sldChg chg="modSp mod">
        <pc:chgData name="嘉展 張" userId="56c0cc265fef7f12" providerId="LiveId" clId="{871B63E1-5688-4BC9-A264-EFDDC7298B48}" dt="2025-07-11T23:25:53.146" v="183" actId="5793"/>
        <pc:sldMkLst>
          <pc:docMk/>
          <pc:sldMk cId="3383698067" sldId="342"/>
        </pc:sldMkLst>
      </pc:sldChg>
      <pc:sldChg chg="modSp mod">
        <pc:chgData name="嘉展 張" userId="56c0cc265fef7f12" providerId="LiveId" clId="{871B63E1-5688-4BC9-A264-EFDDC7298B48}" dt="2025-07-11T23:23:17.764" v="150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71B63E1-5688-4BC9-A264-EFDDC7298B48}" dt="2025-07-11T23:21:28.196" v="125" actId="15"/>
        <pc:sldMkLst>
          <pc:docMk/>
          <pc:sldMk cId="3752334464" sldId="345"/>
        </pc:sldMkLst>
      </pc:sldChg>
      <pc:sldChg chg="modSp mod">
        <pc:chgData name="嘉展 張" userId="56c0cc265fef7f12" providerId="LiveId" clId="{871B63E1-5688-4BC9-A264-EFDDC7298B48}" dt="2025-07-11T23:22:00.820" v="130" actId="15"/>
        <pc:sldMkLst>
          <pc:docMk/>
          <pc:sldMk cId="1115666099" sldId="346"/>
        </pc:sldMkLst>
      </pc:sldChg>
      <pc:sldChg chg="modSp mod">
        <pc:chgData name="嘉展 張" userId="56c0cc265fef7f12" providerId="LiveId" clId="{871B63E1-5688-4BC9-A264-EFDDC7298B48}" dt="2025-07-11T23:22:18.321" v="133"/>
        <pc:sldMkLst>
          <pc:docMk/>
          <pc:sldMk cId="3822570613" sldId="347"/>
        </pc:sldMkLst>
      </pc:sldChg>
      <pc:sldChg chg="modSp mod">
        <pc:chgData name="嘉展 張" userId="56c0cc265fef7f12" providerId="LiveId" clId="{871B63E1-5688-4BC9-A264-EFDDC7298B48}" dt="2025-07-11T23:20:59.511" v="121" actId="207"/>
        <pc:sldMkLst>
          <pc:docMk/>
          <pc:sldMk cId="732333138" sldId="351"/>
        </pc:sldMkLst>
      </pc:sldChg>
      <pc:sldChg chg="modSp mod">
        <pc:chgData name="嘉展 張" userId="56c0cc265fef7f12" providerId="LiveId" clId="{871B63E1-5688-4BC9-A264-EFDDC7298B48}" dt="2025-07-11T23:22:37.686" v="135" actId="15"/>
        <pc:sldMkLst>
          <pc:docMk/>
          <pc:sldMk cId="2503062332" sldId="354"/>
        </pc:sldMkLst>
      </pc:sldChg>
      <pc:sldChg chg="modSp mod">
        <pc:chgData name="嘉展 張" userId="56c0cc265fef7f12" providerId="LiveId" clId="{871B63E1-5688-4BC9-A264-EFDDC7298B48}" dt="2025-07-11T23:22:54.190" v="138"/>
        <pc:sldMkLst>
          <pc:docMk/>
          <pc:sldMk cId="2169278876" sldId="355"/>
        </pc:sldMkLst>
      </pc:sldChg>
      <pc:sldChg chg="modSp mod">
        <pc:chgData name="嘉展 張" userId="56c0cc265fef7f12" providerId="LiveId" clId="{871B63E1-5688-4BC9-A264-EFDDC7298B48}" dt="2025-07-11T23:21:47.926" v="128"/>
        <pc:sldMkLst>
          <pc:docMk/>
          <pc:sldMk cId="4193172206" sldId="358"/>
        </pc:sldMkLst>
      </pc:sldChg>
      <pc:sldChg chg="modSp mod">
        <pc:chgData name="嘉展 張" userId="56c0cc265fef7f12" providerId="LiveId" clId="{871B63E1-5688-4BC9-A264-EFDDC7298B48}" dt="2025-07-11T23:21:01.265" v="122" actId="207"/>
        <pc:sldMkLst>
          <pc:docMk/>
          <pc:sldMk cId="3585428774" sldId="359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771378846" sldId="361"/>
        </pc:sldMkLst>
      </pc:sldChg>
      <pc:sldChg chg="add">
        <pc:chgData name="嘉展 張" userId="56c0cc265fef7f12" providerId="LiveId" clId="{871B63E1-5688-4BC9-A264-EFDDC7298B48}" dt="2025-07-11T23:18:10.223" v="57"/>
        <pc:sldMkLst>
          <pc:docMk/>
          <pc:sldMk cId="2643400217" sldId="362"/>
        </pc:sldMkLst>
      </pc:sldChg>
      <pc:sldChg chg="add">
        <pc:chgData name="嘉展 張" userId="56c0cc265fef7f12" providerId="LiveId" clId="{871B63E1-5688-4BC9-A264-EFDDC7298B48}" dt="2025-07-11T23:20:56.187" v="120"/>
        <pc:sldMkLst>
          <pc:docMk/>
          <pc:sldMk cId="1308011151" sldId="363"/>
        </pc:sldMkLst>
      </pc:sldChg>
      <pc:sldMasterChg chg="modSldLayout">
        <pc:chgData name="嘉展 張" userId="56c0cc265fef7f12" providerId="LiveId" clId="{871B63E1-5688-4BC9-A264-EFDDC7298B48}" dt="2025-07-11T23:18:41.043" v="80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1B63E1-5688-4BC9-A264-EFDDC7298B48}" dt="2025-07-11T23:18:41.043" v="80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CA2D70FC-5C55-47B2-99B4-B3F2BD8F9BEE}"/>
    <pc:docChg chg="undo custSel addSld delSld modSld sldOrd modMainMaster">
      <pc:chgData name="嘉展 張" userId="56c0cc265fef7f12" providerId="LiveId" clId="{CA2D70FC-5C55-47B2-99B4-B3F2BD8F9BEE}" dt="2025-07-09T09:08:13.713" v="221" actId="207"/>
      <pc:docMkLst>
        <pc:docMk/>
      </pc:docMkLst>
      <pc:sldChg chg="modSp mod">
        <pc:chgData name="嘉展 張" userId="56c0cc265fef7f12" providerId="LiveId" clId="{CA2D70FC-5C55-47B2-99B4-B3F2BD8F9BEE}" dt="2025-07-09T08:53:37.299" v="38"/>
        <pc:sldMkLst>
          <pc:docMk/>
          <pc:sldMk cId="1698366788" sldId="274"/>
        </pc:sldMkLst>
      </pc:sldChg>
      <pc:sldChg chg="modSp mod">
        <pc:chgData name="嘉展 張" userId="56c0cc265fef7f12" providerId="LiveId" clId="{CA2D70FC-5C55-47B2-99B4-B3F2BD8F9BEE}" dt="2025-07-09T09:00:47.384" v="157" actId="207"/>
        <pc:sldMkLst>
          <pc:docMk/>
          <pc:sldMk cId="3676040206" sldId="336"/>
        </pc:sldMkLst>
      </pc:sldChg>
      <pc:sldChg chg="del">
        <pc:chgData name="嘉展 張" userId="56c0cc265fef7f12" providerId="LiveId" clId="{CA2D70FC-5C55-47B2-99B4-B3F2BD8F9BEE}" dt="2025-07-09T08:58:04.032" v="107" actId="47"/>
        <pc:sldMkLst>
          <pc:docMk/>
          <pc:sldMk cId="2128628793" sldId="337"/>
        </pc:sldMkLst>
      </pc:sldChg>
      <pc:sldChg chg="modSp mod">
        <pc:chgData name="嘉展 張" userId="56c0cc265fef7f12" providerId="LiveId" clId="{CA2D70FC-5C55-47B2-99B4-B3F2BD8F9BEE}" dt="2025-07-09T09:07:36.283" v="220" actId="20577"/>
        <pc:sldMkLst>
          <pc:docMk/>
          <pc:sldMk cId="3383698067" sldId="342"/>
        </pc:sldMkLst>
      </pc:sldChg>
      <pc:sldChg chg="modSp mod ord">
        <pc:chgData name="嘉展 張" userId="56c0cc265fef7f12" providerId="LiveId" clId="{CA2D70FC-5C55-47B2-99B4-B3F2BD8F9BEE}" dt="2025-07-09T09:07:28.375" v="218" actId="20577"/>
        <pc:sldMkLst>
          <pc:docMk/>
          <pc:sldMk cId="345017411" sldId="343"/>
        </pc:sldMkLst>
      </pc:sldChg>
      <pc:sldChg chg="modSp mod">
        <pc:chgData name="嘉展 張" userId="56c0cc265fef7f12" providerId="LiveId" clId="{CA2D70FC-5C55-47B2-99B4-B3F2BD8F9BEE}" dt="2025-07-09T09:01:08.659" v="159" actId="15"/>
        <pc:sldMkLst>
          <pc:docMk/>
          <pc:sldMk cId="3752334464" sldId="345"/>
        </pc:sldMkLst>
      </pc:sldChg>
      <pc:sldChg chg="modSp mod">
        <pc:chgData name="嘉展 張" userId="56c0cc265fef7f12" providerId="LiveId" clId="{CA2D70FC-5C55-47B2-99B4-B3F2BD8F9BEE}" dt="2025-07-09T09:03:30.405" v="167" actId="15"/>
        <pc:sldMkLst>
          <pc:docMk/>
          <pc:sldMk cId="1115666099" sldId="346"/>
        </pc:sldMkLst>
      </pc:sldChg>
      <pc:sldChg chg="modSp mod">
        <pc:chgData name="嘉展 張" userId="56c0cc265fef7f12" providerId="LiveId" clId="{CA2D70FC-5C55-47B2-99B4-B3F2BD8F9BEE}" dt="2025-07-09T09:04:04.880" v="171"/>
        <pc:sldMkLst>
          <pc:docMk/>
          <pc:sldMk cId="3822570613" sldId="347"/>
        </pc:sldMkLst>
      </pc:sldChg>
      <pc:sldChg chg="modSp mod">
        <pc:chgData name="嘉展 張" userId="56c0cc265fef7f12" providerId="LiveId" clId="{CA2D70FC-5C55-47B2-99B4-B3F2BD8F9BEE}" dt="2025-07-09T08:58:00.156" v="106" actId="207"/>
        <pc:sldMkLst>
          <pc:docMk/>
          <pc:sldMk cId="732333138" sldId="351"/>
        </pc:sldMkLst>
      </pc:sldChg>
      <pc:sldChg chg="del">
        <pc:chgData name="嘉展 張" userId="56c0cc265fef7f12" providerId="LiveId" clId="{CA2D70FC-5C55-47B2-99B4-B3F2BD8F9BEE}" dt="2025-07-09T08:59:58.138" v="140" actId="47"/>
        <pc:sldMkLst>
          <pc:docMk/>
          <pc:sldMk cId="838783306" sldId="352"/>
        </pc:sldMkLst>
      </pc:sldChg>
      <pc:sldChg chg="del">
        <pc:chgData name="嘉展 張" userId="56c0cc265fef7f12" providerId="LiveId" clId="{CA2D70FC-5C55-47B2-99B4-B3F2BD8F9BEE}" dt="2025-07-09T09:01:18.660" v="162" actId="47"/>
        <pc:sldMkLst>
          <pc:docMk/>
          <pc:sldMk cId="1406075394" sldId="353"/>
        </pc:sldMkLst>
      </pc:sldChg>
      <pc:sldChg chg="modSp mod">
        <pc:chgData name="嘉展 張" userId="56c0cc265fef7f12" providerId="LiveId" clId="{CA2D70FC-5C55-47B2-99B4-B3F2BD8F9BEE}" dt="2025-07-09T09:04:26.024" v="173" actId="15"/>
        <pc:sldMkLst>
          <pc:docMk/>
          <pc:sldMk cId="2503062332" sldId="354"/>
        </pc:sldMkLst>
      </pc:sldChg>
      <pc:sldChg chg="modSp mod">
        <pc:chgData name="嘉展 張" userId="56c0cc265fef7f12" providerId="LiveId" clId="{CA2D70FC-5C55-47B2-99B4-B3F2BD8F9BEE}" dt="2025-07-09T09:04:52.828" v="176"/>
        <pc:sldMkLst>
          <pc:docMk/>
          <pc:sldMk cId="2169278876" sldId="355"/>
        </pc:sldMkLst>
      </pc:sldChg>
      <pc:sldChg chg="add">
        <pc:chgData name="嘉展 張" userId="56c0cc265fef7f12" providerId="LiveId" clId="{CA2D70FC-5C55-47B2-99B4-B3F2BD8F9BEE}" dt="2025-07-09T08:57:55.575" v="105"/>
        <pc:sldMkLst>
          <pc:docMk/>
          <pc:sldMk cId="3052656619" sldId="356"/>
        </pc:sldMkLst>
      </pc:sldChg>
      <pc:sldChg chg="add">
        <pc:chgData name="嘉展 張" userId="56c0cc265fef7f12" providerId="LiveId" clId="{CA2D70FC-5C55-47B2-99B4-B3F2BD8F9BEE}" dt="2025-07-09T09:00:43.843" v="156"/>
        <pc:sldMkLst>
          <pc:docMk/>
          <pc:sldMk cId="185642437" sldId="357"/>
        </pc:sldMkLst>
      </pc:sldChg>
      <pc:sldChg chg="addSp modSp add mod">
        <pc:chgData name="嘉展 張" userId="56c0cc265fef7f12" providerId="LiveId" clId="{CA2D70FC-5C55-47B2-99B4-B3F2BD8F9BEE}" dt="2025-07-09T09:08:13.713" v="221" actId="207"/>
        <pc:sldMkLst>
          <pc:docMk/>
          <pc:sldMk cId="4193172206" sldId="358"/>
        </pc:sldMkLst>
      </pc:sldChg>
      <pc:sldMasterChg chg="modSldLayout">
        <pc:chgData name="嘉展 張" userId="56c0cc265fef7f12" providerId="LiveId" clId="{CA2D70FC-5C55-47B2-99B4-B3F2BD8F9BEE}" dt="2025-07-09T08:54:19.509" v="64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CA2D70FC-5C55-47B2-99B4-B3F2BD8F9BEE}" dt="2025-07-09T08:54:19.509" v="64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C17DC2B-5918-4C2A-ABAD-E0796C8BEBAA}"/>
    <pc:docChg chg="undo custSel addSld delSld modSld modMainMaster">
      <pc:chgData name="嘉展 張" userId="56c0cc265fef7f12" providerId="LiveId" clId="{8C17DC2B-5918-4C2A-ABAD-E0796C8BEBAA}" dt="2025-07-09T09:31:06.934" v="373" actId="2711"/>
      <pc:docMkLst>
        <pc:docMk/>
      </pc:docMkLst>
      <pc:sldChg chg="modSp mod">
        <pc:chgData name="嘉展 張" userId="56c0cc265fef7f12" providerId="LiveId" clId="{8C17DC2B-5918-4C2A-ABAD-E0796C8BEBAA}" dt="2025-07-09T09:14:09.580" v="41"/>
        <pc:sldMkLst>
          <pc:docMk/>
          <pc:sldMk cId="1698366788" sldId="274"/>
        </pc:sldMkLst>
      </pc:sldChg>
      <pc:sldChg chg="modSp mod">
        <pc:chgData name="嘉展 張" userId="56c0cc265fef7f12" providerId="LiveId" clId="{8C17DC2B-5918-4C2A-ABAD-E0796C8BEBAA}" dt="2025-07-09T09:23:28.904" v="31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C17DC2B-5918-4C2A-ABAD-E0796C8BEBAA}" dt="2025-07-09T09:31:06.934" v="373" actId="2711"/>
        <pc:sldMkLst>
          <pc:docMk/>
          <pc:sldMk cId="3383698067" sldId="342"/>
        </pc:sldMkLst>
      </pc:sldChg>
      <pc:sldChg chg="modSp mod">
        <pc:chgData name="嘉展 張" userId="56c0cc265fef7f12" providerId="LiveId" clId="{8C17DC2B-5918-4C2A-ABAD-E0796C8BEBAA}" dt="2025-07-09T09:29:41.625" v="352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C17DC2B-5918-4C2A-ABAD-E0796C8BEBAA}" dt="2025-07-09T09:25:12.609" v="320" actId="15"/>
        <pc:sldMkLst>
          <pc:docMk/>
          <pc:sldMk cId="3752334464" sldId="345"/>
        </pc:sldMkLst>
      </pc:sldChg>
      <pc:sldChg chg="modSp mod">
        <pc:chgData name="嘉展 張" userId="56c0cc265fef7f12" providerId="LiveId" clId="{8C17DC2B-5918-4C2A-ABAD-E0796C8BEBAA}" dt="2025-07-09T09:26:11.378" v="327" actId="15"/>
        <pc:sldMkLst>
          <pc:docMk/>
          <pc:sldMk cId="1115666099" sldId="346"/>
        </pc:sldMkLst>
      </pc:sldChg>
      <pc:sldChg chg="modSp mod">
        <pc:chgData name="嘉展 張" userId="56c0cc265fef7f12" providerId="LiveId" clId="{8C17DC2B-5918-4C2A-ABAD-E0796C8BEBAA}" dt="2025-07-09T09:26:39.415" v="331" actId="20577"/>
        <pc:sldMkLst>
          <pc:docMk/>
          <pc:sldMk cId="3822570613" sldId="347"/>
        </pc:sldMkLst>
      </pc:sldChg>
      <pc:sldChg chg="modSp mod">
        <pc:chgData name="嘉展 張" userId="56c0cc265fef7f12" providerId="LiveId" clId="{8C17DC2B-5918-4C2A-ABAD-E0796C8BEBAA}" dt="2025-07-09T09:19:45.557" v="174" actId="6549"/>
        <pc:sldMkLst>
          <pc:docMk/>
          <pc:sldMk cId="732333138" sldId="351"/>
        </pc:sldMkLst>
      </pc:sldChg>
      <pc:sldChg chg="modSp mod">
        <pc:chgData name="嘉展 張" userId="56c0cc265fef7f12" providerId="LiveId" clId="{8C17DC2B-5918-4C2A-ABAD-E0796C8BEBAA}" dt="2025-07-09T09:27:03.141" v="333" actId="15"/>
        <pc:sldMkLst>
          <pc:docMk/>
          <pc:sldMk cId="2503062332" sldId="354"/>
        </pc:sldMkLst>
      </pc:sldChg>
      <pc:sldChg chg="modSp mod">
        <pc:chgData name="嘉展 張" userId="56c0cc265fef7f12" providerId="LiveId" clId="{8C17DC2B-5918-4C2A-ABAD-E0796C8BEBAA}" dt="2025-07-09T09:28:04.992" v="336"/>
        <pc:sldMkLst>
          <pc:docMk/>
          <pc:sldMk cId="2169278876" sldId="355"/>
        </pc:sldMkLst>
      </pc:sldChg>
      <pc:sldChg chg="del">
        <pc:chgData name="嘉展 張" userId="56c0cc265fef7f12" providerId="LiveId" clId="{8C17DC2B-5918-4C2A-ABAD-E0796C8BEBAA}" dt="2025-07-09T09:20:12.217" v="177" actId="47"/>
        <pc:sldMkLst>
          <pc:docMk/>
          <pc:sldMk cId="3052656619" sldId="356"/>
        </pc:sldMkLst>
      </pc:sldChg>
      <pc:sldChg chg="del">
        <pc:chgData name="嘉展 張" userId="56c0cc265fef7f12" providerId="LiveId" clId="{8C17DC2B-5918-4C2A-ABAD-E0796C8BEBAA}" dt="2025-07-09T09:21:06.418" v="281" actId="47"/>
        <pc:sldMkLst>
          <pc:docMk/>
          <pc:sldMk cId="185642437" sldId="357"/>
        </pc:sldMkLst>
      </pc:sldChg>
      <pc:sldChg chg="modSp mod">
        <pc:chgData name="嘉展 張" userId="56c0cc265fef7f12" providerId="LiveId" clId="{8C17DC2B-5918-4C2A-ABAD-E0796C8BEBAA}" dt="2025-07-09T09:25:48.444" v="325" actId="207"/>
        <pc:sldMkLst>
          <pc:docMk/>
          <pc:sldMk cId="4193172206" sldId="358"/>
        </pc:sldMkLst>
      </pc:sldChg>
      <pc:sldChg chg="modSp add mod">
        <pc:chgData name="嘉展 張" userId="56c0cc265fef7f12" providerId="LiveId" clId="{8C17DC2B-5918-4C2A-ABAD-E0796C8BEBAA}" dt="2025-07-09T09:19:57.814" v="176" actId="207"/>
        <pc:sldMkLst>
          <pc:docMk/>
          <pc:sldMk cId="3585428774" sldId="359"/>
        </pc:sldMkLst>
      </pc:sldChg>
      <pc:sldChg chg="add">
        <pc:chgData name="嘉展 張" userId="56c0cc265fef7f12" providerId="LiveId" clId="{8C17DC2B-5918-4C2A-ABAD-E0796C8BEBAA}" dt="2025-07-09T09:23:26.053" v="317"/>
        <pc:sldMkLst>
          <pc:docMk/>
          <pc:sldMk cId="1907735413" sldId="360"/>
        </pc:sldMkLst>
      </pc:sldChg>
      <pc:sldMasterChg chg="modSldLayout">
        <pc:chgData name="嘉展 張" userId="56c0cc265fef7f12" providerId="LiveId" clId="{8C17DC2B-5918-4C2A-ABAD-E0796C8BEBAA}" dt="2025-07-09T09:18:08.998" v="120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C17DC2B-5918-4C2A-ABAD-E0796C8BEBAA}" dt="2025-07-09T09:18:08.998" v="120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0BB0EFE5-82D4-4395-89A8-40A71B510EC6}"/>
    <pc:docChg chg="undo custSel addSld delSld modSld modMainMaster">
      <pc:chgData name="嘉展 張" userId="56c0cc265fef7f12" providerId="LiveId" clId="{0BB0EFE5-82D4-4395-89A8-40A71B510EC6}" dt="2025-07-10T11:02:24.083" v="259" actId="108"/>
      <pc:docMkLst>
        <pc:docMk/>
      </pc:docMkLst>
      <pc:sldChg chg="modSp mod">
        <pc:chgData name="嘉展 張" userId="56c0cc265fef7f12" providerId="LiveId" clId="{0BB0EFE5-82D4-4395-89A8-40A71B510EC6}" dt="2025-07-10T10:47:54.091" v="120" actId="207"/>
        <pc:sldMkLst>
          <pc:docMk/>
          <pc:sldMk cId="3676040206" sldId="336"/>
        </pc:sldMkLst>
      </pc:sldChg>
      <pc:sldChg chg="modSp mod">
        <pc:chgData name="嘉展 張" userId="56c0cc265fef7f12" providerId="LiveId" clId="{0BB0EFE5-82D4-4395-89A8-40A71B510EC6}" dt="2025-07-10T10:54:17.972" v="160" actId="20577"/>
        <pc:sldMkLst>
          <pc:docMk/>
          <pc:sldMk cId="4193172206" sldId="358"/>
        </pc:sldMkLst>
      </pc:sldChg>
      <pc:sldChg chg="modSp mod">
        <pc:chgData name="嘉展 張" userId="56c0cc265fef7f12" providerId="LiveId" clId="{0BB0EFE5-82D4-4395-89A8-40A71B510EC6}" dt="2025-07-10T10:45:23.104" v="91" actId="207"/>
        <pc:sldMkLst>
          <pc:docMk/>
          <pc:sldMk cId="3585428774" sldId="359"/>
        </pc:sldMkLst>
      </pc:sldChg>
      <pc:sldChg chg="del">
        <pc:chgData name="嘉展 張" userId="56c0cc265fef7f12" providerId="LiveId" clId="{0BB0EFE5-82D4-4395-89A8-40A71B510EC6}" dt="2025-07-10T10:48:02.987" v="121" actId="47"/>
        <pc:sldMkLst>
          <pc:docMk/>
          <pc:sldMk cId="1907735413" sldId="360"/>
        </pc:sldMkLst>
      </pc:sldChg>
      <pc:sldChg chg="add">
        <pc:chgData name="嘉展 張" userId="56c0cc265fef7f12" providerId="LiveId" clId="{0BB0EFE5-82D4-4395-89A8-40A71B510EC6}" dt="2025-07-10T10:47:50.439" v="119"/>
        <pc:sldMkLst>
          <pc:docMk/>
          <pc:sldMk cId="771378846" sldId="361"/>
        </pc:sldMkLst>
      </pc:sldChg>
    </pc:docChg>
  </pc:docChgLst>
  <pc:docChgLst>
    <pc:chgData name="嘉展 張" userId="56c0cc265fef7f12" providerId="LiveId" clId="{7C6C2923-82F6-4236-9CB5-3F8454DD2333}"/>
    <pc:docChg chg="undo redo custSel addSld delSld modSld modMainMaster">
      <pc:chgData name="嘉展 張" userId="56c0cc265fef7f12" providerId="LiveId" clId="{7C6C2923-82F6-4236-9CB5-3F8454DD2333}" dt="2025-08-24T07:30:22.865" v="313" actId="20577"/>
      <pc:docMkLst>
        <pc:docMk/>
      </pc:docMkLst>
      <pc:sldChg chg="addSp delSp modSp mod">
        <pc:chgData name="嘉展 張" userId="56c0cc265fef7f12" providerId="LiveId" clId="{7C6C2923-82F6-4236-9CB5-3F8454DD2333}" dt="2025-08-24T07:30:22.865" v="313" actId="20577"/>
        <pc:sldMkLst>
          <pc:docMk/>
          <pc:sldMk cId="732333138" sldId="351"/>
        </pc:sldMkLst>
        <pc:spChg chg="mod">
          <ac:chgData name="嘉展 張" userId="56c0cc265fef7f12" providerId="LiveId" clId="{7C6C2923-82F6-4236-9CB5-3F8454DD2333}" dt="2025-08-24T07:30:22.865" v="313" actId="20577"/>
          <ac:spMkLst>
            <pc:docMk/>
            <pc:sldMk cId="732333138" sldId="351"/>
            <ac:spMk id="9" creationId="{DA69BD8C-0913-B381-ABCA-CA713C77BC80}"/>
          </ac:spMkLst>
        </pc:spChg>
      </pc:sldChg>
      <pc:sldChg chg="modSp mod">
        <pc:chgData name="嘉展 張" userId="56c0cc265fef7f12" providerId="LiveId" clId="{7C6C2923-82F6-4236-9CB5-3F8454DD2333}" dt="2025-07-13T22:41:58.678" v="207" actId="15"/>
        <pc:sldMkLst>
          <pc:docMk/>
          <pc:sldMk cId="2503062332" sldId="354"/>
        </pc:sldMkLst>
      </pc:sldChg>
      <pc:sldChg chg="modSp mod">
        <pc:chgData name="嘉展 張" userId="56c0cc265fef7f12" providerId="LiveId" clId="{7C6C2923-82F6-4236-9CB5-3F8454DD2333}" dt="2025-07-13T22:42:24.359" v="210"/>
        <pc:sldMkLst>
          <pc:docMk/>
          <pc:sldMk cId="2169278876" sldId="355"/>
        </pc:sldMkLst>
      </pc:sldChg>
      <pc:sldChg chg="modSp mod">
        <pc:chgData name="嘉展 張" userId="56c0cc265fef7f12" providerId="LiveId" clId="{7C6C2923-82F6-4236-9CB5-3F8454DD2333}" dt="2025-07-13T22:39:24.136" v="196" actId="15"/>
        <pc:sldMkLst>
          <pc:docMk/>
          <pc:sldMk cId="4193172206" sldId="358"/>
        </pc:sldMkLst>
      </pc:sldChg>
      <pc:sldChg chg="modSp mod">
        <pc:chgData name="嘉展 張" userId="56c0cc265fef7f12" providerId="LiveId" clId="{7C6C2923-82F6-4236-9CB5-3F8454DD2333}" dt="2025-08-24T07:23:59.284" v="282" actId="207"/>
        <pc:sldMkLst>
          <pc:docMk/>
          <pc:sldMk cId="3585428774" sldId="359"/>
        </pc:sldMkLst>
        <pc:spChg chg="mod">
          <ac:chgData name="嘉展 張" userId="56c0cc265fef7f12" providerId="LiveId" clId="{7C6C2923-82F6-4236-9CB5-3F8454DD2333}" dt="2025-08-24T07:23:59.284" v="282" actId="207"/>
          <ac:spMkLst>
            <pc:docMk/>
            <pc:sldMk cId="3585428774" sldId="359"/>
            <ac:spMk id="9" creationId="{9755469E-80FB-6066-BBDC-2B5FD43DC006}"/>
          </ac:spMkLst>
        </pc:spChg>
      </pc:sldChg>
      <pc:sldChg chg="del">
        <pc:chgData name="嘉展 張" userId="56c0cc265fef7f12" providerId="LiveId" clId="{7C6C2923-82F6-4236-9CB5-3F8454DD2333}" dt="2025-07-13T22:35:41.671" v="143" actId="47"/>
        <pc:sldMkLst>
          <pc:docMk/>
          <pc:sldMk cId="3330119125" sldId="366"/>
        </pc:sldMkLst>
      </pc:sldChg>
      <pc:sldChg chg="del">
        <pc:chgData name="嘉展 張" userId="56c0cc265fef7f12" providerId="LiveId" clId="{7C6C2923-82F6-4236-9CB5-3F8454DD2333}" dt="2025-07-13T22:36:57.978" v="164" actId="47"/>
        <pc:sldMkLst>
          <pc:docMk/>
          <pc:sldMk cId="3880434486" sldId="369"/>
        </pc:sldMkLst>
      </pc:sldChg>
      <pc:sldChg chg="modSp mod">
        <pc:chgData name="嘉展 張" userId="56c0cc265fef7f12" providerId="LiveId" clId="{7C6C2923-82F6-4236-9CB5-3F8454DD2333}" dt="2025-07-13T22:39:47.736" v="200"/>
        <pc:sldMkLst>
          <pc:docMk/>
          <pc:sldMk cId="988387482" sldId="370"/>
        </pc:sldMkLst>
      </pc:sldChg>
      <pc:sldChg chg="modSp add mod">
        <pc:chgData name="嘉展 張" userId="56c0cc265fef7f12" providerId="LiveId" clId="{7C6C2923-82F6-4236-9CB5-3F8454DD2333}" dt="2025-08-24T07:23:41.200" v="277" actId="20577"/>
        <pc:sldMkLst>
          <pc:docMk/>
          <pc:sldMk cId="3132866523" sldId="371"/>
        </pc:sldMkLst>
        <pc:spChg chg="mod">
          <ac:chgData name="嘉展 張" userId="56c0cc265fef7f12" providerId="LiveId" clId="{7C6C2923-82F6-4236-9CB5-3F8454DD2333}" dt="2025-08-24T07:23:41.200" v="277" actId="20577"/>
          <ac:spMkLst>
            <pc:docMk/>
            <pc:sldMk cId="3132866523" sldId="371"/>
            <ac:spMk id="9" creationId="{D1FB7E9A-89E9-CE08-B012-451EDA06403C}"/>
          </ac:spMkLst>
        </pc:spChg>
      </pc:sldChg>
      <pc:sldChg chg="modSp add mod">
        <pc:chgData name="嘉展 張" userId="56c0cc265fef7f12" providerId="LiveId" clId="{7C6C2923-82F6-4236-9CB5-3F8454DD2333}" dt="2025-08-24T07:30:10.703" v="288" actId="207"/>
        <pc:sldMkLst>
          <pc:docMk/>
          <pc:sldMk cId="620344238" sldId="372"/>
        </pc:sldMkLst>
        <pc:spChg chg="mod">
          <ac:chgData name="嘉展 張" userId="56c0cc265fef7f12" providerId="LiveId" clId="{7C6C2923-82F6-4236-9CB5-3F8454DD2333}" dt="2025-08-24T07:30:10.703" v="288" actId="207"/>
          <ac:spMkLst>
            <pc:docMk/>
            <pc:sldMk cId="620344238" sldId="372"/>
            <ac:spMk id="9" creationId="{F6E34A12-1428-2EF6-63FB-2FCEA78E4545}"/>
          </ac:spMkLst>
        </pc:spChg>
      </pc:sldChg>
    </pc:docChg>
  </pc:docChgLst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2025/8/24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16CA-870F-4ACF-1F51-47ED9CD40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C42929-7443-D7D8-BBAA-ED91915C5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5FD30CA-9BCA-487F-E75C-0123C4ECC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905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E3C2-3917-A3DB-A854-DDEC92D7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8B9CA80-B236-9C2D-2ECF-93C23F34D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7134856-9EA2-42AE-CEDD-0BFEEA4C3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9793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A350-B6C1-742F-B5AE-2819E48B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5FDB47E-6094-D346-2799-A8C066C3B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77B647-F565-395E-D257-4836AFA7E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6861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19AA0-1386-BB40-26C3-3898415B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294951A-7656-31D3-0463-7165FD630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71C6FFD-D7CF-A114-3857-7D96EAE68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046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B379-66A6-8293-506C-29E51887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9A3887-4357-E0FE-7DDD-A2FAFC32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7AB0E6-6396-E25F-0096-5941418CD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8784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D6FF-0C0D-83F3-612A-BBDD094E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3CCD3CD-9121-CCD1-AFFD-FDC8BEC79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A8C1D2-90A8-9103-56B9-E33BF3DB8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6629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817C-F287-F065-8882-D7A4DE98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DAC0BE-EE20-BA6B-0516-1B9B0FE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8B431F-7A24-FB64-CF33-07FADF830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618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AF310-7F58-FA17-6341-7E5E8080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7D5293-8193-FF20-FA48-8B4F97398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804C5F3-E8CC-A1B4-0A04-FF293BA05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4699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3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3071004" y="355598"/>
            <a:ext cx="796194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幸せの形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第十三課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余り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～を中心として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まま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～ように的四種意思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のは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からだ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と同時に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三種複合動詞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～ように祈る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～だって（～でも）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～てばかりいる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13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幸せの形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</a:t>
            </a:r>
            <a:r>
              <a:rPr kumimoji="1" lang="ja-JP" altLang="en-US" sz="360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十三</a:t>
            </a:r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415E-E700-A6AF-2D92-69D0CA500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9755469E-80FB-6066-BBDC-2B5FD43DC006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ja-JP" sz="4800" dirty="0"/>
              <a:t>1.	</a:t>
            </a:r>
            <a:r>
              <a:rPr lang="ja-JP" altLang="en-US" sz="4800" dirty="0"/>
              <a:t>その村では農業（　を中心として　／　のは　）生活している人が多い。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2.	</a:t>
            </a:r>
            <a:r>
              <a:rPr lang="ja-JP" altLang="en-US" sz="4800" dirty="0"/>
              <a:t>人の話を聞かず、自分の意見を（　言ってばかいる　／　言うように祈った　） 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3.	</a:t>
            </a:r>
            <a:r>
              <a:rPr lang="ja-JP" altLang="en-US" sz="4800" dirty="0"/>
              <a:t>今回の参加者は</a:t>
            </a:r>
            <a:r>
              <a:rPr lang="en-US" altLang="ja-JP" sz="4800" dirty="0"/>
              <a:t>1000</a:t>
            </a:r>
            <a:r>
              <a:rPr lang="ja-JP" altLang="en-US" sz="4800" dirty="0"/>
              <a:t>人（　まま　／　あまり　）いるそうだ。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4.	</a:t>
            </a:r>
            <a:r>
              <a:rPr lang="ja-JP" altLang="en-US" sz="4800" dirty="0"/>
              <a:t>この本が一番面白かった（　のは　／　ように　）、ストーリーが斬新だったからだ。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5.	</a:t>
            </a:r>
            <a:r>
              <a:rPr lang="ja-JP" altLang="en-US" sz="4800" dirty="0"/>
              <a:t>彼女はテレビをつけた（　ように　／　まま　）、寝てしまった。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FB8A50F-B7E4-85B6-1380-E9C5E4DFAB6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542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85B46-3438-4B8C-533A-06B6E8BFA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1FB7E9A-89E9-CE08-B012-451EDA06403C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ja-JP" sz="4800" dirty="0"/>
              <a:t>1.	</a:t>
            </a:r>
            <a:r>
              <a:rPr lang="ja-JP" altLang="en-US" sz="4800" dirty="0"/>
              <a:t>その村では農業（　</a:t>
            </a:r>
            <a:r>
              <a:rPr lang="ja-JP" altLang="en-US" sz="4800" dirty="0">
                <a:solidFill>
                  <a:srgbClr val="1C85C9"/>
                </a:solidFill>
              </a:rPr>
              <a:t>を中心として　</a:t>
            </a:r>
            <a:r>
              <a:rPr lang="ja-JP" altLang="en-US" sz="4800" dirty="0"/>
              <a:t>／　のは　）生活している人が多い。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2.	</a:t>
            </a:r>
            <a:r>
              <a:rPr lang="ja-JP" altLang="en-US" sz="4800" dirty="0"/>
              <a:t>人の話を聞かず、自分の意見を（　</a:t>
            </a:r>
            <a:r>
              <a:rPr lang="ja-JP" altLang="en-US" sz="4800" dirty="0">
                <a:solidFill>
                  <a:srgbClr val="1C85C9"/>
                </a:solidFill>
              </a:rPr>
              <a:t>言ってばかいる　</a:t>
            </a:r>
            <a:r>
              <a:rPr lang="ja-JP" altLang="en-US" sz="4800" dirty="0"/>
              <a:t>／　言うように祈った　）。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3.	</a:t>
            </a:r>
            <a:r>
              <a:rPr lang="ja-JP" altLang="en-US" sz="4800" dirty="0"/>
              <a:t>今回の参加者は</a:t>
            </a:r>
            <a:r>
              <a:rPr lang="en-US" altLang="ja-JP" sz="4800" dirty="0"/>
              <a:t>1000</a:t>
            </a:r>
            <a:r>
              <a:rPr lang="ja-JP" altLang="en-US" sz="4800" dirty="0"/>
              <a:t>人（　まま　／　</a:t>
            </a:r>
            <a:r>
              <a:rPr lang="ja-JP" altLang="en-US" sz="4800" dirty="0">
                <a:solidFill>
                  <a:srgbClr val="1C85C9"/>
                </a:solidFill>
              </a:rPr>
              <a:t>あまり</a:t>
            </a:r>
            <a:r>
              <a:rPr lang="ja-JP" altLang="en-US" sz="4800" dirty="0"/>
              <a:t>　）いるそうだ。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4.	</a:t>
            </a:r>
            <a:r>
              <a:rPr lang="ja-JP" altLang="en-US" sz="4800" dirty="0"/>
              <a:t>この本が一番面白かった（　</a:t>
            </a:r>
            <a:r>
              <a:rPr lang="ja-JP" altLang="en-US" sz="4800" dirty="0">
                <a:solidFill>
                  <a:srgbClr val="1C85C9"/>
                </a:solidFill>
              </a:rPr>
              <a:t>のは　</a:t>
            </a:r>
            <a:r>
              <a:rPr lang="ja-JP" altLang="en-US" sz="4800" dirty="0"/>
              <a:t>／　ように　）、ストーリーが斬新だったからだ。</a:t>
            </a:r>
          </a:p>
          <a:p>
            <a:pPr>
              <a:lnSpc>
                <a:spcPct val="200000"/>
              </a:lnSpc>
            </a:pPr>
            <a:r>
              <a:rPr lang="en-US" altLang="ja-JP" sz="4800" dirty="0"/>
              <a:t>5.	</a:t>
            </a:r>
            <a:r>
              <a:rPr lang="ja-JP" altLang="en-US" sz="4800" dirty="0"/>
              <a:t>彼女はテレビをつけた（　ように　／　</a:t>
            </a:r>
            <a:r>
              <a:rPr lang="ja-JP" altLang="en-US" sz="4800" dirty="0">
                <a:solidFill>
                  <a:srgbClr val="1C85C9"/>
                </a:solidFill>
              </a:rPr>
              <a:t>まま</a:t>
            </a:r>
            <a:r>
              <a:rPr lang="ja-JP" altLang="en-US" sz="4800" dirty="0"/>
              <a:t>　）、寝てしまった。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B0EF7CF-4F19-0E24-8B67-D10882D24B18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2866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0CC0-9AEB-CEDC-011A-75914E0C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A69BD8C-0913-B381-ABCA-CA713C77BC80}"/>
              </a:ext>
            </a:extLst>
          </p:cNvPr>
          <p:cNvSpPr txBox="1"/>
          <p:nvPr/>
        </p:nvSpPr>
        <p:spPr>
          <a:xfrm>
            <a:off x="1041143" y="2344617"/>
            <a:ext cx="22301713" cy="873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兄は大学に合格する（　ように祈っている　／　ばかり言っている　）そうです。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私が部屋に入る（　を中心として　／　と同時に　）、彼が出ていった。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留学生の彼（　のまま　／　だって　）、</a:t>
            </a:r>
            <a:r>
              <a:rPr lang="en-US" altLang="ja-JP" sz="4800" dirty="0"/>
              <a:t>JLPT N1</a:t>
            </a:r>
            <a:r>
              <a:rPr lang="ja-JP" altLang="en-US" sz="4800" dirty="0"/>
              <a:t>に合格できたんだから、あなたにもできるよ！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おじいさんは若いころからずっと農業を</a:t>
            </a:r>
            <a:r>
              <a:rPr lang="ja-JP" altLang="en-US" sz="4800"/>
              <a:t>（　やり続</a:t>
            </a:r>
            <a:r>
              <a:rPr lang="ja-JP" altLang="en-US" sz="4800" dirty="0"/>
              <a:t>けている　／　中心としている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子どもが転ばない（　あまり　／　ように　）、後ろから手を添えて歩いた。 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2ABB65-5595-9560-BE75-B242D3F7621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2333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4180F-B012-CCA7-F1B4-BD178AD32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F6E34A12-1428-2EF6-63FB-2FCEA78E4545}"/>
              </a:ext>
            </a:extLst>
          </p:cNvPr>
          <p:cNvSpPr txBox="1"/>
          <p:nvPr/>
        </p:nvSpPr>
        <p:spPr>
          <a:xfrm>
            <a:off x="1041143" y="2344617"/>
            <a:ext cx="22301713" cy="873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兄は大学に合格する（　</a:t>
            </a:r>
            <a:r>
              <a:rPr lang="ja-JP" altLang="en-US" sz="4800" dirty="0">
                <a:solidFill>
                  <a:srgbClr val="1C85C9"/>
                </a:solidFill>
              </a:rPr>
              <a:t>ように祈っている　</a:t>
            </a:r>
            <a:r>
              <a:rPr lang="ja-JP" altLang="en-US" sz="4800" dirty="0"/>
              <a:t>／　ばかり言っている　）そうです。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私が部屋に入る（　を中心として　／　</a:t>
            </a:r>
            <a:r>
              <a:rPr lang="ja-JP" altLang="en-US" sz="4800" dirty="0">
                <a:solidFill>
                  <a:srgbClr val="1C85C9"/>
                </a:solidFill>
              </a:rPr>
              <a:t>と同時に　</a:t>
            </a:r>
            <a:r>
              <a:rPr lang="ja-JP" altLang="en-US" sz="4800" dirty="0"/>
              <a:t>）、彼が出ていった。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留学生の彼（　のまま　／</a:t>
            </a:r>
            <a:r>
              <a:rPr lang="ja-JP" altLang="en-US" sz="4800" dirty="0">
                <a:solidFill>
                  <a:srgbClr val="1C85C9"/>
                </a:solidFill>
              </a:rPr>
              <a:t>　だって　</a:t>
            </a:r>
            <a:r>
              <a:rPr lang="ja-JP" altLang="en-US" sz="4800" dirty="0"/>
              <a:t>）、</a:t>
            </a:r>
            <a:r>
              <a:rPr lang="en-US" altLang="ja-JP" sz="4800" dirty="0"/>
              <a:t>JLPT N1</a:t>
            </a:r>
            <a:r>
              <a:rPr lang="ja-JP" altLang="en-US" sz="4800" dirty="0"/>
              <a:t>に合格できたんだから、あなたにもできるよ！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おじいさんは若いころからずっと農業を（　</a:t>
            </a:r>
            <a:r>
              <a:rPr lang="ja-JP" altLang="en-US" sz="4800" dirty="0">
                <a:solidFill>
                  <a:srgbClr val="1C85C9"/>
                </a:solidFill>
              </a:rPr>
              <a:t>やり続けている　</a:t>
            </a:r>
            <a:r>
              <a:rPr lang="ja-JP" altLang="en-US" sz="4800" dirty="0"/>
              <a:t>／　中心としている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子どもが転ばない（　あまり　／　</a:t>
            </a:r>
            <a:r>
              <a:rPr lang="ja-JP" altLang="en-US" sz="4800" dirty="0">
                <a:solidFill>
                  <a:srgbClr val="1C85C9"/>
                </a:solidFill>
              </a:rPr>
              <a:t>ように　</a:t>
            </a:r>
            <a:r>
              <a:rPr lang="ja-JP" altLang="en-US" sz="4800" dirty="0"/>
              <a:t>）、後ろから手を添えて歩いた。 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8CAF1ED-15D4-D197-2CC7-0B6D2B278A12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0344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6629-D459-37DB-FF59-12980ED2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09D2EFBA-A6CD-CA14-0243-3CB99AB2B3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42E57B-1BE0-21FA-52A0-358900141028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アフリカの村での生活について、筆者の叔父はどのように感じていましたか。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貧しいので毎日つらそうだと感じた。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不便で二度と行きたくないと思った。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お金では買えない大切なものをもらった気がした。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日本の生活のほうがやはり幸せだと感じた。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4193172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DC848-C4FF-C663-1960-44D81210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CECA8034-B576-4204-2C35-84CD997CE0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8124F1D-B54A-90F3-D111-E1068E5A8F3F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アフリカの村での生活について、筆者の叔父はどのように感じていましたか。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貧しいので毎日つらそうだと感じた。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不便で二度と行きたくないと思った。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C. </a:t>
            </a:r>
            <a:r>
              <a:rPr lang="ja-JP" altLang="en-US" sz="4800" dirty="0">
                <a:solidFill>
                  <a:srgbClr val="1C85C9"/>
                </a:solidFill>
              </a:rPr>
              <a:t>お金では買えない大切なものをもらった気がした。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日本の生活のほうがやはり幸せだと感じた。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B468D5B-C622-19A6-349D-0303C5697A79}"/>
              </a:ext>
            </a:extLst>
          </p:cNvPr>
          <p:cNvSpPr txBox="1"/>
          <p:nvPr/>
        </p:nvSpPr>
        <p:spPr>
          <a:xfrm>
            <a:off x="1043652" y="9299514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本文に「叔父はお金では買えないものをもらった気分になったそうだ。」とある。</a:t>
            </a:r>
          </a:p>
        </p:txBody>
      </p:sp>
    </p:spTree>
    <p:extLst>
      <p:ext uri="{BB962C8B-B14F-4D97-AF65-F5344CB8AC3E}">
        <p14:creationId xmlns:p14="http://schemas.microsoft.com/office/powerpoint/2010/main" val="98838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076D3C2-E036-1E0D-8390-8EEEFA171C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496C4D5-B9D6-E310-239F-160421EC28E2}"/>
              </a:ext>
            </a:extLst>
          </p:cNvPr>
          <p:cNvSpPr txBox="1"/>
          <p:nvPr/>
        </p:nvSpPr>
        <p:spPr>
          <a:xfrm>
            <a:off x="1041143" y="2048947"/>
            <a:ext cx="22301713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筆者が「物やお金で豊かなことが幸せとは言えないのかもしれない」と思った理由は何ですか。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日本の満員電車の人たちが疲れていたから。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日本で友達ができなかったから。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自分が仕事に満足していなかったから。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アフリカの人たちがお金をたくさん持っていたから。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B8881DE8-02EF-A5E2-CC8D-D896560461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F0AAA5-7B5F-5A35-EF73-2142F862E9C8}"/>
              </a:ext>
            </a:extLst>
          </p:cNvPr>
          <p:cNvSpPr txBox="1"/>
          <p:nvPr/>
        </p:nvSpPr>
        <p:spPr>
          <a:xfrm>
            <a:off x="1041143" y="2048947"/>
            <a:ext cx="22301713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筆者が「物やお金で豊かなことが幸せとは言えないのかもしれない」と思った理由は何ですか。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A. </a:t>
            </a:r>
            <a:r>
              <a:rPr lang="ja-JP" altLang="en-US" sz="4800" dirty="0">
                <a:solidFill>
                  <a:srgbClr val="1C85C9"/>
                </a:solidFill>
              </a:rPr>
              <a:t>日本の満員電車の人たちが疲れていたから。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日本で友達ができなかったから。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自分が仕事に満足していなかったから。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アフリカの人たちがお金をたくさん持っていたから。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0AB3AB-6369-0CED-A7A5-8957EC06D562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「日本の満員電車に乗っている人達</a:t>
            </a:r>
            <a:r>
              <a:rPr lang="en-US" altLang="ja-JP" sz="4800" dirty="0"/>
              <a:t>…</a:t>
            </a:r>
            <a:r>
              <a:rPr lang="ja-JP" altLang="en-US" sz="4800" dirty="0"/>
              <a:t>朝から疲れた顔をしている」との描写が根拠。</a:t>
            </a: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C2-4FF8-13B8-2B87-4C59F230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D0DC7B53-0103-E1A0-F1F3-15DFF822DA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11F5A94-0B0C-504F-DC25-BE08E6B5923F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筆者が「自分は幸せだ」と本当に思える一番の理由は何ですか。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給料が高い会社に就職できたから。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日本で親友ができたから。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日本語がペラペラになったから。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アフリカに行くチャンスがあったから。</a:t>
            </a:r>
          </a:p>
          <a:p>
            <a:pPr lvl="2"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250306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0905-BD41-B96E-B92F-C0769DC9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92FE2F65-EE2C-3DE9-04DF-3E842575BC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A6F6398-4125-3D01-B3FA-C72FE3AE26BE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筆者が「自分は幸せだ」と本当に思える一番の理由は何ですか。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給料が高い会社に就職できたから。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B. </a:t>
            </a:r>
            <a:r>
              <a:rPr lang="ja-JP" altLang="en-US" sz="4800" dirty="0">
                <a:solidFill>
                  <a:srgbClr val="1C85C9"/>
                </a:solidFill>
              </a:rPr>
              <a:t>日本で親友ができたから。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日本語がペラペラになったから。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アフリカに行くチャンスがあったから。</a:t>
            </a:r>
          </a:p>
          <a:p>
            <a:pPr lvl="2"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56BF10-A4DB-12BD-61DF-20C1B5C688CB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本文に「本当にそう思うのは大好きな日本で親友ができたからだろう。」とある。</a:t>
            </a:r>
          </a:p>
        </p:txBody>
      </p:sp>
    </p:spTree>
    <p:extLst>
      <p:ext uri="{BB962C8B-B14F-4D97-AF65-F5344CB8AC3E}">
        <p14:creationId xmlns:p14="http://schemas.microsoft.com/office/powerpoint/2010/main" val="2169278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3001719"/>
            <a:ext cx="22301713" cy="771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他在海外工作了一年多。（～余り）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他穿著睡衣就出門了。（～まま～）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我弟弟放假期間一直在玩電動。（～てばかりいる）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這家公司以年輕人為中心展開行銷活動。（～を中心として）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76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他在海外工作了一年多。（～余り）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彼は</a:t>
            </a: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1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年余り海外で働いていました。</a:t>
            </a:r>
          </a:p>
          <a:p>
            <a:pPr marL="914400" indent="-914400">
              <a:lnSpc>
                <a:spcPct val="150000"/>
              </a:lnSpc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他穿著睡衣就出門了。（～まま～）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彼はパジャマのまま外に出ました。</a:t>
            </a:r>
          </a:p>
          <a:p>
            <a:pPr marL="914400" indent="-914400">
              <a:lnSpc>
                <a:spcPct val="150000"/>
              </a:lnSpc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我弟弟放假期間一直在玩電動。（～てばかりいる）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弟は休み中、ゲームをしてばかりいます。</a:t>
            </a:r>
          </a:p>
          <a:p>
            <a:pPr marL="914400" indent="-914400">
              <a:lnSpc>
                <a:spcPct val="150000"/>
              </a:lnSpc>
              <a:buAutoNum type="arabicPeriod" startAt="4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這家公司以年輕人為中心展開行銷活動。（～を中心として）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この会社は若者を中心として、マーケティングを展開しています。</a:t>
            </a:r>
            <a:endParaRPr lang="ja-JP" altLang="en-US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1059</TotalTime>
  <Words>1765</Words>
  <Application>Microsoft Office PowerPoint</Application>
  <PresentationFormat>ユーザー設定</PresentationFormat>
  <Paragraphs>101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Calibri Light</vt:lpstr>
      <vt:lpstr>Gen Jyuu GothicL Bold</vt:lpstr>
      <vt:lpstr>SimSun</vt:lpstr>
      <vt:lpstr>BIZ UDGothic</vt:lpstr>
      <vt:lpstr>Microsoft Yahei</vt:lpstr>
      <vt:lpstr>Gen Jyuu Gothic Bold</vt:lpstr>
      <vt:lpstr>BIZ UDPGothic</vt:lpstr>
      <vt:lpstr>Wingdings 2</vt:lpstr>
      <vt:lpstr>Calibri</vt:lpstr>
      <vt:lpstr>Microsoft JhengHei Light</vt:lpstr>
      <vt:lpstr>Microsoft JhengHei</vt:lpstr>
      <vt:lpstr>HGPSoeiKakugothicUB</vt:lpstr>
      <vt:lpstr>Arial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2025-08-24T07:30:23Z</dcterms:modified>
</cp:coreProperties>
</file>