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Lst>
  <p:notesMasterIdLst>
    <p:notesMasterId r:id="rId16"/>
  </p:notesMasterIdLst>
  <p:handoutMasterIdLst>
    <p:handoutMasterId r:id="rId17"/>
  </p:handoutMasterIdLst>
  <p:sldIdLst>
    <p:sldId id="274" r:id="rId2"/>
    <p:sldId id="335" r:id="rId3"/>
    <p:sldId id="337" r:id="rId4"/>
    <p:sldId id="336" r:id="rId5"/>
    <p:sldId id="344" r:id="rId6"/>
    <p:sldId id="328" r:id="rId7"/>
    <p:sldId id="345" r:id="rId8"/>
    <p:sldId id="346" r:id="rId9"/>
    <p:sldId id="347" r:id="rId10"/>
    <p:sldId id="348" r:id="rId11"/>
    <p:sldId id="349" r:id="rId12"/>
    <p:sldId id="342" r:id="rId13"/>
    <p:sldId id="343" r:id="rId14"/>
    <p:sldId id="264" r:id="rId15"/>
  </p:sldIdLst>
  <p:sldSz cx="24384000" cy="13716000"/>
  <p:notesSz cx="6858000" cy="9144000"/>
  <p:embeddedFontLst>
    <p:embeddedFont>
      <p:font typeface="BIZ UDPGothic" panose="020B0400000000000000" pitchFamily="50" charset="-128"/>
      <p:regular r:id="rId18"/>
      <p:bold r:id="rId19"/>
    </p:embeddedFont>
    <p:embeddedFont>
      <p:font typeface="BIZ UDGothic" panose="020B0400000000000000" pitchFamily="49" charset="-128"/>
      <p:regular r:id="rId20"/>
      <p:bold r:id="rId21"/>
    </p:embeddedFont>
    <p:embeddedFont>
      <p:font typeface="Gen Jyuu GothicL Bold" panose="020B0600070205080204" charset="-128"/>
      <p:bold r:id="rId22"/>
    </p:embeddedFont>
    <p:embeddedFont>
      <p:font typeface="HGPSoeiKakugothicUB" panose="020B0900000000000000" pitchFamily="50" charset="-128"/>
      <p:regular r:id="rId23"/>
    </p:embeddedFont>
    <p:embeddedFont>
      <p:font typeface="Gen Jyuu Gothic Bold" panose="020B0602020203020207" pitchFamily="50" charset="-128"/>
      <p:bold r:id="rId24"/>
    </p:embeddedFont>
    <p:embeddedFont>
      <p:font typeface="Microsoft JhengHei" panose="020B0604030504040204" pitchFamily="34" charset="-120"/>
      <p:regular r:id="rId25"/>
      <p:bold r:id="rId26"/>
    </p:embeddedFont>
    <p:embeddedFont>
      <p:font typeface="Microsoft JhengHei Light" panose="020B0304030504040204" pitchFamily="34" charset="-120"/>
      <p:regular r:id="rId27"/>
    </p:embeddedFont>
    <p:embeddedFont>
      <p:font typeface="Microsoft Yahei" panose="020B0503020204020204" pitchFamily="34" charset="-122"/>
      <p:regular r:id="rId28"/>
      <p:bold r:id="rId29"/>
    </p:embeddedFont>
    <p:embeddedFont>
      <p:font typeface="Wingdings 2" panose="05020102010507070707" pitchFamily="18" charset="2"/>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31" roundtripDataSignature="AMtx7mgWneN2Aa4XZ32EnoSuaD2gv1sk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85C9"/>
    <a:srgbClr val="2289CB"/>
    <a:srgbClr val="288CCC"/>
    <a:srgbClr val="E46D4B"/>
    <a:srgbClr val="F2F2F2"/>
    <a:srgbClr val="3B3838"/>
    <a:srgbClr val="EF8759"/>
    <a:srgbClr val="000000"/>
    <a:srgbClr val="7F7F7F"/>
    <a:srgbClr val="D8D0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AB4288-5806-429D-BAB5-010A8BBBFAA7}" v="1" dt="2025-10-22T02:00:39.634"/>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中等深淺樣式 3 - 輔色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中等深淺樣式 4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3" d="100"/>
          <a:sy n="53" d="100"/>
        </p:scale>
        <p:origin x="732" y="15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2.fntdata"/><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嘉展 張" userId="56c0cc265fef7f12" providerId="LiveId" clId="{69CA880E-74A5-424C-ACB3-A46FBACCC026}"/>
    <pc:docChg chg="modMainMaster">
      <pc:chgData name="嘉展 張" userId="56c0cc265fef7f12" providerId="LiveId" clId="{69CA880E-74A5-424C-ACB3-A46FBACCC026}" dt="2025-08-20T12:38:44.726" v="0"/>
      <pc:docMkLst>
        <pc:docMk/>
      </pc:docMkLst>
      <pc:sldMasterChg chg="modSldLayout">
        <pc:chgData name="嘉展 張" userId="56c0cc265fef7f12" providerId="LiveId" clId="{69CA880E-74A5-424C-ACB3-A46FBACCC026}" dt="2025-08-20T12:38:44.726" v="0"/>
        <pc:sldMasterMkLst>
          <pc:docMk/>
          <pc:sldMasterMk cId="2733321511" sldId="2147483688"/>
        </pc:sldMasterMkLst>
        <pc:sldLayoutChg chg="modSp">
          <pc:chgData name="嘉展 張" userId="56c0cc265fef7f12" providerId="LiveId" clId="{69CA880E-74A5-424C-ACB3-A46FBACCC026}" dt="2025-08-20T12:38:44.726" v="0"/>
          <pc:sldLayoutMkLst>
            <pc:docMk/>
            <pc:sldMasterMk cId="2733321511" sldId="2147483688"/>
            <pc:sldLayoutMk cId="810264706" sldId="2147483689"/>
          </pc:sldLayoutMkLst>
        </pc:sldLayoutChg>
      </pc:sldMasterChg>
    </pc:docChg>
  </pc:docChgLst>
  <pc:docChgLst>
    <pc:chgData name="嘉展 張" userId="56c0cc265fef7f12" providerId="LiveId" clId="{9EFC1317-6306-48EB-9B4B-2FDE30204D08}"/>
    <pc:docChg chg="undo custSel modSld">
      <pc:chgData name="嘉展 張" userId="56c0cc265fef7f12" providerId="LiveId" clId="{9EFC1317-6306-48EB-9B4B-2FDE30204D08}" dt="2025-10-22T02:01:10.229" v="72" actId="207"/>
      <pc:docMkLst>
        <pc:docMk/>
      </pc:docMkLst>
      <pc:sldChg chg="modSp mod">
        <pc:chgData name="嘉展 張" userId="56c0cc265fef7f12" providerId="LiveId" clId="{9EFC1317-6306-48EB-9B4B-2FDE30204D08}" dt="2025-10-22T02:01:00.849" v="71" actId="20577"/>
        <pc:sldMkLst>
          <pc:docMk/>
          <pc:sldMk cId="3676040206" sldId="336"/>
        </pc:sldMkLst>
        <pc:spChg chg="mod">
          <ac:chgData name="嘉展 張" userId="56c0cc265fef7f12" providerId="LiveId" clId="{9EFC1317-6306-48EB-9B4B-2FDE30204D08}" dt="2025-10-22T02:01:00.849" v="71" actId="20577"/>
          <ac:spMkLst>
            <pc:docMk/>
            <pc:sldMk cId="3676040206" sldId="336"/>
            <ac:spMk id="9" creationId="{3E1321ED-A884-C297-CFB0-67F0C676076A}"/>
          </ac:spMkLst>
        </pc:spChg>
      </pc:sldChg>
      <pc:sldChg chg="modSp mod">
        <pc:chgData name="嘉展 張" userId="56c0cc265fef7f12" providerId="LiveId" clId="{9EFC1317-6306-48EB-9B4B-2FDE30204D08}" dt="2025-10-22T02:01:10.229" v="72" actId="207"/>
        <pc:sldMkLst>
          <pc:docMk/>
          <pc:sldMk cId="919750547" sldId="344"/>
        </pc:sldMkLst>
        <pc:spChg chg="mod">
          <ac:chgData name="嘉展 張" userId="56c0cc265fef7f12" providerId="LiveId" clId="{9EFC1317-6306-48EB-9B4B-2FDE30204D08}" dt="2025-10-22T02:01:10.229" v="72" actId="207"/>
          <ac:spMkLst>
            <pc:docMk/>
            <pc:sldMk cId="919750547" sldId="344"/>
            <ac:spMk id="9" creationId="{A366E95C-6C71-6B3D-5CFE-AEA093E2E8A9}"/>
          </ac:spMkLst>
        </pc:spChg>
      </pc:sldChg>
    </pc:docChg>
  </pc:docChgLst>
  <pc:docChgLst>
    <pc:chgData name="嘉展 張" userId="56c0cc265fef7f12" providerId="LiveId" clId="{FC3B12ED-B978-4741-8F4E-ACC995148FC2}"/>
    <pc:docChg chg="undo custSel modSld">
      <pc:chgData name="嘉展 張" userId="56c0cc265fef7f12" providerId="LiveId" clId="{FC3B12ED-B978-4741-8F4E-ACC995148FC2}" dt="2025-07-07T04:22:08.380" v="43" actId="207"/>
      <pc:docMkLst>
        <pc:docMk/>
      </pc:docMkLst>
      <pc:sldChg chg="addSp delSp modSp mod">
        <pc:chgData name="嘉展 張" userId="56c0cc265fef7f12" providerId="LiveId" clId="{FC3B12ED-B978-4741-8F4E-ACC995148FC2}" dt="2025-07-07T04:20:44.928" v="23" actId="207"/>
        <pc:sldMkLst>
          <pc:docMk/>
          <pc:sldMk cId="0" sldId="264"/>
        </pc:sldMkLst>
      </pc:sldChg>
      <pc:sldChg chg="modSp mod">
        <pc:chgData name="嘉展 張" userId="56c0cc265fef7f12" providerId="LiveId" clId="{FC3B12ED-B978-4741-8F4E-ACC995148FC2}" dt="2025-07-07T04:19:17.917" v="6" actId="207"/>
        <pc:sldMkLst>
          <pc:docMk/>
          <pc:sldMk cId="516855969" sldId="328"/>
        </pc:sldMkLst>
      </pc:sldChg>
      <pc:sldChg chg="modSp mod">
        <pc:chgData name="嘉展 張" userId="56c0cc265fef7f12" providerId="LiveId" clId="{FC3B12ED-B978-4741-8F4E-ACC995148FC2}" dt="2025-07-07T04:19:30.362" v="10" actId="207"/>
        <pc:sldMkLst>
          <pc:docMk/>
          <pc:sldMk cId="1848417769" sldId="329"/>
        </pc:sldMkLst>
      </pc:sldChg>
      <pc:sldChg chg="modSp mod">
        <pc:chgData name="嘉展 張" userId="56c0cc265fef7f12" providerId="LiveId" clId="{FC3B12ED-B978-4741-8F4E-ACC995148FC2}" dt="2025-07-07T04:19:24.576" v="8" actId="207"/>
        <pc:sldMkLst>
          <pc:docMk/>
          <pc:sldMk cId="725604826" sldId="330"/>
        </pc:sldMkLst>
      </pc:sldChg>
      <pc:sldChg chg="modSp mod">
        <pc:chgData name="嘉展 張" userId="56c0cc265fef7f12" providerId="LiveId" clId="{FC3B12ED-B978-4741-8F4E-ACC995148FC2}" dt="2025-07-07T04:18:57.079" v="0" actId="207"/>
        <pc:sldMkLst>
          <pc:docMk/>
          <pc:sldMk cId="1652940647" sldId="335"/>
        </pc:sldMkLst>
      </pc:sldChg>
      <pc:sldChg chg="modSp mod">
        <pc:chgData name="嘉展 張" userId="56c0cc265fef7f12" providerId="LiveId" clId="{FC3B12ED-B978-4741-8F4E-ACC995148FC2}" dt="2025-07-07T04:19:06.457" v="2" actId="207"/>
        <pc:sldMkLst>
          <pc:docMk/>
          <pc:sldMk cId="3676040206" sldId="336"/>
        </pc:sldMkLst>
      </pc:sldChg>
      <pc:sldChg chg="modSp mod">
        <pc:chgData name="嘉展 張" userId="56c0cc265fef7f12" providerId="LiveId" clId="{FC3B12ED-B978-4741-8F4E-ACC995148FC2}" dt="2025-07-07T04:22:08.380" v="43" actId="207"/>
        <pc:sldMkLst>
          <pc:docMk/>
          <pc:sldMk cId="2128628793" sldId="337"/>
        </pc:sldMkLst>
      </pc:sldChg>
      <pc:sldChg chg="modSp mod">
        <pc:chgData name="嘉展 張" userId="56c0cc265fef7f12" providerId="LiveId" clId="{FC3B12ED-B978-4741-8F4E-ACC995148FC2}" dt="2025-07-07T04:21:51.077" v="38" actId="207"/>
        <pc:sldMkLst>
          <pc:docMk/>
          <pc:sldMk cId="4036497139" sldId="338"/>
        </pc:sldMkLst>
      </pc:sldChg>
      <pc:sldChg chg="modSp mod">
        <pc:chgData name="嘉展 張" userId="56c0cc265fef7f12" providerId="LiveId" clId="{FC3B12ED-B978-4741-8F4E-ACC995148FC2}" dt="2025-07-07T04:21:32.640" v="32" actId="207"/>
        <pc:sldMkLst>
          <pc:docMk/>
          <pc:sldMk cId="2939669483" sldId="339"/>
        </pc:sldMkLst>
      </pc:sldChg>
      <pc:sldChg chg="modSp mod">
        <pc:chgData name="嘉展 張" userId="56c0cc265fef7f12" providerId="LiveId" clId="{FC3B12ED-B978-4741-8F4E-ACC995148FC2}" dt="2025-07-07T04:21:07.627" v="27" actId="207"/>
        <pc:sldMkLst>
          <pc:docMk/>
          <pc:sldMk cId="1195771477" sldId="340"/>
        </pc:sldMkLst>
      </pc:sldChg>
      <pc:sldChg chg="modSp mod">
        <pc:chgData name="嘉展 張" userId="56c0cc265fef7f12" providerId="LiveId" clId="{FC3B12ED-B978-4741-8F4E-ACC995148FC2}" dt="2025-07-07T04:21:24.340" v="30" actId="207"/>
        <pc:sldMkLst>
          <pc:docMk/>
          <pc:sldMk cId="3653896156" sldId="341"/>
        </pc:sldMkLst>
      </pc:sldChg>
      <pc:sldChg chg="modSp mod">
        <pc:chgData name="嘉展 張" userId="56c0cc265fef7f12" providerId="LiveId" clId="{FC3B12ED-B978-4741-8F4E-ACC995148FC2}" dt="2025-07-07T04:19:43.171" v="12" actId="207"/>
        <pc:sldMkLst>
          <pc:docMk/>
          <pc:sldMk cId="3383698067" sldId="342"/>
        </pc:sldMkLst>
      </pc:sldChg>
      <pc:sldChg chg="modSp mod">
        <pc:chgData name="嘉展 張" userId="56c0cc265fef7f12" providerId="LiveId" clId="{FC3B12ED-B978-4741-8F4E-ACC995148FC2}" dt="2025-07-07T04:20:00.157" v="17" actId="207"/>
        <pc:sldMkLst>
          <pc:docMk/>
          <pc:sldMk cId="345017411" sldId="343"/>
        </pc:sldMkLst>
      </pc:sldChg>
    </pc:docChg>
  </pc:docChgLst>
  <pc:docChgLst>
    <pc:chgData name="嘉展 張" userId="56c0cc265fef7f12" providerId="LiveId" clId="{7F69A522-7DAF-4A02-BC46-5EFA4FA51996}"/>
    <pc:docChg chg="undo redo custSel addSld delSld modSld sldOrd modMainMaster">
      <pc:chgData name="嘉展 張" userId="56c0cc265fef7f12" providerId="LiveId" clId="{7F69A522-7DAF-4A02-BC46-5EFA4FA51996}" dt="2025-07-07T11:43:59.783" v="1614" actId="20577"/>
      <pc:docMkLst>
        <pc:docMk/>
      </pc:docMkLst>
      <pc:sldChg chg="addSp modSp mod">
        <pc:chgData name="嘉展 張" userId="56c0cc265fef7f12" providerId="LiveId" clId="{7F69A522-7DAF-4A02-BC46-5EFA4FA51996}" dt="2025-07-07T07:12:49.739" v="133" actId="6549"/>
        <pc:sldMkLst>
          <pc:docMk/>
          <pc:sldMk cId="1698366788" sldId="274"/>
        </pc:sldMkLst>
      </pc:sldChg>
      <pc:sldChg chg="modSp mod">
        <pc:chgData name="嘉展 張" userId="56c0cc265fef7f12" providerId="LiveId" clId="{7F69A522-7DAF-4A02-BC46-5EFA4FA51996}" dt="2025-07-07T10:47:32.083" v="879" actId="15"/>
        <pc:sldMkLst>
          <pc:docMk/>
          <pc:sldMk cId="516855969" sldId="328"/>
        </pc:sldMkLst>
      </pc:sldChg>
      <pc:sldChg chg="del">
        <pc:chgData name="嘉展 張" userId="56c0cc265fef7f12" providerId="LiveId" clId="{7F69A522-7DAF-4A02-BC46-5EFA4FA51996}" dt="2025-07-07T10:48:34.374" v="888" actId="47"/>
        <pc:sldMkLst>
          <pc:docMk/>
          <pc:sldMk cId="1848417769" sldId="329"/>
        </pc:sldMkLst>
      </pc:sldChg>
      <pc:sldChg chg="del">
        <pc:chgData name="嘉展 張" userId="56c0cc265fef7f12" providerId="LiveId" clId="{7F69A522-7DAF-4A02-BC46-5EFA4FA51996}" dt="2025-07-07T10:48:34.374" v="888" actId="47"/>
        <pc:sldMkLst>
          <pc:docMk/>
          <pc:sldMk cId="725604826" sldId="330"/>
        </pc:sldMkLst>
      </pc:sldChg>
      <pc:sldChg chg="modSp mod">
        <pc:chgData name="嘉展 張" userId="56c0cc265fef7f12" providerId="LiveId" clId="{7F69A522-7DAF-4A02-BC46-5EFA4FA51996}" dt="2025-07-07T07:34:37.926" v="646" actId="20577"/>
        <pc:sldMkLst>
          <pc:docMk/>
          <pc:sldMk cId="1652940647" sldId="335"/>
        </pc:sldMkLst>
      </pc:sldChg>
      <pc:sldChg chg="modSp mod">
        <pc:chgData name="嘉展 張" userId="56c0cc265fef7f12" providerId="LiveId" clId="{7F69A522-7DAF-4A02-BC46-5EFA4FA51996}" dt="2025-07-07T10:41:39.183" v="813" actId="20577"/>
        <pc:sldMkLst>
          <pc:docMk/>
          <pc:sldMk cId="3676040206" sldId="336"/>
        </pc:sldMkLst>
      </pc:sldChg>
      <pc:sldChg chg="modSp mod">
        <pc:chgData name="嘉展 張" userId="56c0cc265fef7f12" providerId="LiveId" clId="{7F69A522-7DAF-4A02-BC46-5EFA4FA51996}" dt="2025-07-07T07:37:27.551" v="655"/>
        <pc:sldMkLst>
          <pc:docMk/>
          <pc:sldMk cId="2128628793" sldId="337"/>
        </pc:sldMkLst>
      </pc:sldChg>
      <pc:sldChg chg="del">
        <pc:chgData name="嘉展 張" userId="56c0cc265fef7f12" providerId="LiveId" clId="{7F69A522-7DAF-4A02-BC46-5EFA4FA51996}" dt="2025-07-07T07:14:28.904" v="169" actId="47"/>
        <pc:sldMkLst>
          <pc:docMk/>
          <pc:sldMk cId="4036497139" sldId="338"/>
        </pc:sldMkLst>
      </pc:sldChg>
      <pc:sldChg chg="modSp del mod">
        <pc:chgData name="嘉展 張" userId="56c0cc265fef7f12" providerId="LiveId" clId="{7F69A522-7DAF-4A02-BC46-5EFA4FA51996}" dt="2025-07-07T10:47:46.757" v="882" actId="47"/>
        <pc:sldMkLst>
          <pc:docMk/>
          <pc:sldMk cId="2939669483" sldId="339"/>
        </pc:sldMkLst>
      </pc:sldChg>
      <pc:sldChg chg="del">
        <pc:chgData name="嘉展 張" userId="56c0cc265fef7f12" providerId="LiveId" clId="{7F69A522-7DAF-4A02-BC46-5EFA4FA51996}" dt="2025-07-07T10:48:34.374" v="888" actId="47"/>
        <pc:sldMkLst>
          <pc:docMk/>
          <pc:sldMk cId="1195771477" sldId="340"/>
        </pc:sldMkLst>
      </pc:sldChg>
      <pc:sldChg chg="del">
        <pc:chgData name="嘉展 張" userId="56c0cc265fef7f12" providerId="LiveId" clId="{7F69A522-7DAF-4A02-BC46-5EFA4FA51996}" dt="2025-07-07T10:48:34.374" v="888" actId="47"/>
        <pc:sldMkLst>
          <pc:docMk/>
          <pc:sldMk cId="3653896156" sldId="341"/>
        </pc:sldMkLst>
      </pc:sldChg>
      <pc:sldChg chg="modSp mod">
        <pc:chgData name="嘉展 張" userId="56c0cc265fef7f12" providerId="LiveId" clId="{7F69A522-7DAF-4A02-BC46-5EFA4FA51996}" dt="2025-07-07T11:43:59.783" v="1614" actId="20577"/>
        <pc:sldMkLst>
          <pc:docMk/>
          <pc:sldMk cId="3383698067" sldId="342"/>
        </pc:sldMkLst>
      </pc:sldChg>
      <pc:sldChg chg="modSp mod">
        <pc:chgData name="嘉展 張" userId="56c0cc265fef7f12" providerId="LiveId" clId="{7F69A522-7DAF-4A02-BC46-5EFA4FA51996}" dt="2025-07-07T11:43:47.461" v="1596" actId="20577"/>
        <pc:sldMkLst>
          <pc:docMk/>
          <pc:sldMk cId="345017411" sldId="343"/>
        </pc:sldMkLst>
      </pc:sldChg>
      <pc:sldChg chg="modSp add mod">
        <pc:chgData name="嘉展 張" userId="56c0cc265fef7f12" providerId="LiveId" clId="{7F69A522-7DAF-4A02-BC46-5EFA4FA51996}" dt="2025-07-07T10:42:22.726" v="848" actId="207"/>
        <pc:sldMkLst>
          <pc:docMk/>
          <pc:sldMk cId="919750547" sldId="344"/>
        </pc:sldMkLst>
      </pc:sldChg>
      <pc:sldChg chg="add del">
        <pc:chgData name="嘉展 張" userId="56c0cc265fef7f12" providerId="LiveId" clId="{7F69A522-7DAF-4A02-BC46-5EFA4FA51996}" dt="2025-07-07T10:47:26.562" v="877" actId="47"/>
        <pc:sldMkLst>
          <pc:docMk/>
          <pc:sldMk cId="1590898524" sldId="345"/>
        </pc:sldMkLst>
      </pc:sldChg>
      <pc:sldChg chg="addSp modSp add del">
        <pc:chgData name="嘉展 張" userId="56c0cc265fef7f12" providerId="LiveId" clId="{7F69A522-7DAF-4A02-BC46-5EFA4FA51996}" dt="2025-07-07T10:46:57.549" v="873"/>
        <pc:sldMkLst>
          <pc:docMk/>
          <pc:sldMk cId="2963216146" sldId="345"/>
        </pc:sldMkLst>
      </pc:sldChg>
      <pc:sldChg chg="addSp modSp add mod">
        <pc:chgData name="嘉展 張" userId="56c0cc265fef7f12" providerId="LiveId" clId="{7F69A522-7DAF-4A02-BC46-5EFA4FA51996}" dt="2025-07-07T10:48:51.726" v="905" actId="20577"/>
        <pc:sldMkLst>
          <pc:docMk/>
          <pc:sldMk cId="3752334464" sldId="345"/>
        </pc:sldMkLst>
      </pc:sldChg>
      <pc:sldChg chg="modSp add mod ord">
        <pc:chgData name="嘉展 張" userId="56c0cc265fef7f12" providerId="LiveId" clId="{7F69A522-7DAF-4A02-BC46-5EFA4FA51996}" dt="2025-07-07T10:50:38.949" v="944" actId="20577"/>
        <pc:sldMkLst>
          <pc:docMk/>
          <pc:sldMk cId="1115666099" sldId="346"/>
        </pc:sldMkLst>
      </pc:sldChg>
      <pc:sldChg chg="add del">
        <pc:chgData name="嘉展 張" userId="56c0cc265fef7f12" providerId="LiveId" clId="{7F69A522-7DAF-4A02-BC46-5EFA4FA51996}" dt="2025-07-07T10:48:34.374" v="888" actId="47"/>
        <pc:sldMkLst>
          <pc:docMk/>
          <pc:sldMk cId="2840440202" sldId="346"/>
        </pc:sldMkLst>
      </pc:sldChg>
      <pc:sldChg chg="addSp modSp add mod">
        <pc:chgData name="嘉展 張" userId="56c0cc265fef7f12" providerId="LiveId" clId="{7F69A522-7DAF-4A02-BC46-5EFA4FA51996}" dt="2025-07-07T10:51:30.889" v="950" actId="20577"/>
        <pc:sldMkLst>
          <pc:docMk/>
          <pc:sldMk cId="3822570613" sldId="347"/>
        </pc:sldMkLst>
      </pc:sldChg>
      <pc:sldChg chg="modSp add mod ord">
        <pc:chgData name="嘉展 張" userId="56c0cc265fef7f12" providerId="LiveId" clId="{7F69A522-7DAF-4A02-BC46-5EFA4FA51996}" dt="2025-07-07T10:52:46.104" v="983" actId="6549"/>
        <pc:sldMkLst>
          <pc:docMk/>
          <pc:sldMk cId="2652490174" sldId="348"/>
        </pc:sldMkLst>
      </pc:sldChg>
      <pc:sldChg chg="addSp modSp add mod">
        <pc:chgData name="嘉展 張" userId="56c0cc265fef7f12" providerId="LiveId" clId="{7F69A522-7DAF-4A02-BC46-5EFA4FA51996}" dt="2025-07-07T10:53:10.646" v="989" actId="207"/>
        <pc:sldMkLst>
          <pc:docMk/>
          <pc:sldMk cId="2056490660" sldId="349"/>
        </pc:sldMkLst>
      </pc:sldChg>
      <pc:sldChg chg="modSp add del mod">
        <pc:chgData name="嘉展 張" userId="56c0cc265fef7f12" providerId="LiveId" clId="{7F69A522-7DAF-4A02-BC46-5EFA4FA51996}" dt="2025-07-07T11:43:02.907" v="1552" actId="47"/>
        <pc:sldMkLst>
          <pc:docMk/>
          <pc:sldMk cId="1303398649" sldId="350"/>
        </pc:sldMkLst>
      </pc:sldChg>
      <pc:sldMasterChg chg="modSldLayout">
        <pc:chgData name="嘉展 張" userId="56c0cc265fef7f12" providerId="LiveId" clId="{7F69A522-7DAF-4A02-BC46-5EFA4FA51996}" dt="2025-07-07T06:57:29.419" v="122" actId="20577"/>
        <pc:sldMasterMkLst>
          <pc:docMk/>
          <pc:sldMasterMk cId="2733321511" sldId="2147483688"/>
        </pc:sldMasterMkLst>
        <pc:sldLayoutChg chg="delSp mod">
          <pc:chgData name="嘉展 張" userId="56c0cc265fef7f12" providerId="LiveId" clId="{7F69A522-7DAF-4A02-BC46-5EFA4FA51996}" dt="2025-07-07T04:33:12.003" v="0" actId="21"/>
          <pc:sldLayoutMkLst>
            <pc:docMk/>
            <pc:sldMasterMk cId="2733321511" sldId="2147483688"/>
            <pc:sldLayoutMk cId="810264706" sldId="2147483689"/>
          </pc:sldLayoutMkLst>
        </pc:sldLayoutChg>
        <pc:sldLayoutChg chg="modSp mod">
          <pc:chgData name="嘉展 張" userId="56c0cc265fef7f12" providerId="LiveId" clId="{7F69A522-7DAF-4A02-BC46-5EFA4FA51996}" dt="2025-07-07T06:57:29.419" v="122" actId="20577"/>
          <pc:sldLayoutMkLst>
            <pc:docMk/>
            <pc:sldMasterMk cId="2733321511" sldId="2147483688"/>
            <pc:sldLayoutMk cId="2749409723" sldId="2147483690"/>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08BF25A6-087F-D6D2-267D-B40DBA7EE1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AA0814FC-58BC-3550-CD96-55E744A2254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C02A62F-168C-441A-BD3A-3CBD0D8996EF}" type="datetimeFigureOut">
              <a:rPr lang="zh-TW" altLang="en-US" smtClean="0"/>
              <a:t>2025/10/22</a:t>
            </a:fld>
            <a:endParaRPr lang="zh-TW" altLang="en-US"/>
          </a:p>
        </p:txBody>
      </p:sp>
      <p:sp>
        <p:nvSpPr>
          <p:cNvPr id="4" name="頁尾版面配置區 3">
            <a:extLst>
              <a:ext uri="{FF2B5EF4-FFF2-40B4-BE49-F238E27FC236}">
                <a16:creationId xmlns:a16="http://schemas.microsoft.com/office/drawing/2014/main" id="{79AE01F6-5383-DDC4-7D41-985AFCC1FB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94AF33B8-A6BA-F9CB-9D1A-F0E8411475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F976BC-45D2-4837-B745-B3BC93427B15}" type="slidenum">
              <a:rPr lang="zh-TW" altLang="en-US" smtClean="0"/>
              <a:t>‹#›</a:t>
            </a:fld>
            <a:endParaRPr lang="zh-TW" altLang="en-US"/>
          </a:p>
        </p:txBody>
      </p:sp>
    </p:spTree>
    <p:extLst>
      <p:ext uri="{BB962C8B-B14F-4D97-AF65-F5344CB8AC3E}">
        <p14:creationId xmlns:p14="http://schemas.microsoft.com/office/powerpoint/2010/main" val="21584510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BIZ UDGothic" panose="020B0400000000000000" pitchFamily="33" charset="-128"/>
        <a:ea typeface="BIZ UDGothic" panose="020B0400000000000000" pitchFamily="33"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84972-CFB7-106B-7451-91573232AC1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6F8FD00-AEC8-4AD1-3591-69A9B506F2CF}"/>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EBACD59-E2F1-EA33-4090-0B4101A21266}"/>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575667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97248-C301-11F6-90B9-1136C86D92D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A13C845-10B2-13AE-87DB-0178B8D34FD2}"/>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640221E6-9797-7860-05D4-959A9B88884B}"/>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252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F4579-EC49-74F7-731C-CF35115D7FF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56E8282-F896-AF4E-2FE7-D71647B8033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700342D6-751C-5997-C484-428A8A459822}"/>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540578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EC0CB-1745-60DC-8FB0-FCAADF92926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07665C3-FF11-EBB3-CDC3-AE121E0F564C}"/>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C9DCB417-84F7-6DC1-D60B-98CD64B04BA8}"/>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959555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93AFA-50C9-AF72-D66C-23F38297B0D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A3DB228-14A9-DFE1-B221-C17D35B9008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5A0DADDF-B9CF-61E7-07C3-B19DBE62F0A7}"/>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79026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85468-5212-06C2-1093-089D532FF26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B7D9929-8008-244F-F7A1-B41948405D09}"/>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BD56B6BE-7444-4031-D537-371867FF1700}"/>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51381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9704E-7EED-C2D2-AB0C-9735446DFE5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EC38AC2-0366-3164-A5DC-828EC5C85F9E}"/>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821BE83F-F2D0-7D4D-6FCD-F1A7DC9883A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39476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C7D44-8515-EA05-78FF-A15CE5600A0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7F962DF-1858-3443-38F9-00426D551466}"/>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4104576-44CB-1017-4E20-3C5F49A08F45}"/>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432885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595CE-CF67-61FD-CB4C-B63D34627A9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A20079C-C412-63DF-0062-7A01942C541D}"/>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7ED3E415-FCC6-E4AE-0897-15A4F46C3DCF}"/>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8329068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62045-DB39-A3D0-F554-C28448F1E6B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4D50129-2F87-46AB-A79D-80B63B473CA1}"/>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641E2E31-2C10-EF9C-BDFB-6570E983429D}"/>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2274106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9F13D-1ED7-DF52-F6AD-DA3481E6ACF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17BBF0B-7D7D-D6A0-63D5-6153918B72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95CD1C0-0BA9-E1F1-B6A8-BEA3D120E687}"/>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624308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BE18B-9284-4C34-1C60-E918802CD2F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E8BB489-F93C-819E-5985-79CFC6810C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2245CC0-BD14-DF5C-7A17-EFCD00FFE3D1}"/>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6968629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BIZ UDGothic" panose="020B0400000000000000" pitchFamily="33" charset="-128"/>
              <a:ea typeface="BIZ UDGothic" panose="020B0400000000000000" pitchFamily="33" charset="-128"/>
            </a:endParaRPr>
          </a:p>
        </p:txBody>
      </p:sp>
      <p:sp>
        <p:nvSpPr>
          <p:cNvPr id="301" name="Google Shape;30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224893-DBDA-4BFA-9CE1-4BFE7CD0F8CF}" type="datetime1">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7" name="Google Shape;173;p15">
            <a:extLst>
              <a:ext uri="{FF2B5EF4-FFF2-40B4-BE49-F238E27FC236}">
                <a16:creationId xmlns:a16="http://schemas.microsoft.com/office/drawing/2014/main" id="{1EA53AEF-F2B1-0F4B-39E7-2C1000323C5C}"/>
              </a:ext>
            </a:extLst>
          </p:cNvPr>
          <p:cNvSpPr/>
          <p:nvPr userDrawn="1"/>
        </p:nvSpPr>
        <p:spPr>
          <a:xfrm>
            <a:off x="-1" y="12529696"/>
            <a:ext cx="24384001" cy="1188793"/>
          </a:xfrm>
          <a:prstGeom prst="rect">
            <a:avLst/>
          </a:prstGeom>
          <a:solidFill>
            <a:srgbClr val="288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3600"/>
              <a:buFont typeface="Calibri"/>
              <a:buNone/>
            </a:pPr>
            <a:endParaRPr sz="3600" b="0" i="0" u="none" strike="noStrike" cap="none" dirty="0">
              <a:solidFill>
                <a:srgbClr val="000000"/>
              </a:solidFill>
              <a:latin typeface="Gen Jyuu GothicL Bold" panose="020B0602020203020207" pitchFamily="34" charset="-120"/>
              <a:ea typeface="Gen Jyuu GothicL Bold" panose="020B0602020203020207" pitchFamily="34" charset="-120"/>
              <a:cs typeface="Gen Jyuu GothicL Bold" panose="020B0602020203020207" pitchFamily="34" charset="-120"/>
              <a:sym typeface="Calibri"/>
            </a:endParaRPr>
          </a:p>
        </p:txBody>
      </p:sp>
      <p:pic>
        <p:nvPicPr>
          <p:cNvPr id="8" name="Google Shape;175;p15" descr="00新品牌元素-55.png">
            <a:extLst>
              <a:ext uri="{FF2B5EF4-FFF2-40B4-BE49-F238E27FC236}">
                <a16:creationId xmlns:a16="http://schemas.microsoft.com/office/drawing/2014/main" id="{A1C6D771-7D6B-48B8-4879-512D53716F0E}"/>
              </a:ext>
            </a:extLst>
          </p:cNvPr>
          <p:cNvPicPr preferRelativeResize="0"/>
          <p:nvPr userDrawn="1"/>
        </p:nvPicPr>
        <p:blipFill rotWithShape="1">
          <a:blip r:embed="rId2">
            <a:alphaModFix/>
          </a:blip>
          <a:srcRect/>
          <a:stretch/>
        </p:blipFill>
        <p:spPr>
          <a:xfrm>
            <a:off x="1661141" y="12716794"/>
            <a:ext cx="4686527" cy="849086"/>
          </a:xfrm>
          <a:prstGeom prst="rect">
            <a:avLst/>
          </a:prstGeom>
          <a:noFill/>
          <a:ln>
            <a:noFill/>
          </a:ln>
        </p:spPr>
      </p:pic>
      <p:sp>
        <p:nvSpPr>
          <p:cNvPr id="9" name="Google Shape;177;p15">
            <a:extLst>
              <a:ext uri="{FF2B5EF4-FFF2-40B4-BE49-F238E27FC236}">
                <a16:creationId xmlns:a16="http://schemas.microsoft.com/office/drawing/2014/main" id="{F6E91BB9-A0CF-7DC6-E565-0F8D841B8D6A}"/>
              </a:ext>
            </a:extLst>
          </p:cNvPr>
          <p:cNvSpPr txBox="1"/>
          <p:nvPr userDrawn="1"/>
        </p:nvSpPr>
        <p:spPr>
          <a:xfrm>
            <a:off x="1779473" y="4241866"/>
            <a:ext cx="5726816" cy="1415743"/>
          </a:xfrm>
          <a:prstGeom prst="rect">
            <a:avLst/>
          </a:prstGeom>
          <a:solidFill>
            <a:srgbClr val="288CCC"/>
          </a:solidFill>
          <a:ln>
            <a:noFill/>
          </a:ln>
        </p:spPr>
        <p:txBody>
          <a:bodyPr spcFirstLastPara="1" wrap="square" lIns="91425" tIns="91425" rIns="91425" bIns="91425"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strike="noStrike" cap="none" err="1">
                <a:solidFill>
                  <a:srgbClr val="FFFFFF"/>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rPr>
              <a:t>本課文型</a:t>
            </a:r>
            <a:endParaRPr sz="1400" b="0" i="0" u="none" strike="noStrike" cap="none">
              <a:solidFill>
                <a:srgbClr val="000000"/>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endParaRPr>
          </a:p>
        </p:txBody>
      </p:sp>
      <p:pic>
        <p:nvPicPr>
          <p:cNvPr id="11" name="Google Shape;180;p15" descr="新品牌元素-04.png">
            <a:extLst>
              <a:ext uri="{FF2B5EF4-FFF2-40B4-BE49-F238E27FC236}">
                <a16:creationId xmlns:a16="http://schemas.microsoft.com/office/drawing/2014/main" id="{9706B59E-0CCB-A03D-5962-B885D023C539}"/>
              </a:ext>
            </a:extLst>
          </p:cNvPr>
          <p:cNvPicPr preferRelativeResize="0"/>
          <p:nvPr userDrawn="1"/>
        </p:nvPicPr>
        <p:blipFill rotWithShape="1">
          <a:blip r:embed="rId3">
            <a:alphaModFix amt="70000"/>
          </a:blip>
          <a:srcRect/>
          <a:stretch/>
        </p:blipFill>
        <p:spPr>
          <a:xfrm>
            <a:off x="21137221" y="1024091"/>
            <a:ext cx="2776561" cy="1589427"/>
          </a:xfrm>
          <a:prstGeom prst="rect">
            <a:avLst/>
          </a:prstGeom>
          <a:noFill/>
          <a:ln>
            <a:noFill/>
          </a:ln>
        </p:spPr>
      </p:pic>
      <p:pic>
        <p:nvPicPr>
          <p:cNvPr id="12" name="Google Shape;181;p15" descr="00新品牌元素-47.png">
            <a:extLst>
              <a:ext uri="{FF2B5EF4-FFF2-40B4-BE49-F238E27FC236}">
                <a16:creationId xmlns:a16="http://schemas.microsoft.com/office/drawing/2014/main" id="{816445DC-2A49-15E8-A162-AB44553F104E}"/>
              </a:ext>
            </a:extLst>
          </p:cNvPr>
          <p:cNvPicPr preferRelativeResize="0"/>
          <p:nvPr userDrawn="1"/>
        </p:nvPicPr>
        <p:blipFill rotWithShape="1">
          <a:blip r:embed="rId4">
            <a:alphaModFix/>
            <a:duotone>
              <a:schemeClr val="accent3">
                <a:shade val="45000"/>
                <a:satMod val="135000"/>
              </a:schemeClr>
              <a:prstClr val="white"/>
            </a:duotone>
          </a:blip>
          <a:srcRect/>
          <a:stretch/>
        </p:blipFill>
        <p:spPr>
          <a:xfrm>
            <a:off x="20832421" y="8763000"/>
            <a:ext cx="3780876" cy="4361092"/>
          </a:xfrm>
          <a:prstGeom prst="rect">
            <a:avLst/>
          </a:prstGeom>
          <a:noFill/>
          <a:ln>
            <a:noFill/>
          </a:ln>
        </p:spPr>
      </p:pic>
      <p:sp>
        <p:nvSpPr>
          <p:cNvPr id="18" name="文字版面配置區 17">
            <a:extLst>
              <a:ext uri="{FF2B5EF4-FFF2-40B4-BE49-F238E27FC236}">
                <a16:creationId xmlns:a16="http://schemas.microsoft.com/office/drawing/2014/main" id="{945131EA-FBA2-5A69-36FD-4A242A80AB22}"/>
              </a:ext>
            </a:extLst>
          </p:cNvPr>
          <p:cNvSpPr>
            <a:spLocks noGrp="1"/>
          </p:cNvSpPr>
          <p:nvPr>
            <p:ph type="body" sz="quarter" idx="13"/>
          </p:nvPr>
        </p:nvSpPr>
        <p:spPr>
          <a:xfrm>
            <a:off x="1679070" y="6660848"/>
            <a:ext cx="17113623" cy="5032117"/>
          </a:xfrm>
        </p:spPr>
        <p:txBody>
          <a:bodyPr numCol="2">
            <a:normAutofit/>
          </a:bodyPr>
          <a:lstStyle>
            <a:lvl1pPr marL="0" indent="0">
              <a:buNone/>
              <a:defRPr sz="4200">
                <a:solidFill>
                  <a:srgbClr val="3B3838"/>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vl2pPr marL="914400" indent="0">
              <a:buNone/>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2pPr>
            <a:lvl3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3pPr>
            <a:lvl4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4pPr>
            <a:lvl5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5pPr>
          </a:lstStyle>
          <a:p>
            <a:pPr lvl="0"/>
            <a:r>
              <a:rPr lang="zh-TW" altLang="en-US" dirty="0"/>
              <a:t>按一下以編輯母片文字樣式</a:t>
            </a:r>
            <a:endParaRPr lang="en-US" altLang="zh-TW" dirty="0"/>
          </a:p>
        </p:txBody>
      </p:sp>
      <p:sp>
        <p:nvSpPr>
          <p:cNvPr id="19" name="Google Shape;179;p15">
            <a:extLst>
              <a:ext uri="{FF2B5EF4-FFF2-40B4-BE49-F238E27FC236}">
                <a16:creationId xmlns:a16="http://schemas.microsoft.com/office/drawing/2014/main" id="{3F54C1E6-3D7F-502D-6C15-E0DC042557B2}"/>
              </a:ext>
            </a:extLst>
          </p:cNvPr>
          <p:cNvSpPr txBox="1"/>
          <p:nvPr userDrawn="1"/>
        </p:nvSpPr>
        <p:spPr>
          <a:xfrm>
            <a:off x="18036333" y="12735798"/>
            <a:ext cx="5266463" cy="83096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FFFFFF"/>
              </a:buClr>
              <a:buSzPts val="4200"/>
              <a:buFont typeface="Arial"/>
              <a:buNone/>
            </a:pPr>
            <a:r>
              <a:rPr lang="ja-JP" altLang="en-US" sz="4200" b="1" i="0" u="none" strike="noStrike" kern="1200" cap="none" dirty="0">
                <a:solidFill>
                  <a:srgbClr val="FFFFFF"/>
                </a:solidFill>
                <a:effectLst>
                  <a:outerShdw blurRad="38100" dist="38100" dir="2700000" algn="tl">
                    <a:srgbClr val="000000">
                      <a:alpha val="43137"/>
                    </a:srgbClr>
                  </a:outerShdw>
                </a:effectLst>
                <a:latin typeface="Gen Jyuu Gothic Bold" panose="020B0602020203020207" pitchFamily="50" charset="-128"/>
                <a:ea typeface="Gen Jyuu Gothic Bold" panose="020B0602020203020207" pitchFamily="50" charset="-128"/>
                <a:cs typeface="Gen Jyuu Gothic Bold" panose="020B0602020203020207" pitchFamily="50" charset="-128"/>
                <a:sym typeface="Arial"/>
              </a:rPr>
              <a:t>學習導師・中級</a:t>
            </a:r>
          </a:p>
        </p:txBody>
      </p:sp>
    </p:spTree>
    <p:extLst>
      <p:ext uri="{BB962C8B-B14F-4D97-AF65-F5344CB8AC3E}">
        <p14:creationId xmlns:p14="http://schemas.microsoft.com/office/powerpoint/2010/main" val="81026470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及內容">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81500" y="-36844"/>
            <a:ext cx="19983450" cy="1148734"/>
          </a:xfrm>
          <a:prstGeom prst="rect">
            <a:avLst/>
          </a:prstGeom>
        </p:spPr>
        <p:txBody>
          <a:bodyPr>
            <a:normAutofit/>
          </a:bodyPr>
          <a:lstStyle>
            <a:lvl1pPr>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zh-TW" altLang="en-US"/>
              <a:t>按一下以編輯母片標題樣式 </a:t>
            </a:r>
            <a:endParaRPr lang="en-US"/>
          </a:p>
        </p:txBody>
      </p:sp>
      <p:sp>
        <p:nvSpPr>
          <p:cNvPr id="7" name="矩形 6">
            <a:extLst>
              <a:ext uri="{FF2B5EF4-FFF2-40B4-BE49-F238E27FC236}">
                <a16:creationId xmlns:a16="http://schemas.microsoft.com/office/drawing/2014/main" id="{1AC0EF03-D6B3-CE56-533B-535D9DFA0793}"/>
              </a:ext>
            </a:extLst>
          </p:cNvPr>
          <p:cNvSpPr/>
          <p:nvPr userDrawn="1"/>
        </p:nvSpPr>
        <p:spPr>
          <a:xfrm>
            <a:off x="-38100" y="-151233"/>
            <a:ext cx="24403050" cy="189136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Google Shape;191;p60" descr="00新品牌元素-50.png">
            <a:extLst>
              <a:ext uri="{FF2B5EF4-FFF2-40B4-BE49-F238E27FC236}">
                <a16:creationId xmlns:a16="http://schemas.microsoft.com/office/drawing/2014/main" id="{30CA417C-C8B7-0AFC-3F11-7B07400254AC}"/>
              </a:ext>
            </a:extLst>
          </p:cNvPr>
          <p:cNvPicPr preferRelativeResize="0"/>
          <p:nvPr userDrawn="1"/>
        </p:nvPicPr>
        <p:blipFill rotWithShape="1">
          <a:blip r:embed="rId2">
            <a:alphaModFix/>
          </a:blip>
          <a:srcRect/>
          <a:stretch/>
        </p:blipFill>
        <p:spPr>
          <a:xfrm>
            <a:off x="76200" y="-165077"/>
            <a:ext cx="1371600" cy="1469989"/>
          </a:xfrm>
          <a:prstGeom prst="rect">
            <a:avLst/>
          </a:prstGeom>
          <a:noFill/>
          <a:ln>
            <a:noFill/>
          </a:ln>
        </p:spPr>
      </p:pic>
      <p:pic>
        <p:nvPicPr>
          <p:cNvPr id="11" name="Google Shape;190;p60" descr="浮水印.png">
            <a:extLst>
              <a:ext uri="{FF2B5EF4-FFF2-40B4-BE49-F238E27FC236}">
                <a16:creationId xmlns:a16="http://schemas.microsoft.com/office/drawing/2014/main" id="{151502A3-5726-B337-1182-245A2ADF7D85}"/>
              </a:ext>
            </a:extLst>
          </p:cNvPr>
          <p:cNvPicPr preferRelativeResize="0"/>
          <p:nvPr userDrawn="1"/>
        </p:nvPicPr>
        <p:blipFill rotWithShape="1">
          <a:blip r:embed="rId3">
            <a:alphaModFix/>
          </a:blip>
          <a:srcRect/>
          <a:stretch/>
        </p:blipFill>
        <p:spPr>
          <a:xfrm>
            <a:off x="22574250" y="145476"/>
            <a:ext cx="1580320" cy="886984"/>
          </a:xfrm>
          <a:prstGeom prst="rect">
            <a:avLst/>
          </a:prstGeom>
          <a:noFill/>
          <a:ln>
            <a:noFill/>
          </a:ln>
        </p:spPr>
      </p:pic>
      <p:sp>
        <p:nvSpPr>
          <p:cNvPr id="18" name="文字方塊 17">
            <a:extLst>
              <a:ext uri="{FF2B5EF4-FFF2-40B4-BE49-F238E27FC236}">
                <a16:creationId xmlns:a16="http://schemas.microsoft.com/office/drawing/2014/main" id="{286F6F29-2332-3D9E-E40D-AF2D204D300D}"/>
              </a:ext>
            </a:extLst>
          </p:cNvPr>
          <p:cNvSpPr txBox="1"/>
          <p:nvPr userDrawn="1"/>
        </p:nvSpPr>
        <p:spPr>
          <a:xfrm>
            <a:off x="1346200" y="-1056222"/>
            <a:ext cx="3098800" cy="2646878"/>
          </a:xfrm>
          <a:prstGeom prst="rect">
            <a:avLst/>
          </a:prstGeom>
          <a:noFill/>
        </p:spPr>
        <p:txBody>
          <a:bodyPr wrap="square" rtlCol="0">
            <a:spAutoFit/>
          </a:bodyPr>
          <a:lstStyle/>
          <a:p>
            <a:r>
              <a:rPr kumimoji="1" lang="en-US" altLang="zh-TW" sz="9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0</a:t>
            </a:r>
            <a:r>
              <a:rPr kumimoji="1" lang="en-US" altLang="ja-JP" sz="9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2</a:t>
            </a:r>
            <a:r>
              <a:rPr kumimoji="1" lang="zh-TW"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9" name="文字方塊 18">
            <a:extLst>
              <a:ext uri="{FF2B5EF4-FFF2-40B4-BE49-F238E27FC236}">
                <a16:creationId xmlns:a16="http://schemas.microsoft.com/office/drawing/2014/main" id="{666ED131-2A2B-58C7-4569-0A0957402ACC}"/>
              </a:ext>
            </a:extLst>
          </p:cNvPr>
          <p:cNvSpPr txBox="1"/>
          <p:nvPr userDrawn="1"/>
        </p:nvSpPr>
        <p:spPr>
          <a:xfrm>
            <a:off x="2952115" y="355598"/>
            <a:ext cx="8080829" cy="892552"/>
          </a:xfrm>
          <a:prstGeom prst="rect">
            <a:avLst/>
          </a:prstGeom>
          <a:noFill/>
        </p:spPr>
        <p:txBody>
          <a:bodyPr wrap="square" rtlCol="0">
            <a:spAutoFit/>
          </a:bodyPr>
          <a:lstStyle/>
          <a:p>
            <a:r>
              <a:rPr kumimoji="1" lang="ja-JP" altLang="en-US"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友達の結婚式</a:t>
            </a:r>
            <a:endParaRPr kumimoji="1" lang="en-US" altLang="ja-JP"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24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第二課</a:t>
            </a:r>
          </a:p>
        </p:txBody>
      </p:sp>
    </p:spTree>
    <p:extLst>
      <p:ext uri="{BB962C8B-B14F-4D97-AF65-F5344CB8AC3E}">
        <p14:creationId xmlns:p14="http://schemas.microsoft.com/office/powerpoint/2010/main" val="2749409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663700" y="3424846"/>
            <a:ext cx="21031200" cy="5702416"/>
          </a:xfrm>
          <a:prstGeom prst="rect">
            <a:avLst/>
          </a:prstGeom>
        </p:spPr>
        <p:txBody>
          <a:bodyPr anchor="b">
            <a:normAutofit/>
          </a:bodyPr>
          <a:lstStyle>
            <a:lvl1pPr>
              <a:defRPr sz="12000" b="0"/>
            </a:lvl1pPr>
          </a:lstStyle>
          <a:p>
            <a:r>
              <a:rPr lang="zh-TW" altLang="en-US"/>
              <a:t>按一下以編輯母片標題樣式</a:t>
            </a:r>
            <a:endParaRPr lang="en-US"/>
          </a:p>
        </p:txBody>
      </p:sp>
      <p:sp>
        <p:nvSpPr>
          <p:cNvPr id="3" name="Text Placeholder 2"/>
          <p:cNvSpPr>
            <a:spLocks noGrp="1"/>
          </p:cNvSpPr>
          <p:nvPr>
            <p:ph type="body" idx="1"/>
          </p:nvPr>
        </p:nvSpPr>
        <p:spPr>
          <a:xfrm>
            <a:off x="1663700" y="9105267"/>
            <a:ext cx="21031200" cy="3000374"/>
          </a:xfrm>
          <a:prstGeom prst="rect">
            <a:avLst/>
          </a:prstGeom>
        </p:spPr>
        <p:txBody>
          <a:bodyPr anchor="t">
            <a:normAutofit/>
          </a:bodyPr>
          <a:lstStyle>
            <a:lvl1pPr marL="0" indent="0">
              <a:buNone/>
              <a:defRPr sz="4800">
                <a:solidFill>
                  <a:schemeClr val="tx1">
                    <a:lumMod val="75000"/>
                    <a:lumOff val="25000"/>
                  </a:schemeClr>
                </a:solidFill>
              </a:defRPr>
            </a:lvl1pPr>
            <a:lvl2pPr marL="914400" indent="0">
              <a:buNone/>
              <a:defRPr sz="3600">
                <a:solidFill>
                  <a:schemeClr val="tx1">
                    <a:tint val="75000"/>
                  </a:schemeClr>
                </a:solidFill>
              </a:defRPr>
            </a:lvl2pPr>
            <a:lvl3pPr marL="1828800" indent="0">
              <a:buNone/>
              <a:defRPr sz="3200">
                <a:solidFill>
                  <a:schemeClr val="tx1">
                    <a:tint val="75000"/>
                  </a:schemeClr>
                </a:solidFill>
              </a:defRPr>
            </a:lvl3pPr>
            <a:lvl4pPr marL="2743200" indent="0">
              <a:buNone/>
              <a:defRPr sz="2800">
                <a:solidFill>
                  <a:schemeClr val="tx1">
                    <a:tint val="75000"/>
                  </a:schemeClr>
                </a:solidFill>
              </a:defRPr>
            </a:lvl4pPr>
            <a:lvl5pPr marL="3657600" indent="0">
              <a:buNone/>
              <a:defRPr sz="2800">
                <a:solidFill>
                  <a:schemeClr val="tx1">
                    <a:tint val="75000"/>
                  </a:schemeClr>
                </a:solidFill>
              </a:defRPr>
            </a:lvl5pPr>
            <a:lvl6pPr marL="4572000" indent="0">
              <a:buNone/>
              <a:defRPr sz="2800">
                <a:solidFill>
                  <a:schemeClr val="tx1">
                    <a:tint val="75000"/>
                  </a:schemeClr>
                </a:solidFill>
              </a:defRPr>
            </a:lvl6pPr>
            <a:lvl7pPr marL="5486400" indent="0">
              <a:buNone/>
              <a:defRPr sz="2800">
                <a:solidFill>
                  <a:schemeClr val="tx1">
                    <a:tint val="75000"/>
                  </a:schemeClr>
                </a:solidFill>
              </a:defRPr>
            </a:lvl7pPr>
            <a:lvl8pPr marL="6400800" indent="0">
              <a:buNone/>
              <a:defRPr sz="2800">
                <a:solidFill>
                  <a:schemeClr val="tx1">
                    <a:tint val="75000"/>
                  </a:schemeClr>
                </a:solidFill>
              </a:defRPr>
            </a:lvl8pPr>
            <a:lvl9pPr marL="7315200" indent="0">
              <a:buNone/>
              <a:defRPr sz="28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A50F84E2-2D7A-43CF-AC90-352A289A783A}" type="datetime1">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7496618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Content Placeholder 2"/>
          <p:cNvSpPr>
            <a:spLocks noGrp="1"/>
          </p:cNvSpPr>
          <p:nvPr>
            <p:ph sz="half" idx="1"/>
          </p:nvPr>
        </p:nvSpPr>
        <p:spPr>
          <a:xfrm>
            <a:off x="1690254"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Content Placeholder 3"/>
          <p:cNvSpPr>
            <a:spLocks noGrp="1"/>
          </p:cNvSpPr>
          <p:nvPr>
            <p:ph sz="half" idx="2"/>
          </p:nvPr>
        </p:nvSpPr>
        <p:spPr>
          <a:xfrm>
            <a:off x="12344400"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Date Placeholder 4"/>
          <p:cNvSpPr>
            <a:spLocks noGrp="1"/>
          </p:cNvSpPr>
          <p:nvPr>
            <p:ph type="dt" sz="half" idx="10"/>
          </p:nvPr>
        </p:nvSpPr>
        <p:spPr/>
        <p:txBody>
          <a:bodyPr/>
          <a:lstStyle/>
          <a:p>
            <a:fld id="{F12952B5-7A2F-4CC8-B7CE-9234E21C2837}" type="datetime1">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3861146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90254" y="3363701"/>
            <a:ext cx="10312400" cy="1651398"/>
          </a:xfrm>
          <a:prstGeom prst="rect">
            <a:avLst/>
          </a:prstGeom>
        </p:spPr>
        <p:txBody>
          <a:bodyPr anchor="b">
            <a:normAutofit/>
          </a:bodyPr>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4" name="Content Placeholder 3"/>
          <p:cNvSpPr>
            <a:spLocks noGrp="1"/>
          </p:cNvSpPr>
          <p:nvPr>
            <p:ph sz="half" idx="2"/>
          </p:nvPr>
        </p:nvSpPr>
        <p:spPr>
          <a:xfrm>
            <a:off x="1690254" y="5015101"/>
            <a:ext cx="10312400"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Text Placeholder 4"/>
          <p:cNvSpPr>
            <a:spLocks noGrp="1"/>
          </p:cNvSpPr>
          <p:nvPr>
            <p:ph type="body" sz="quarter" idx="3"/>
          </p:nvPr>
        </p:nvSpPr>
        <p:spPr>
          <a:xfrm>
            <a:off x="12344401" y="3363702"/>
            <a:ext cx="10363202" cy="1651396"/>
          </a:xfrm>
          <a:prstGeom prst="rect">
            <a:avLst/>
          </a:prstGeom>
        </p:spPr>
        <p:txBody>
          <a:bodyPr anchor="b"/>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6" name="Content Placeholder 5"/>
          <p:cNvSpPr>
            <a:spLocks noGrp="1"/>
          </p:cNvSpPr>
          <p:nvPr>
            <p:ph sz="quarter" idx="4"/>
          </p:nvPr>
        </p:nvSpPr>
        <p:spPr>
          <a:xfrm>
            <a:off x="12344401" y="5015101"/>
            <a:ext cx="10363202"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7" name="Date Placeholder 6"/>
          <p:cNvSpPr>
            <a:spLocks noGrp="1"/>
          </p:cNvSpPr>
          <p:nvPr>
            <p:ph type="dt" sz="half" idx="10"/>
          </p:nvPr>
        </p:nvSpPr>
        <p:spPr/>
        <p:txBody>
          <a:bodyPr/>
          <a:lstStyle/>
          <a:p>
            <a:fld id="{CE1DA07A-9201-4B4B-BAF2-015AFA30F520}" type="datetime1">
              <a:rPr lang="en-US" smtClean="0"/>
              <a:t>10/22/2025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10" name="Title 9"/>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593435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只有標題">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3D7E00A-486F-4252-8B1D-E32645521F49}" type="datetime1">
              <a:rPr lang="en-US" smtClean="0"/>
              <a:t>10/22/2025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6" name="Title 5"/>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6691635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DF5F92-E675-4B36-9A60-69A962A68675}" type="datetime1">
              <a:rPr lang="en-US" smtClean="0"/>
              <a:t>10/22/2025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22466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1"/>
            <a:ext cx="7863840" cy="3200394"/>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Content Placeholder 2"/>
          <p:cNvSpPr>
            <a:spLocks noGrp="1"/>
          </p:cNvSpPr>
          <p:nvPr>
            <p:ph idx="1"/>
          </p:nvPr>
        </p:nvSpPr>
        <p:spPr>
          <a:xfrm>
            <a:off x="10363200" y="1981200"/>
            <a:ext cx="12344400" cy="975360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Text Placeholder 3"/>
          <p:cNvSpPr>
            <a:spLocks noGrp="1"/>
          </p:cNvSpPr>
          <p:nvPr>
            <p:ph type="body" sz="half" idx="2"/>
          </p:nvPr>
        </p:nvSpPr>
        <p:spPr>
          <a:xfrm>
            <a:off x="1682496" y="4114799"/>
            <a:ext cx="7863840" cy="7620002"/>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AF6E2C9B-5FA2-460D-9BE7-B0812FC2A6FF}" type="datetime1">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06117873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0"/>
            <a:ext cx="7863840" cy="3200400"/>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Picture Placeholder 2"/>
          <p:cNvSpPr>
            <a:spLocks noGrp="1"/>
          </p:cNvSpPr>
          <p:nvPr>
            <p:ph type="pic" idx="1"/>
          </p:nvPr>
        </p:nvSpPr>
        <p:spPr>
          <a:xfrm>
            <a:off x="10363200" y="1981200"/>
            <a:ext cx="12344400" cy="975360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zh-TW" altLang="en-US"/>
              <a:t>按一下圖示以新增圖片</a:t>
            </a:r>
            <a:endParaRPr lang="en-US"/>
          </a:p>
        </p:txBody>
      </p:sp>
      <p:sp>
        <p:nvSpPr>
          <p:cNvPr id="4" name="Text Placeholder 3"/>
          <p:cNvSpPr>
            <a:spLocks noGrp="1"/>
          </p:cNvSpPr>
          <p:nvPr>
            <p:ph type="body" sz="half" idx="2"/>
          </p:nvPr>
        </p:nvSpPr>
        <p:spPr>
          <a:xfrm>
            <a:off x="1682496" y="4114800"/>
            <a:ext cx="7863840" cy="7620000"/>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1D374940-A916-4C8B-9648-02A2D3898F9E}" type="datetime1">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34635085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90254" y="3657601"/>
            <a:ext cx="21031200" cy="8702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5F4E5243-F52A-4D37-9694-EB26C6C31910}" type="datetime1">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78898673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20724"/>
            <a:ext cx="5257800" cy="11623676"/>
          </a:xfrm>
          <a:prstGeom prst="rect">
            <a:avLst/>
          </a:prstGeo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76400" y="720725"/>
            <a:ext cx="15468600" cy="11623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3A77B6E1-634A-48DC-9E8B-D894023267EF}" type="datetime1">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29946938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90254" y="731520"/>
            <a:ext cx="21031200" cy="2651124"/>
          </a:xfrm>
          <a:prstGeom prst="rect">
            <a:avLst/>
          </a:prstGeom>
        </p:spPr>
        <p:txBody>
          <a:bodyPr vert="horz" lIns="91440" tIns="45720" rIns="91440" bIns="45720" rtlCol="0" anchor="ctr">
            <a:normAutofit/>
          </a:bodyPr>
          <a:lstStyle/>
          <a:p>
            <a:r>
              <a:rPr lang="zh-TW" altLang="en-US"/>
              <a:t>按一下以編輯母片標題樣式</a:t>
            </a:r>
            <a:endParaRPr lang="en-US"/>
          </a:p>
        </p:txBody>
      </p:sp>
      <p:sp>
        <p:nvSpPr>
          <p:cNvPr id="3" name="Text Placeholder 2"/>
          <p:cNvSpPr>
            <a:spLocks noGrp="1"/>
          </p:cNvSpPr>
          <p:nvPr>
            <p:ph type="body" idx="1"/>
          </p:nvPr>
        </p:nvSpPr>
        <p:spPr>
          <a:xfrm>
            <a:off x="1690254" y="3657601"/>
            <a:ext cx="21031200" cy="8702674"/>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200">
                <a:solidFill>
                  <a:schemeClr val="tx1">
                    <a:lumMod val="65000"/>
                    <a:lumOff val="35000"/>
                  </a:schemeClr>
                </a:solidFill>
              </a:defRPr>
            </a:lvl1pPr>
          </a:lstStyle>
          <a:p>
            <a:fld id="{5586B75A-687E-405C-8A0B-8D00578BA2C3}" type="datetime1">
              <a:rPr lang="en-US" smtClean="0"/>
              <a:t>10/22/2025</a:t>
            </a:fld>
            <a:endParaRPr lang="en-US"/>
          </a:p>
        </p:txBody>
      </p:sp>
      <p:sp>
        <p:nvSpPr>
          <p:cNvPr id="5" name="Footer Placeholder 4"/>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7235054" y="12712701"/>
            <a:ext cx="5486400" cy="730250"/>
          </a:xfrm>
          <a:prstGeom prst="rect">
            <a:avLst/>
          </a:prstGeom>
        </p:spPr>
        <p:txBody>
          <a:bodyPr vert="horz" lIns="91440" tIns="45720" rIns="91440" bIns="45720" rtlCol="0" anchor="ctr"/>
          <a:lstStyle>
            <a:lvl1pPr algn="r">
              <a:defRPr sz="2200">
                <a:solidFill>
                  <a:schemeClr val="tx1">
                    <a:tint val="75000"/>
                  </a:schemeClr>
                </a:solidFill>
              </a:defRPr>
            </a:lvl1p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273332151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sldNum="0" hdr="0" ftr="0" dt="0"/>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Wingdings 2" pitchFamily="18" charset="2"/>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Wingdings 2" pitchFamily="18" charset="2"/>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Wingdings 2" pitchFamily="18" charset="2"/>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5pPr>
      <a:lvl6pPr marL="50292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6pPr>
      <a:lvl7pPr marL="59436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7pPr>
      <a:lvl8pPr marL="68580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8pPr>
      <a:lvl9pPr marL="77724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1">
            <a:extLst>
              <a:ext uri="{FF2B5EF4-FFF2-40B4-BE49-F238E27FC236}">
                <a16:creationId xmlns:a16="http://schemas.microsoft.com/office/drawing/2014/main" id="{42978BFF-C9BA-D65A-A597-87A395CE7CCE}"/>
              </a:ext>
            </a:extLst>
          </p:cNvPr>
          <p:cNvSpPr>
            <a:spLocks noGrp="1" noRot="1" noMove="1" noResize="1" noEditPoints="1" noAdjustHandles="1" noChangeArrowheads="1" noChangeShapeType="1"/>
          </p:cNvSpPr>
          <p:nvPr>
            <p:ph type="body" sz="quarter" idx="13"/>
          </p:nvPr>
        </p:nvSpPr>
        <p:spPr>
          <a:xfrm>
            <a:off x="1679070" y="6660848"/>
            <a:ext cx="21314280" cy="5032117"/>
          </a:xfrm>
        </p:spPr>
        <p:txBody>
          <a:bodyPr numCol="2">
            <a:normAutofit/>
          </a:bodyPr>
          <a:lstStyle/>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～ことにする </a:t>
            </a:r>
            <a:r>
              <a:rPr lang="en-US" altLang="ja-JP" sz="4800" dirty="0">
                <a:latin typeface="BIZ UDGothic" panose="020B0600070205080204" charset="-128"/>
                <a:ea typeface="BIZ UDGothic" panose="020B0600070205080204" charset="-128"/>
              </a:rPr>
              <a:t>/ </a:t>
            </a:r>
            <a:r>
              <a:rPr lang="ja-JP" altLang="en-US" sz="4800" dirty="0">
                <a:latin typeface="BIZ UDGothic" panose="020B0600070205080204" charset="-128"/>
                <a:ea typeface="BIZ UDGothic" panose="020B0600070205080204" charset="-128"/>
              </a:rPr>
              <a:t>なる</a:t>
            </a:r>
          </a:p>
          <a:p>
            <a:pPr marL="685800" indent="-685800">
              <a:buFont typeface="Arial" panose="020B0604020202020204" pitchFamily="34" charset="0"/>
              <a:buChar char="•"/>
            </a:pPr>
            <a:r>
              <a:rPr lang="en-US" altLang="ja-JP" sz="4800" dirty="0">
                <a:latin typeface="BIZ UDGothic" panose="020B0600070205080204" charset="-128"/>
                <a:ea typeface="BIZ UDGothic" panose="020B0600070205080204" charset="-128"/>
              </a:rPr>
              <a:t>A </a:t>
            </a:r>
            <a:r>
              <a:rPr lang="ja-JP" altLang="en-US" sz="4800" dirty="0">
                <a:latin typeface="BIZ UDGothic" panose="020B0600070205080204" charset="-128"/>
                <a:ea typeface="BIZ UDGothic" panose="020B0600070205080204" charset="-128"/>
              </a:rPr>
              <a:t>という </a:t>
            </a:r>
            <a:r>
              <a:rPr lang="en-US" altLang="ja-JP" sz="4800" dirty="0">
                <a:latin typeface="BIZ UDGothic" panose="020B0600070205080204" charset="-128"/>
                <a:ea typeface="BIZ UDGothic" panose="020B0600070205080204" charset="-128"/>
              </a:rPr>
              <a:t>B</a:t>
            </a:r>
          </a:p>
          <a:p>
            <a:pPr marL="685800" indent="-685800">
              <a:buFont typeface="Arial" panose="020B0604020202020204" pitchFamily="34" charset="0"/>
              <a:buChar char="•"/>
            </a:pPr>
            <a:r>
              <a:rPr lang="en-US" altLang="ja-JP" sz="4800" dirty="0">
                <a:latin typeface="BIZ UDGothic" panose="020B0600070205080204" charset="-128"/>
                <a:ea typeface="BIZ UDGothic" panose="020B0600070205080204" charset="-128"/>
              </a:rPr>
              <a:t>A </a:t>
            </a:r>
            <a:r>
              <a:rPr lang="ja-JP" altLang="en-US" sz="4800" dirty="0">
                <a:latin typeface="BIZ UDGothic" panose="020B0600070205080204" charset="-128"/>
                <a:ea typeface="BIZ UDGothic" panose="020B0600070205080204" charset="-128"/>
              </a:rPr>
              <a:t>たきり </a:t>
            </a:r>
            <a:r>
              <a:rPr lang="en-US" altLang="ja-JP" sz="4800" dirty="0">
                <a:latin typeface="BIZ UDGothic" panose="020B0600070205080204" charset="-128"/>
                <a:ea typeface="BIZ UDGothic" panose="020B0600070205080204" charset="-128"/>
              </a:rPr>
              <a:t>B </a:t>
            </a:r>
            <a:r>
              <a:rPr lang="ja-JP" altLang="en-US" sz="4800" dirty="0">
                <a:latin typeface="BIZ UDGothic" panose="020B0600070205080204" charset="-128"/>
                <a:ea typeface="BIZ UDGothic" panose="020B0600070205080204" charset="-128"/>
              </a:rPr>
              <a:t>ない</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思わず～てしまった</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～に </a:t>
            </a:r>
            <a:r>
              <a:rPr lang="en-US" altLang="ja-JP" sz="4800" dirty="0">
                <a:latin typeface="BIZ UDGothic" panose="020B0600070205080204" charset="-128"/>
                <a:ea typeface="BIZ UDGothic" panose="020B0600070205080204" charset="-128"/>
              </a:rPr>
              <a:t>V </a:t>
            </a:r>
            <a:r>
              <a:rPr lang="ja-JP" altLang="en-US" sz="4800" dirty="0">
                <a:latin typeface="BIZ UDGothic" panose="020B0600070205080204" charset="-128"/>
                <a:ea typeface="BIZ UDGothic" panose="020B0600070205080204" charset="-128"/>
              </a:rPr>
              <a:t>られる</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時間＋ぶり</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まるで～ようだ</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いかにも～らしい</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形容詞的名詞化</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～たらどう</a:t>
            </a:r>
          </a:p>
        </p:txBody>
      </p:sp>
      <p:sp>
        <p:nvSpPr>
          <p:cNvPr id="10" name="文字方塊 9">
            <a:extLst>
              <a:ext uri="{FF2B5EF4-FFF2-40B4-BE49-F238E27FC236}">
                <a16:creationId xmlns:a16="http://schemas.microsoft.com/office/drawing/2014/main" id="{ED9B722B-1BEB-4A9C-1D65-143E67B5ABB6}"/>
              </a:ext>
            </a:extLst>
          </p:cNvPr>
          <p:cNvSpPr txBox="1"/>
          <p:nvPr/>
        </p:nvSpPr>
        <p:spPr>
          <a:xfrm>
            <a:off x="1544081" y="-821209"/>
            <a:ext cx="3098800" cy="3770263"/>
          </a:xfrm>
          <a:prstGeom prst="rect">
            <a:avLst/>
          </a:prstGeom>
          <a:noFill/>
        </p:spPr>
        <p:txBody>
          <a:bodyPr wrap="square" rtlCol="0">
            <a:spAutoFit/>
          </a:bodyPr>
          <a:lstStyle/>
          <a:p>
            <a:r>
              <a:rPr kumimoji="1" lang="en-US" altLang="zh-TW" sz="138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02</a:t>
            </a:r>
            <a:r>
              <a:rPr kumimoji="1" lang="zh-TW"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3" name="文字方塊 12">
            <a:extLst>
              <a:ext uri="{FF2B5EF4-FFF2-40B4-BE49-F238E27FC236}">
                <a16:creationId xmlns:a16="http://schemas.microsoft.com/office/drawing/2014/main" id="{CE093256-7AFB-4FC3-3F91-43D09072FD5D}"/>
              </a:ext>
            </a:extLst>
          </p:cNvPr>
          <p:cNvSpPr txBox="1"/>
          <p:nvPr/>
        </p:nvSpPr>
        <p:spPr>
          <a:xfrm>
            <a:off x="4036785" y="1239585"/>
            <a:ext cx="8080829" cy="1261884"/>
          </a:xfrm>
          <a:prstGeom prst="rect">
            <a:avLst/>
          </a:prstGeom>
          <a:noFill/>
        </p:spPr>
        <p:txBody>
          <a:bodyPr wrap="square" rtlCol="0">
            <a:spAutoFit/>
          </a:bodyPr>
          <a:lstStyle/>
          <a:p>
            <a:r>
              <a:rPr kumimoji="1" lang="ja-JP" altLang="en-US"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友達の結婚式</a:t>
            </a:r>
            <a:endParaRPr kumimoji="1" lang="en-US" altLang="ja-JP"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36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第二課</a:t>
            </a:r>
          </a:p>
        </p:txBody>
      </p:sp>
    </p:spTree>
    <p:extLst>
      <p:ext uri="{BB962C8B-B14F-4D97-AF65-F5344CB8AC3E}">
        <p14:creationId xmlns:p14="http://schemas.microsoft.com/office/powerpoint/2010/main" val="1698366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0CA02-6040-19FB-9926-42184DF9C438}"/>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F248F616-1C94-3A9A-02A1-F91DA92F3374}"/>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9" name="文字方塊 8">
            <a:extLst>
              <a:ext uri="{FF2B5EF4-FFF2-40B4-BE49-F238E27FC236}">
                <a16:creationId xmlns:a16="http://schemas.microsoft.com/office/drawing/2014/main" id="{72E42168-F293-28CE-AB77-19C9FA4F9121}"/>
              </a:ext>
            </a:extLst>
          </p:cNvPr>
          <p:cNvSpPr txBox="1"/>
          <p:nvPr/>
        </p:nvSpPr>
        <p:spPr>
          <a:xfrm>
            <a:off x="1183163" y="3082851"/>
            <a:ext cx="22301713" cy="9014519"/>
          </a:xfrm>
          <a:prstGeom prst="rect">
            <a:avLst/>
          </a:prstGeom>
          <a:noFill/>
        </p:spPr>
        <p:txBody>
          <a:bodyPr wrap="square">
            <a:spAutoFit/>
          </a:bodyPr>
          <a:lstStyle/>
          <a:p>
            <a:pPr marL="914400" indent="-914400">
              <a:lnSpc>
                <a:spcPct val="250000"/>
              </a:lnSpc>
              <a:buFont typeface="+mj-lt"/>
              <a:buAutoNum type="arabicPeriod"/>
            </a:pPr>
            <a:r>
              <a:rPr lang="ja-JP" altLang="en-US" sz="4800" dirty="0"/>
              <a:t>体の調子が悪かったので、旅行には行かないことに（　しました　／　なりました　）。</a:t>
            </a:r>
          </a:p>
          <a:p>
            <a:pPr marL="914400" indent="-914400">
              <a:lnSpc>
                <a:spcPct val="250000"/>
              </a:lnSpc>
              <a:buFont typeface="+mj-lt"/>
              <a:buAutoNum type="arabicPeriod"/>
            </a:pPr>
            <a:r>
              <a:rPr lang="ja-JP" altLang="en-US" sz="4800" dirty="0"/>
              <a:t>玉山で雪が （　降った　／　降ったという　）ニュースをテレビで見ました。</a:t>
            </a:r>
            <a:endParaRPr lang="en-US" altLang="ja-JP" sz="4800" dirty="0"/>
          </a:p>
          <a:p>
            <a:pPr marL="914400" indent="-914400">
              <a:lnSpc>
                <a:spcPct val="250000"/>
              </a:lnSpc>
              <a:buFont typeface="+mj-lt"/>
              <a:buAutoNum type="arabicPeriod"/>
            </a:pPr>
            <a:r>
              <a:rPr lang="ja-JP" altLang="en-US" sz="4800" dirty="0"/>
              <a:t>彼は（　高校を卒業したきり　／　学校に通ったきり　）、実家に戻っていないそうだ。</a:t>
            </a:r>
          </a:p>
          <a:p>
            <a:pPr marL="914400" indent="-914400">
              <a:lnSpc>
                <a:spcPct val="250000"/>
              </a:lnSpc>
              <a:buFont typeface="+mj-lt"/>
              <a:buAutoNum type="arabicPeriod"/>
            </a:pPr>
            <a:r>
              <a:rPr lang="ja-JP" altLang="en-US" sz="4800" dirty="0"/>
              <a:t>先生にほめられて、思わず　（　泣いてしまった　／　母に電話をしてしまった　）　。</a:t>
            </a:r>
          </a:p>
          <a:p>
            <a:pPr marL="914400" indent="-914400">
              <a:lnSpc>
                <a:spcPct val="250000"/>
              </a:lnSpc>
              <a:buFont typeface="+mj-lt"/>
              <a:buAutoNum type="arabicPeriod"/>
            </a:pPr>
            <a:r>
              <a:rPr lang="ja-JP" altLang="en-US" sz="4800" dirty="0"/>
              <a:t>会議中に突然、社長（　に呼ばれた　／　を呼ばれた　）。</a:t>
            </a:r>
          </a:p>
        </p:txBody>
      </p:sp>
    </p:spTree>
    <p:extLst>
      <p:ext uri="{BB962C8B-B14F-4D97-AF65-F5344CB8AC3E}">
        <p14:creationId xmlns:p14="http://schemas.microsoft.com/office/powerpoint/2010/main" val="1652940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B0968-5F74-6801-27C5-15198B0D980F}"/>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A4A492C2-433B-ABFF-0E9D-DDD00A85692B}"/>
              </a:ext>
            </a:extLst>
          </p:cNvPr>
          <p:cNvSpPr txBox="1"/>
          <p:nvPr/>
        </p:nvSpPr>
        <p:spPr>
          <a:xfrm>
            <a:off x="1183163" y="3082851"/>
            <a:ext cx="22301713" cy="9014519"/>
          </a:xfrm>
          <a:prstGeom prst="rect">
            <a:avLst/>
          </a:prstGeom>
          <a:noFill/>
        </p:spPr>
        <p:txBody>
          <a:bodyPr wrap="square">
            <a:spAutoFit/>
          </a:bodyPr>
          <a:lstStyle/>
          <a:p>
            <a:pPr marL="914400" indent="-914400">
              <a:lnSpc>
                <a:spcPct val="250000"/>
              </a:lnSpc>
              <a:buFont typeface="+mj-lt"/>
              <a:buAutoNum type="arabicPeriod"/>
            </a:pPr>
            <a:r>
              <a:rPr lang="ja-JP" altLang="en-US" sz="4800" dirty="0"/>
              <a:t>体の調子が悪かったので、旅行には行かないことに（　</a:t>
            </a:r>
            <a:r>
              <a:rPr lang="ja-JP" altLang="en-US" sz="4800" dirty="0">
                <a:solidFill>
                  <a:srgbClr val="1C85C9"/>
                </a:solidFill>
              </a:rPr>
              <a:t>しました</a:t>
            </a:r>
            <a:r>
              <a:rPr lang="ja-JP" altLang="en-US" sz="4800" dirty="0"/>
              <a:t>　／　なりました　）。</a:t>
            </a:r>
          </a:p>
          <a:p>
            <a:pPr marL="914400" indent="-914400">
              <a:lnSpc>
                <a:spcPct val="250000"/>
              </a:lnSpc>
              <a:buFont typeface="+mj-lt"/>
              <a:buAutoNum type="arabicPeriod"/>
            </a:pPr>
            <a:r>
              <a:rPr lang="ja-JP" altLang="en-US" sz="4800" dirty="0"/>
              <a:t>玉山で雪が （　降った　／　</a:t>
            </a:r>
            <a:r>
              <a:rPr lang="ja-JP" altLang="en-US" sz="4800" dirty="0">
                <a:solidFill>
                  <a:srgbClr val="1C85C9"/>
                </a:solidFill>
              </a:rPr>
              <a:t>降ったという　</a:t>
            </a:r>
            <a:r>
              <a:rPr lang="ja-JP" altLang="en-US" sz="4800" dirty="0"/>
              <a:t>）ニュースをテレビで見ました。</a:t>
            </a:r>
            <a:endParaRPr lang="en-US" altLang="ja-JP" sz="4800" dirty="0"/>
          </a:p>
          <a:p>
            <a:pPr marL="914400" indent="-914400">
              <a:lnSpc>
                <a:spcPct val="250000"/>
              </a:lnSpc>
              <a:buFont typeface="+mj-lt"/>
              <a:buAutoNum type="arabicPeriod"/>
            </a:pPr>
            <a:r>
              <a:rPr lang="ja-JP" altLang="en-US" sz="4800" dirty="0"/>
              <a:t>彼は（　</a:t>
            </a:r>
            <a:r>
              <a:rPr lang="ja-JP" altLang="en-US" sz="4800" dirty="0">
                <a:solidFill>
                  <a:srgbClr val="1C85C9"/>
                </a:solidFill>
              </a:rPr>
              <a:t>高校を卒業したきり　</a:t>
            </a:r>
            <a:r>
              <a:rPr lang="ja-JP" altLang="en-US" sz="4800" dirty="0"/>
              <a:t>／　学校に通ったきり　）、実家に戻っていないそうだ。</a:t>
            </a:r>
          </a:p>
          <a:p>
            <a:pPr marL="914400" indent="-914400">
              <a:lnSpc>
                <a:spcPct val="250000"/>
              </a:lnSpc>
              <a:buFont typeface="+mj-lt"/>
              <a:buAutoNum type="arabicPeriod"/>
            </a:pPr>
            <a:r>
              <a:rPr lang="ja-JP" altLang="en-US" sz="4800" dirty="0"/>
              <a:t>先生にほめられて、思わず　（　</a:t>
            </a:r>
            <a:r>
              <a:rPr lang="ja-JP" altLang="en-US" sz="4800" dirty="0">
                <a:solidFill>
                  <a:srgbClr val="1C85C9"/>
                </a:solidFill>
              </a:rPr>
              <a:t>泣いてしまった　</a:t>
            </a:r>
            <a:r>
              <a:rPr lang="ja-JP" altLang="en-US" sz="4800" dirty="0"/>
              <a:t>／　母に電話をしてしまった　）　。</a:t>
            </a:r>
          </a:p>
          <a:p>
            <a:pPr marL="914400" indent="-914400">
              <a:lnSpc>
                <a:spcPct val="250000"/>
              </a:lnSpc>
              <a:buFont typeface="+mj-lt"/>
              <a:buAutoNum type="arabicPeriod"/>
            </a:pPr>
            <a:r>
              <a:rPr lang="ja-JP" altLang="en-US" sz="4800" dirty="0"/>
              <a:t>会議中に突然、社長（</a:t>
            </a:r>
            <a:r>
              <a:rPr lang="ja-JP" altLang="en-US" sz="4800" dirty="0">
                <a:solidFill>
                  <a:srgbClr val="1C85C9"/>
                </a:solidFill>
              </a:rPr>
              <a:t>　に呼ばれた　</a:t>
            </a:r>
            <a:r>
              <a:rPr lang="ja-JP" altLang="en-US" sz="4800" dirty="0"/>
              <a:t>／　を呼ばれた　）。</a:t>
            </a:r>
          </a:p>
        </p:txBody>
      </p:sp>
      <p:sp>
        <p:nvSpPr>
          <p:cNvPr id="2" name="標題 1">
            <a:extLst>
              <a:ext uri="{FF2B5EF4-FFF2-40B4-BE49-F238E27FC236}">
                <a16:creationId xmlns:a16="http://schemas.microsoft.com/office/drawing/2014/main" id="{7450B515-79A9-D8D0-BFE2-577E7E43859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2128628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9C232-8E7E-373C-6357-B83E851A1F59}"/>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3E1321ED-A884-C297-CFB0-67F0C676076A}"/>
              </a:ext>
            </a:extLst>
          </p:cNvPr>
          <p:cNvSpPr txBox="1"/>
          <p:nvPr/>
        </p:nvSpPr>
        <p:spPr>
          <a:xfrm>
            <a:off x="1183163" y="3082851"/>
            <a:ext cx="22301713" cy="9014519"/>
          </a:xfrm>
          <a:prstGeom prst="rect">
            <a:avLst/>
          </a:prstGeom>
          <a:noFill/>
        </p:spPr>
        <p:txBody>
          <a:bodyPr wrap="square">
            <a:spAutoFit/>
          </a:bodyPr>
          <a:lstStyle/>
          <a:p>
            <a:pPr marL="914400" indent="-914400">
              <a:lnSpc>
                <a:spcPct val="250000"/>
              </a:lnSpc>
              <a:buFont typeface="+mj-lt"/>
              <a:buAutoNum type="arabicPeriod" startAt="6"/>
            </a:pPr>
            <a:r>
              <a:rPr lang="ja-JP" altLang="en-US" sz="4800" dirty="0"/>
              <a:t>この小説は、（　</a:t>
            </a:r>
            <a:r>
              <a:rPr lang="en-US" altLang="ja-JP" sz="4800" dirty="0"/>
              <a:t> 10</a:t>
            </a:r>
            <a:r>
              <a:rPr lang="ja-JP" altLang="en-US" sz="4800" dirty="0"/>
              <a:t>年ぶりに　／　</a:t>
            </a:r>
            <a:r>
              <a:rPr lang="en-US" altLang="ja-JP" sz="4800" dirty="0"/>
              <a:t>10</a:t>
            </a:r>
            <a:r>
              <a:rPr lang="ja-JP" altLang="en-US" sz="4800" dirty="0"/>
              <a:t>月ぶりに　）ようやく完成した力作です。</a:t>
            </a:r>
          </a:p>
          <a:p>
            <a:pPr marL="914400" indent="-914400">
              <a:lnSpc>
                <a:spcPct val="250000"/>
              </a:lnSpc>
              <a:buFont typeface="+mj-lt"/>
              <a:buAutoNum type="arabicPeriod" startAt="6"/>
            </a:pPr>
            <a:r>
              <a:rPr lang="ja-JP" altLang="en-US" sz="4800" dirty="0"/>
              <a:t>空が赤くなってきて、まるで（　火事のようだ　／　火事が起きようだ　）と思った。</a:t>
            </a:r>
          </a:p>
          <a:p>
            <a:pPr marL="914400" indent="-914400">
              <a:lnSpc>
                <a:spcPct val="250000"/>
              </a:lnSpc>
              <a:buFont typeface="+mj-lt"/>
              <a:buAutoNum type="arabicPeriod" startAt="6"/>
            </a:pPr>
            <a:r>
              <a:rPr lang="ja-JP" altLang="en-US" sz="4800" dirty="0"/>
              <a:t>彼女の発言は、いかにも彼女（　ような　／　らしい　）考え方だった。</a:t>
            </a:r>
          </a:p>
          <a:p>
            <a:pPr marL="914400" indent="-914400">
              <a:lnSpc>
                <a:spcPct val="250000"/>
              </a:lnSpc>
              <a:buFont typeface="+mj-lt"/>
              <a:buAutoNum type="arabicPeriod" startAt="6"/>
            </a:pPr>
            <a:r>
              <a:rPr lang="ja-JP" altLang="en-US" sz="4800" dirty="0"/>
              <a:t>この建物は高さよりも、（　広み　／　広さ　）が印象的です。</a:t>
            </a:r>
          </a:p>
          <a:p>
            <a:pPr marL="914400" indent="-914400">
              <a:lnSpc>
                <a:spcPct val="250000"/>
              </a:lnSpc>
              <a:buFont typeface="+mj-lt"/>
              <a:buAutoNum type="arabicPeriod" startAt="6"/>
            </a:pPr>
            <a:r>
              <a:rPr lang="ja-JP" altLang="en-US" sz="4800" dirty="0"/>
              <a:t>疲れているなら、今日は早く（　寝たらどうですか　／　寝てほしいですか　）。</a:t>
            </a:r>
          </a:p>
        </p:txBody>
      </p:sp>
      <p:sp>
        <p:nvSpPr>
          <p:cNvPr id="2" name="標題 1">
            <a:extLst>
              <a:ext uri="{FF2B5EF4-FFF2-40B4-BE49-F238E27FC236}">
                <a16:creationId xmlns:a16="http://schemas.microsoft.com/office/drawing/2014/main" id="{AA8A9AF6-D02B-8CD4-94E1-C846C64EEFE6}"/>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676040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5682E-A73C-1B4D-0AE4-0B49A6534705}"/>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A366E95C-6C71-6B3D-5CFE-AEA093E2E8A9}"/>
              </a:ext>
            </a:extLst>
          </p:cNvPr>
          <p:cNvSpPr txBox="1"/>
          <p:nvPr/>
        </p:nvSpPr>
        <p:spPr>
          <a:xfrm>
            <a:off x="1183163" y="3082851"/>
            <a:ext cx="22301713" cy="9014519"/>
          </a:xfrm>
          <a:prstGeom prst="rect">
            <a:avLst/>
          </a:prstGeom>
          <a:noFill/>
        </p:spPr>
        <p:txBody>
          <a:bodyPr wrap="square">
            <a:spAutoFit/>
          </a:bodyPr>
          <a:lstStyle/>
          <a:p>
            <a:pPr marL="914400" indent="-914400">
              <a:lnSpc>
                <a:spcPct val="250000"/>
              </a:lnSpc>
              <a:buFont typeface="+mj-lt"/>
              <a:buAutoNum type="arabicPeriod" startAt="6"/>
            </a:pPr>
            <a:r>
              <a:rPr lang="ja-JP" altLang="en-US" sz="4800" dirty="0"/>
              <a:t>この小説は、（　</a:t>
            </a:r>
            <a:r>
              <a:rPr lang="en-US" altLang="ja-JP" sz="4800" dirty="0"/>
              <a:t> </a:t>
            </a:r>
            <a:r>
              <a:rPr lang="en-US" altLang="ja-JP" sz="4800" dirty="0">
                <a:solidFill>
                  <a:srgbClr val="1C85C9"/>
                </a:solidFill>
              </a:rPr>
              <a:t>10</a:t>
            </a:r>
            <a:r>
              <a:rPr lang="ja-JP" altLang="en-US" sz="4800" dirty="0">
                <a:solidFill>
                  <a:srgbClr val="1C85C9"/>
                </a:solidFill>
              </a:rPr>
              <a:t>年ぶりに　</a:t>
            </a:r>
            <a:r>
              <a:rPr lang="ja-JP" altLang="en-US" sz="4800" dirty="0"/>
              <a:t>／　</a:t>
            </a:r>
            <a:r>
              <a:rPr lang="en-US" altLang="ja-JP" sz="4800" dirty="0"/>
              <a:t>10</a:t>
            </a:r>
            <a:r>
              <a:rPr lang="ja-JP" altLang="en-US" sz="4800" dirty="0"/>
              <a:t>月ぶりに　）ようやく完成した力作です。</a:t>
            </a:r>
          </a:p>
          <a:p>
            <a:pPr marL="914400" indent="-914400">
              <a:lnSpc>
                <a:spcPct val="250000"/>
              </a:lnSpc>
              <a:buFont typeface="+mj-lt"/>
              <a:buAutoNum type="arabicPeriod" startAt="6"/>
            </a:pPr>
            <a:r>
              <a:rPr lang="ja-JP" altLang="en-US" sz="4800" dirty="0"/>
              <a:t>空が赤くなってきて、まるで（　</a:t>
            </a:r>
            <a:r>
              <a:rPr lang="ja-JP" altLang="en-US" sz="4800" dirty="0">
                <a:solidFill>
                  <a:srgbClr val="1C85C9"/>
                </a:solidFill>
              </a:rPr>
              <a:t>火事のようだ　</a:t>
            </a:r>
            <a:r>
              <a:rPr lang="ja-JP" altLang="en-US" sz="4800" dirty="0"/>
              <a:t>／　火事が起きようだ　）と思った。</a:t>
            </a:r>
          </a:p>
          <a:p>
            <a:pPr marL="914400" indent="-914400">
              <a:lnSpc>
                <a:spcPct val="250000"/>
              </a:lnSpc>
              <a:buFont typeface="+mj-lt"/>
              <a:buAutoNum type="arabicPeriod" startAt="6"/>
            </a:pPr>
            <a:r>
              <a:rPr lang="ja-JP" altLang="en-US" sz="4800" dirty="0"/>
              <a:t>彼女の発言は、いかにも彼女（　ような　／　</a:t>
            </a:r>
            <a:r>
              <a:rPr lang="ja-JP" altLang="en-US" sz="4800" dirty="0">
                <a:solidFill>
                  <a:srgbClr val="1C85C9"/>
                </a:solidFill>
              </a:rPr>
              <a:t>らしい　</a:t>
            </a:r>
            <a:r>
              <a:rPr lang="ja-JP" altLang="en-US" sz="4800" dirty="0"/>
              <a:t>）考え方だった。</a:t>
            </a:r>
          </a:p>
          <a:p>
            <a:pPr marL="914400" indent="-914400">
              <a:lnSpc>
                <a:spcPct val="250000"/>
              </a:lnSpc>
              <a:buFont typeface="+mj-lt"/>
              <a:buAutoNum type="arabicPeriod" startAt="6"/>
            </a:pPr>
            <a:r>
              <a:rPr lang="ja-JP" altLang="en-US" sz="4800" dirty="0"/>
              <a:t>この建物は高さよりも、（　広み　／　</a:t>
            </a:r>
            <a:r>
              <a:rPr lang="ja-JP" altLang="en-US" sz="4800" dirty="0">
                <a:solidFill>
                  <a:srgbClr val="1C85C9"/>
                </a:solidFill>
              </a:rPr>
              <a:t>広さ</a:t>
            </a:r>
            <a:r>
              <a:rPr lang="ja-JP" altLang="en-US" sz="4800" dirty="0"/>
              <a:t>　）が印象的です。</a:t>
            </a:r>
          </a:p>
          <a:p>
            <a:pPr marL="914400" indent="-914400">
              <a:lnSpc>
                <a:spcPct val="250000"/>
              </a:lnSpc>
              <a:buFont typeface="+mj-lt"/>
              <a:buAutoNum type="arabicPeriod" startAt="6"/>
            </a:pPr>
            <a:r>
              <a:rPr lang="ja-JP" altLang="en-US" sz="4800" dirty="0"/>
              <a:t>疲れているなら、今日は早く（　</a:t>
            </a:r>
            <a:r>
              <a:rPr lang="ja-JP" altLang="en-US" sz="4800" dirty="0">
                <a:solidFill>
                  <a:srgbClr val="1C85C9"/>
                </a:solidFill>
              </a:rPr>
              <a:t>寝たらどうですか　</a:t>
            </a:r>
            <a:r>
              <a:rPr lang="ja-JP" altLang="en-US" sz="4800" dirty="0"/>
              <a:t>／　寝てほしいですか　）。</a:t>
            </a:r>
          </a:p>
        </p:txBody>
      </p:sp>
      <p:sp>
        <p:nvSpPr>
          <p:cNvPr id="2" name="標題 1">
            <a:extLst>
              <a:ext uri="{FF2B5EF4-FFF2-40B4-BE49-F238E27FC236}">
                <a16:creationId xmlns:a16="http://schemas.microsoft.com/office/drawing/2014/main" id="{82B2C7B2-D5D9-0779-11C4-F759E8A3A26B}"/>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919750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FCCD7-BC46-61BF-A726-6DB5636E6A8D}"/>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A0A9A7DD-4824-32B1-92C5-83661D5721B0}"/>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9" name="文字方塊 8">
            <a:extLst>
              <a:ext uri="{FF2B5EF4-FFF2-40B4-BE49-F238E27FC236}">
                <a16:creationId xmlns:a16="http://schemas.microsoft.com/office/drawing/2014/main" id="{98AA8811-97ED-1E56-2010-AD0EF50A02EA}"/>
              </a:ext>
            </a:extLst>
          </p:cNvPr>
          <p:cNvSpPr txBox="1"/>
          <p:nvPr/>
        </p:nvSpPr>
        <p:spPr>
          <a:xfrm>
            <a:off x="1183163" y="3082851"/>
            <a:ext cx="22301713" cy="8956298"/>
          </a:xfrm>
          <a:prstGeom prst="rect">
            <a:avLst/>
          </a:prstGeom>
          <a:noFill/>
        </p:spPr>
        <p:txBody>
          <a:bodyPr wrap="square">
            <a:spAutoFit/>
          </a:bodyPr>
          <a:lstStyle/>
          <a:p>
            <a:pPr>
              <a:buNone/>
            </a:pPr>
            <a:r>
              <a:rPr lang="ja-JP" altLang="en-US" sz="4800" b="1" dirty="0"/>
              <a:t>問題１</a:t>
            </a:r>
          </a:p>
          <a:p>
            <a:pPr>
              <a:lnSpc>
                <a:spcPct val="150000"/>
              </a:lnSpc>
              <a:buNone/>
            </a:pPr>
            <a:r>
              <a:rPr lang="ja-JP" altLang="en-US" sz="4800" dirty="0"/>
              <a:t>筆者が岩崎さんの結婚式に出る前に、思わず笑った理由は何ですか。</a:t>
            </a:r>
            <a:endParaRPr lang="en-US" altLang="ja-JP" sz="4800" dirty="0"/>
          </a:p>
          <a:p>
            <a:pPr marL="1371600" lvl="1" indent="-914400">
              <a:lnSpc>
                <a:spcPct val="150000"/>
              </a:lnSpc>
              <a:buAutoNum type="alphaUcPeriod"/>
            </a:pPr>
            <a:r>
              <a:rPr lang="ja-JP" altLang="en-US" sz="4800" dirty="0"/>
              <a:t>岩崎さんが突然メールを送ってきたから</a:t>
            </a:r>
            <a:endParaRPr lang="en-US" altLang="ja-JP" sz="4800" dirty="0"/>
          </a:p>
          <a:p>
            <a:pPr marL="1371600" lvl="1" indent="-914400">
              <a:lnSpc>
                <a:spcPct val="150000"/>
              </a:lnSpc>
              <a:buAutoNum type="alphaUcPeriod"/>
            </a:pPr>
            <a:r>
              <a:rPr lang="ja-JP" altLang="en-US" sz="4800" dirty="0"/>
              <a:t>中谷さんが自分のほうが先に結婚すると思っていたと言ったから</a:t>
            </a:r>
            <a:endParaRPr lang="en-US" altLang="ja-JP" sz="4800" dirty="0"/>
          </a:p>
          <a:p>
            <a:pPr marL="1371600" lvl="1" indent="-914400">
              <a:lnSpc>
                <a:spcPct val="150000"/>
              </a:lnSpc>
              <a:buAutoNum type="alphaUcPeriod"/>
            </a:pPr>
            <a:r>
              <a:rPr lang="ja-JP" altLang="en-US" sz="4800" dirty="0"/>
              <a:t>結婚式がとても地味だったから</a:t>
            </a:r>
            <a:endParaRPr lang="en-US" altLang="ja-JP" sz="4800" dirty="0"/>
          </a:p>
          <a:p>
            <a:pPr marL="1371600" lvl="1" indent="-914400">
              <a:lnSpc>
                <a:spcPct val="150000"/>
              </a:lnSpc>
              <a:buAutoNum type="alphaUcPeriod"/>
            </a:pPr>
            <a:r>
              <a:rPr lang="ja-JP" altLang="en-US" sz="4800" dirty="0"/>
              <a:t>岩崎さんがピンクのドレスを着ると聞いたから</a:t>
            </a:r>
          </a:p>
          <a:p>
            <a:pPr>
              <a:lnSpc>
                <a:spcPct val="150000"/>
              </a:lnSpc>
            </a:pPr>
            <a:endParaRPr lang="en-US" altLang="ja-JP" sz="4800" b="1" dirty="0"/>
          </a:p>
          <a:p>
            <a:endParaRPr lang="en-US" altLang="ja-JP" sz="4800" b="1" dirty="0"/>
          </a:p>
          <a:p>
            <a:endParaRPr lang="en-US" altLang="ja-JP" sz="4800" b="1" dirty="0"/>
          </a:p>
        </p:txBody>
      </p:sp>
    </p:spTree>
    <p:extLst>
      <p:ext uri="{BB962C8B-B14F-4D97-AF65-F5344CB8AC3E}">
        <p14:creationId xmlns:p14="http://schemas.microsoft.com/office/powerpoint/2010/main" val="516855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E2514-EE97-0466-C267-A86BF7F1323D}"/>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45A33E10-0925-FAFA-4123-416160635203}"/>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9" name="文字方塊 8">
            <a:extLst>
              <a:ext uri="{FF2B5EF4-FFF2-40B4-BE49-F238E27FC236}">
                <a16:creationId xmlns:a16="http://schemas.microsoft.com/office/drawing/2014/main" id="{D76C0BFA-88EA-2889-E4AA-B79CEF3B7D79}"/>
              </a:ext>
            </a:extLst>
          </p:cNvPr>
          <p:cNvSpPr txBox="1"/>
          <p:nvPr/>
        </p:nvSpPr>
        <p:spPr>
          <a:xfrm>
            <a:off x="1183163" y="3082851"/>
            <a:ext cx="22301713" cy="8956298"/>
          </a:xfrm>
          <a:prstGeom prst="rect">
            <a:avLst/>
          </a:prstGeom>
          <a:noFill/>
        </p:spPr>
        <p:txBody>
          <a:bodyPr wrap="square">
            <a:spAutoFit/>
          </a:bodyPr>
          <a:lstStyle/>
          <a:p>
            <a:pPr>
              <a:buNone/>
            </a:pPr>
            <a:r>
              <a:rPr lang="ja-JP" altLang="en-US" sz="4800" b="1" dirty="0"/>
              <a:t>問題１</a:t>
            </a:r>
          </a:p>
          <a:p>
            <a:pPr>
              <a:lnSpc>
                <a:spcPct val="150000"/>
              </a:lnSpc>
              <a:buNone/>
            </a:pPr>
            <a:r>
              <a:rPr lang="ja-JP" altLang="en-US" sz="4800" dirty="0"/>
              <a:t>筆者が岩崎さんの結婚式に出る前に、思わず笑った理由は何ですか。</a:t>
            </a:r>
            <a:endParaRPr lang="en-US" altLang="ja-JP" sz="4800" dirty="0"/>
          </a:p>
          <a:p>
            <a:pPr marL="1371600" lvl="1" indent="-914400">
              <a:lnSpc>
                <a:spcPct val="150000"/>
              </a:lnSpc>
              <a:buAutoNum type="alphaUcPeriod"/>
            </a:pPr>
            <a:r>
              <a:rPr lang="ja-JP" altLang="en-US" sz="4800" dirty="0"/>
              <a:t>岩崎さんが突然メールを送ってきたから</a:t>
            </a:r>
            <a:endParaRPr lang="en-US" altLang="ja-JP" sz="4800" dirty="0"/>
          </a:p>
          <a:p>
            <a:pPr marL="1371600" lvl="1" indent="-914400">
              <a:lnSpc>
                <a:spcPct val="150000"/>
              </a:lnSpc>
              <a:buAutoNum type="alphaUcPeriod"/>
            </a:pPr>
            <a:r>
              <a:rPr lang="ja-JP" altLang="en-US" sz="4800" dirty="0">
                <a:solidFill>
                  <a:srgbClr val="1C85C9"/>
                </a:solidFill>
              </a:rPr>
              <a:t>中谷さんが自分のほうが先に結婚すると思っていたと言ったから</a:t>
            </a:r>
            <a:endParaRPr lang="en-US" altLang="ja-JP" sz="4800" dirty="0">
              <a:solidFill>
                <a:srgbClr val="1C85C9"/>
              </a:solidFill>
            </a:endParaRPr>
          </a:p>
          <a:p>
            <a:pPr marL="1371600" lvl="1" indent="-914400">
              <a:lnSpc>
                <a:spcPct val="150000"/>
              </a:lnSpc>
              <a:buAutoNum type="alphaUcPeriod"/>
            </a:pPr>
            <a:r>
              <a:rPr lang="ja-JP" altLang="en-US" sz="4800" dirty="0"/>
              <a:t>結婚式がとても地味だったから</a:t>
            </a:r>
            <a:endParaRPr lang="en-US" altLang="ja-JP" sz="4800" dirty="0"/>
          </a:p>
          <a:p>
            <a:pPr marL="1371600" lvl="1" indent="-914400">
              <a:lnSpc>
                <a:spcPct val="150000"/>
              </a:lnSpc>
              <a:buAutoNum type="alphaUcPeriod"/>
            </a:pPr>
            <a:r>
              <a:rPr lang="ja-JP" altLang="en-US" sz="4800" dirty="0"/>
              <a:t>岩崎さんがピンクのドレスを着ると聞いたから</a:t>
            </a:r>
          </a:p>
          <a:p>
            <a:pPr>
              <a:lnSpc>
                <a:spcPct val="150000"/>
              </a:lnSpc>
            </a:pPr>
            <a:endParaRPr lang="en-US" altLang="ja-JP" sz="4800" b="1" dirty="0"/>
          </a:p>
          <a:p>
            <a:endParaRPr lang="en-US" altLang="ja-JP" sz="4800" b="1" dirty="0"/>
          </a:p>
          <a:p>
            <a:endParaRPr lang="en-US" altLang="ja-JP" sz="4800" b="1" dirty="0"/>
          </a:p>
        </p:txBody>
      </p:sp>
      <p:sp>
        <p:nvSpPr>
          <p:cNvPr id="2" name="文字方塊 1">
            <a:extLst>
              <a:ext uri="{FF2B5EF4-FFF2-40B4-BE49-F238E27FC236}">
                <a16:creationId xmlns:a16="http://schemas.microsoft.com/office/drawing/2014/main" id="{32E4D65C-88C5-2B53-5C50-C6995B266059}"/>
              </a:ext>
            </a:extLst>
          </p:cNvPr>
          <p:cNvSpPr txBox="1"/>
          <p:nvPr/>
        </p:nvSpPr>
        <p:spPr>
          <a:xfrm>
            <a:off x="1185672" y="10021342"/>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本文に「友達の中で一番結婚が早いのは、私だと思っていた」と中谷さんが言ったので、思わず笑ってしまった。</a:t>
            </a:r>
          </a:p>
        </p:txBody>
      </p:sp>
    </p:spTree>
    <p:extLst>
      <p:ext uri="{BB962C8B-B14F-4D97-AF65-F5344CB8AC3E}">
        <p14:creationId xmlns:p14="http://schemas.microsoft.com/office/powerpoint/2010/main" val="3752334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F482E-7812-EAAF-8E06-502F877D3105}"/>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F076D3C2-E036-1E0D-8390-8EEEFA171CCA}"/>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9" name="文字方塊 8">
            <a:extLst>
              <a:ext uri="{FF2B5EF4-FFF2-40B4-BE49-F238E27FC236}">
                <a16:creationId xmlns:a16="http://schemas.microsoft.com/office/drawing/2014/main" id="{7A1BEF9D-AEE7-B80F-AC0A-FC3098D38003}"/>
              </a:ext>
            </a:extLst>
          </p:cNvPr>
          <p:cNvSpPr txBox="1"/>
          <p:nvPr/>
        </p:nvSpPr>
        <p:spPr>
          <a:xfrm>
            <a:off x="1183163" y="3082851"/>
            <a:ext cx="22301713" cy="8956298"/>
          </a:xfrm>
          <a:prstGeom prst="rect">
            <a:avLst/>
          </a:prstGeom>
          <a:noFill/>
        </p:spPr>
        <p:txBody>
          <a:bodyPr wrap="square">
            <a:spAutoFit/>
          </a:bodyPr>
          <a:lstStyle/>
          <a:p>
            <a:pPr>
              <a:buNone/>
            </a:pPr>
            <a:r>
              <a:rPr lang="ja-JP" altLang="en-US" sz="4800" b="1" dirty="0"/>
              <a:t>問題２</a:t>
            </a:r>
          </a:p>
          <a:p>
            <a:pPr>
              <a:lnSpc>
                <a:spcPct val="150000"/>
              </a:lnSpc>
              <a:buNone/>
            </a:pPr>
            <a:r>
              <a:rPr lang="ja-JP" altLang="en-US" sz="4800" dirty="0"/>
              <a:t>披露宴で、岩崎さんのご主人について筆者が感じたことはどれですか。</a:t>
            </a:r>
            <a:endParaRPr lang="en-US" altLang="ja-JP" sz="4800" dirty="0"/>
          </a:p>
          <a:p>
            <a:pPr marL="1371600" lvl="1" indent="-914400">
              <a:lnSpc>
                <a:spcPct val="150000"/>
              </a:lnSpc>
              <a:buAutoNum type="alphaUcPeriod"/>
            </a:pPr>
            <a:r>
              <a:rPr lang="ja-JP" altLang="en-US" sz="4800" dirty="0"/>
              <a:t>見た目はよくないが、手紙を聞いて彼の良さがわかった</a:t>
            </a:r>
            <a:endParaRPr lang="en-US" altLang="ja-JP" sz="4800" dirty="0"/>
          </a:p>
          <a:p>
            <a:pPr marL="1371600" lvl="1" indent="-914400">
              <a:lnSpc>
                <a:spcPct val="150000"/>
              </a:lnSpc>
              <a:buAutoNum type="alphaUcPeriod"/>
            </a:pPr>
            <a:r>
              <a:rPr lang="ja-JP" altLang="en-US" sz="4800" dirty="0"/>
              <a:t>とても格好よくて、人気があった</a:t>
            </a:r>
            <a:endParaRPr lang="en-US" altLang="ja-JP" sz="4800" dirty="0"/>
          </a:p>
          <a:p>
            <a:pPr marL="1371600" lvl="1" indent="-914400">
              <a:lnSpc>
                <a:spcPct val="150000"/>
              </a:lnSpc>
              <a:buAutoNum type="alphaUcPeriod"/>
            </a:pPr>
            <a:r>
              <a:rPr lang="ja-JP" altLang="en-US" sz="4800" dirty="0"/>
              <a:t>スピーチがうまくて、皆を笑わせた</a:t>
            </a:r>
            <a:endParaRPr lang="en-US" altLang="ja-JP" sz="4800" dirty="0"/>
          </a:p>
          <a:p>
            <a:pPr marL="1371600" lvl="1" indent="-914400">
              <a:lnSpc>
                <a:spcPct val="150000"/>
              </a:lnSpc>
              <a:buAutoNum type="alphaUcPeriod"/>
            </a:pPr>
            <a:r>
              <a:rPr lang="ja-JP" altLang="en-US" sz="4800" dirty="0"/>
              <a:t>緊張して一言も話さなかった</a:t>
            </a:r>
          </a:p>
          <a:p>
            <a:pPr>
              <a:lnSpc>
                <a:spcPct val="150000"/>
              </a:lnSpc>
            </a:pPr>
            <a:endParaRPr lang="en-US" altLang="ja-JP" sz="4800" b="1" dirty="0"/>
          </a:p>
          <a:p>
            <a:endParaRPr lang="en-US" altLang="ja-JP" sz="4800" b="1" dirty="0"/>
          </a:p>
          <a:p>
            <a:endParaRPr lang="en-US" altLang="ja-JP" sz="4800" b="1" dirty="0"/>
          </a:p>
        </p:txBody>
      </p:sp>
    </p:spTree>
    <p:extLst>
      <p:ext uri="{BB962C8B-B14F-4D97-AF65-F5344CB8AC3E}">
        <p14:creationId xmlns:p14="http://schemas.microsoft.com/office/powerpoint/2010/main" val="1115666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D37D0-1F5C-E2F5-5621-6869245E8074}"/>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B8881DE8-02EF-A5E2-CC8D-D8965604619D}"/>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9" name="文字方塊 8">
            <a:extLst>
              <a:ext uri="{FF2B5EF4-FFF2-40B4-BE49-F238E27FC236}">
                <a16:creationId xmlns:a16="http://schemas.microsoft.com/office/drawing/2014/main" id="{791972DE-32A1-4F65-4F05-A0720EBE7D72}"/>
              </a:ext>
            </a:extLst>
          </p:cNvPr>
          <p:cNvSpPr txBox="1"/>
          <p:nvPr/>
        </p:nvSpPr>
        <p:spPr>
          <a:xfrm>
            <a:off x="1183163" y="3082851"/>
            <a:ext cx="22301713" cy="8956298"/>
          </a:xfrm>
          <a:prstGeom prst="rect">
            <a:avLst/>
          </a:prstGeom>
          <a:noFill/>
        </p:spPr>
        <p:txBody>
          <a:bodyPr wrap="square">
            <a:spAutoFit/>
          </a:bodyPr>
          <a:lstStyle/>
          <a:p>
            <a:pPr>
              <a:buNone/>
            </a:pPr>
            <a:r>
              <a:rPr lang="ja-JP" altLang="en-US" sz="4800" b="1" dirty="0"/>
              <a:t>問題２</a:t>
            </a:r>
          </a:p>
          <a:p>
            <a:pPr>
              <a:lnSpc>
                <a:spcPct val="150000"/>
              </a:lnSpc>
              <a:buNone/>
            </a:pPr>
            <a:r>
              <a:rPr lang="ja-JP" altLang="en-US" sz="4800" dirty="0"/>
              <a:t>披露宴で、岩崎さんのご主人について筆者が感じたことはどれですか。</a:t>
            </a:r>
            <a:endParaRPr lang="en-US" altLang="ja-JP" sz="4800" dirty="0"/>
          </a:p>
          <a:p>
            <a:pPr marL="1371600" lvl="1" indent="-914400">
              <a:lnSpc>
                <a:spcPct val="150000"/>
              </a:lnSpc>
              <a:buAutoNum type="alphaUcPeriod"/>
            </a:pPr>
            <a:r>
              <a:rPr lang="ja-JP" altLang="en-US" sz="4800" dirty="0">
                <a:solidFill>
                  <a:srgbClr val="1C85C9"/>
                </a:solidFill>
              </a:rPr>
              <a:t>見た目はよくないが、手紙を聞いて彼の良さがわかった</a:t>
            </a:r>
            <a:endParaRPr lang="en-US" altLang="ja-JP" sz="4800" dirty="0">
              <a:solidFill>
                <a:srgbClr val="1C85C9"/>
              </a:solidFill>
            </a:endParaRPr>
          </a:p>
          <a:p>
            <a:pPr marL="1371600" lvl="1" indent="-914400">
              <a:lnSpc>
                <a:spcPct val="150000"/>
              </a:lnSpc>
              <a:buAutoNum type="alphaUcPeriod"/>
            </a:pPr>
            <a:r>
              <a:rPr lang="ja-JP" altLang="en-US" sz="4800" dirty="0"/>
              <a:t>とても格好よくて、人気があった</a:t>
            </a:r>
            <a:endParaRPr lang="en-US" altLang="ja-JP" sz="4800" dirty="0"/>
          </a:p>
          <a:p>
            <a:pPr marL="1371600" lvl="1" indent="-914400">
              <a:lnSpc>
                <a:spcPct val="150000"/>
              </a:lnSpc>
              <a:buAutoNum type="alphaUcPeriod"/>
            </a:pPr>
            <a:r>
              <a:rPr lang="ja-JP" altLang="en-US" sz="4800" dirty="0"/>
              <a:t>スピーチがうまくて、皆を笑わせた</a:t>
            </a:r>
            <a:endParaRPr lang="en-US" altLang="ja-JP" sz="4800" dirty="0"/>
          </a:p>
          <a:p>
            <a:pPr marL="1371600" lvl="1" indent="-914400">
              <a:lnSpc>
                <a:spcPct val="150000"/>
              </a:lnSpc>
              <a:buAutoNum type="alphaUcPeriod"/>
            </a:pPr>
            <a:r>
              <a:rPr lang="ja-JP" altLang="en-US" sz="4800" dirty="0"/>
              <a:t>緊張して一言も話さなかった</a:t>
            </a:r>
          </a:p>
          <a:p>
            <a:pPr>
              <a:lnSpc>
                <a:spcPct val="150000"/>
              </a:lnSpc>
            </a:pPr>
            <a:endParaRPr lang="en-US" altLang="ja-JP" sz="4800" b="1" dirty="0"/>
          </a:p>
          <a:p>
            <a:endParaRPr lang="en-US" altLang="ja-JP" sz="4800" b="1" dirty="0"/>
          </a:p>
          <a:p>
            <a:endParaRPr lang="en-US" altLang="ja-JP" sz="4800" b="1" dirty="0"/>
          </a:p>
        </p:txBody>
      </p:sp>
      <p:sp>
        <p:nvSpPr>
          <p:cNvPr id="2" name="文字方塊 1">
            <a:extLst>
              <a:ext uri="{FF2B5EF4-FFF2-40B4-BE49-F238E27FC236}">
                <a16:creationId xmlns:a16="http://schemas.microsoft.com/office/drawing/2014/main" id="{399D7CA2-E01E-EF9A-3A96-A250130CADCE}"/>
              </a:ext>
            </a:extLst>
          </p:cNvPr>
          <p:cNvSpPr txBox="1"/>
          <p:nvPr/>
        </p:nvSpPr>
        <p:spPr>
          <a:xfrm>
            <a:off x="1185672" y="10021342"/>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ご主人の手紙を聞いて、岩崎さんがなぜ彼と結婚しようと思ったのかがわかったと筆者は述べている。</a:t>
            </a:r>
          </a:p>
        </p:txBody>
      </p:sp>
    </p:spTree>
    <p:extLst>
      <p:ext uri="{BB962C8B-B14F-4D97-AF65-F5344CB8AC3E}">
        <p14:creationId xmlns:p14="http://schemas.microsoft.com/office/powerpoint/2010/main" val="3822570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F9413-1E46-C93C-F4C8-1E4033CEB2CE}"/>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F8764CF5-4492-3E99-6F71-EF38B6558A10}"/>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9" name="文字方塊 8">
            <a:extLst>
              <a:ext uri="{FF2B5EF4-FFF2-40B4-BE49-F238E27FC236}">
                <a16:creationId xmlns:a16="http://schemas.microsoft.com/office/drawing/2014/main" id="{E567368A-DCF2-5747-4802-FD4DFD36BEE9}"/>
              </a:ext>
            </a:extLst>
          </p:cNvPr>
          <p:cNvSpPr txBox="1"/>
          <p:nvPr/>
        </p:nvSpPr>
        <p:spPr>
          <a:xfrm>
            <a:off x="1183163" y="3082851"/>
            <a:ext cx="22301713" cy="8956298"/>
          </a:xfrm>
          <a:prstGeom prst="rect">
            <a:avLst/>
          </a:prstGeom>
          <a:noFill/>
        </p:spPr>
        <p:txBody>
          <a:bodyPr wrap="square">
            <a:spAutoFit/>
          </a:bodyPr>
          <a:lstStyle/>
          <a:p>
            <a:pPr>
              <a:buNone/>
            </a:pPr>
            <a:r>
              <a:rPr lang="ja-JP" altLang="en-US" sz="4800" b="1" dirty="0"/>
              <a:t>問題３</a:t>
            </a:r>
          </a:p>
          <a:p>
            <a:pPr>
              <a:lnSpc>
                <a:spcPct val="150000"/>
              </a:lnSpc>
              <a:buNone/>
            </a:pPr>
            <a:r>
              <a:rPr lang="ja-JP" altLang="en-US" sz="4800" dirty="0"/>
              <a:t>結婚式のあと、中谷さんが感じたこととして最も適当なものはどれですか。</a:t>
            </a:r>
            <a:endParaRPr lang="en-US" altLang="ja-JP" sz="4800" dirty="0"/>
          </a:p>
          <a:p>
            <a:pPr marL="1371600" lvl="1" indent="-914400">
              <a:lnSpc>
                <a:spcPct val="150000"/>
              </a:lnSpc>
              <a:buAutoNum type="alphaUcPeriod"/>
            </a:pPr>
            <a:r>
              <a:rPr lang="ja-JP" altLang="en-US" sz="4800" dirty="0"/>
              <a:t>結婚は面倒だから、自分はまだしたくないと思った</a:t>
            </a:r>
            <a:endParaRPr lang="en-US" altLang="ja-JP" sz="4800" dirty="0"/>
          </a:p>
          <a:p>
            <a:pPr marL="1371600" lvl="1" indent="-914400">
              <a:lnSpc>
                <a:spcPct val="150000"/>
              </a:lnSpc>
              <a:buAutoNum type="alphaUcPeriod"/>
            </a:pPr>
            <a:r>
              <a:rPr lang="ja-JP" altLang="en-US" sz="4800" dirty="0"/>
              <a:t>恋人を作りたくて、毎朝電車の中で探している</a:t>
            </a:r>
            <a:endParaRPr lang="en-US" altLang="ja-JP" sz="4800" dirty="0"/>
          </a:p>
          <a:p>
            <a:pPr marL="1371600" lvl="1" indent="-914400">
              <a:lnSpc>
                <a:spcPct val="150000"/>
              </a:lnSpc>
              <a:buAutoNum type="alphaUcPeriod"/>
            </a:pPr>
            <a:r>
              <a:rPr lang="ja-JP" altLang="en-US" sz="4800" dirty="0"/>
              <a:t>岩崎さんのように早く子どもがほしいと思った</a:t>
            </a:r>
            <a:endParaRPr lang="en-US" altLang="ja-JP" sz="4800" dirty="0"/>
          </a:p>
          <a:p>
            <a:pPr marL="1371600" lvl="1" indent="-914400">
              <a:lnSpc>
                <a:spcPct val="150000"/>
              </a:lnSpc>
              <a:buAutoNum type="alphaUcPeriod"/>
            </a:pPr>
            <a:r>
              <a:rPr lang="ja-JP" altLang="en-US" sz="4800" dirty="0"/>
              <a:t>美容院にもう行きたくないと思った</a:t>
            </a:r>
          </a:p>
          <a:p>
            <a:pPr>
              <a:lnSpc>
                <a:spcPct val="150000"/>
              </a:lnSpc>
            </a:pPr>
            <a:endParaRPr lang="en-US" altLang="ja-JP" sz="4800" b="1" dirty="0"/>
          </a:p>
          <a:p>
            <a:endParaRPr lang="en-US" altLang="ja-JP" sz="4800" b="1" dirty="0"/>
          </a:p>
          <a:p>
            <a:endParaRPr lang="en-US" altLang="ja-JP" sz="4800" b="1" dirty="0"/>
          </a:p>
        </p:txBody>
      </p:sp>
    </p:spTree>
    <p:extLst>
      <p:ext uri="{BB962C8B-B14F-4D97-AF65-F5344CB8AC3E}">
        <p14:creationId xmlns:p14="http://schemas.microsoft.com/office/powerpoint/2010/main" val="2652490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21789-91DE-B9CC-828C-8FDDBB1F0DF2}"/>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4D6A9489-4878-BE4F-E7BC-4413FB4B86BC}"/>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9" name="文字方塊 8">
            <a:extLst>
              <a:ext uri="{FF2B5EF4-FFF2-40B4-BE49-F238E27FC236}">
                <a16:creationId xmlns:a16="http://schemas.microsoft.com/office/drawing/2014/main" id="{4CEC3119-014E-23AB-521F-A15AACF1921D}"/>
              </a:ext>
            </a:extLst>
          </p:cNvPr>
          <p:cNvSpPr txBox="1"/>
          <p:nvPr/>
        </p:nvSpPr>
        <p:spPr>
          <a:xfrm>
            <a:off x="1183163" y="3082851"/>
            <a:ext cx="22301713" cy="8956298"/>
          </a:xfrm>
          <a:prstGeom prst="rect">
            <a:avLst/>
          </a:prstGeom>
          <a:noFill/>
        </p:spPr>
        <p:txBody>
          <a:bodyPr wrap="square">
            <a:spAutoFit/>
          </a:bodyPr>
          <a:lstStyle/>
          <a:p>
            <a:pPr>
              <a:buNone/>
            </a:pPr>
            <a:r>
              <a:rPr lang="ja-JP" altLang="en-US" sz="4800" b="1" dirty="0"/>
              <a:t>問題３</a:t>
            </a:r>
          </a:p>
          <a:p>
            <a:pPr>
              <a:lnSpc>
                <a:spcPct val="150000"/>
              </a:lnSpc>
              <a:buNone/>
            </a:pPr>
            <a:r>
              <a:rPr lang="ja-JP" altLang="en-US" sz="4800" dirty="0"/>
              <a:t>結婚式のあと、中谷さんが感じたこととして最も適当なものはどれですか。</a:t>
            </a:r>
            <a:endParaRPr lang="en-US" altLang="ja-JP" sz="4800" dirty="0"/>
          </a:p>
          <a:p>
            <a:pPr marL="1371600" lvl="1" indent="-914400">
              <a:lnSpc>
                <a:spcPct val="150000"/>
              </a:lnSpc>
              <a:buAutoNum type="alphaUcPeriod"/>
            </a:pPr>
            <a:r>
              <a:rPr lang="ja-JP" altLang="en-US" sz="4800" dirty="0"/>
              <a:t>結婚は面倒だから、自分はまだしたくないと思った</a:t>
            </a:r>
            <a:endParaRPr lang="en-US" altLang="ja-JP" sz="4800" dirty="0"/>
          </a:p>
          <a:p>
            <a:pPr marL="1371600" lvl="1" indent="-914400">
              <a:lnSpc>
                <a:spcPct val="150000"/>
              </a:lnSpc>
              <a:buAutoNum type="alphaUcPeriod"/>
            </a:pPr>
            <a:r>
              <a:rPr lang="ja-JP" altLang="en-US" sz="4800" dirty="0">
                <a:solidFill>
                  <a:srgbClr val="1C85C9"/>
                </a:solidFill>
              </a:rPr>
              <a:t>恋人を作りたくて、毎朝電車の中で探している</a:t>
            </a:r>
            <a:endParaRPr lang="en-US" altLang="ja-JP" sz="4800" dirty="0">
              <a:solidFill>
                <a:srgbClr val="1C85C9"/>
              </a:solidFill>
            </a:endParaRPr>
          </a:p>
          <a:p>
            <a:pPr marL="1371600" lvl="1" indent="-914400">
              <a:lnSpc>
                <a:spcPct val="150000"/>
              </a:lnSpc>
              <a:buAutoNum type="alphaUcPeriod"/>
            </a:pPr>
            <a:r>
              <a:rPr lang="ja-JP" altLang="en-US" sz="4800" dirty="0"/>
              <a:t>岩崎さんのように早く子どもがほしいと思った</a:t>
            </a:r>
            <a:endParaRPr lang="en-US" altLang="ja-JP" sz="4800" dirty="0"/>
          </a:p>
          <a:p>
            <a:pPr marL="1371600" lvl="1" indent="-914400">
              <a:lnSpc>
                <a:spcPct val="150000"/>
              </a:lnSpc>
              <a:buAutoNum type="alphaUcPeriod"/>
            </a:pPr>
            <a:r>
              <a:rPr lang="ja-JP" altLang="en-US" sz="4800" dirty="0"/>
              <a:t>美容院にもう行きたくないと思った</a:t>
            </a:r>
          </a:p>
          <a:p>
            <a:pPr>
              <a:lnSpc>
                <a:spcPct val="150000"/>
              </a:lnSpc>
            </a:pPr>
            <a:endParaRPr lang="en-US" altLang="ja-JP" sz="4800" b="1" dirty="0"/>
          </a:p>
          <a:p>
            <a:endParaRPr lang="en-US" altLang="ja-JP" sz="4800" b="1" dirty="0"/>
          </a:p>
          <a:p>
            <a:endParaRPr lang="en-US" altLang="ja-JP" sz="4800" b="1" dirty="0"/>
          </a:p>
        </p:txBody>
      </p:sp>
      <p:sp>
        <p:nvSpPr>
          <p:cNvPr id="2" name="文字方塊 1">
            <a:extLst>
              <a:ext uri="{FF2B5EF4-FFF2-40B4-BE49-F238E27FC236}">
                <a16:creationId xmlns:a16="http://schemas.microsoft.com/office/drawing/2014/main" id="{AB4489D7-8B18-7189-0C94-4A65C90E0D37}"/>
              </a:ext>
            </a:extLst>
          </p:cNvPr>
          <p:cNvSpPr txBox="1"/>
          <p:nvPr/>
        </p:nvSpPr>
        <p:spPr>
          <a:xfrm>
            <a:off x="1185672" y="10021342"/>
            <a:ext cx="22299204" cy="2181879"/>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「会社へ行く時に、毎朝電車の中で探しているんだけどね。」と中谷さんが言っている。</a:t>
            </a:r>
          </a:p>
        </p:txBody>
      </p:sp>
    </p:spTree>
    <p:extLst>
      <p:ext uri="{BB962C8B-B14F-4D97-AF65-F5344CB8AC3E}">
        <p14:creationId xmlns:p14="http://schemas.microsoft.com/office/powerpoint/2010/main" val="2056490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C9886-A626-60D2-71B1-29A110E7CAD0}"/>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0CAF9C41-14FE-17B0-CE76-741338CCF4CA}"/>
              </a:ext>
            </a:extLst>
          </p:cNvPr>
          <p:cNvSpPr txBox="1"/>
          <p:nvPr/>
        </p:nvSpPr>
        <p:spPr>
          <a:xfrm>
            <a:off x="1041143" y="2911401"/>
            <a:ext cx="22301713" cy="12144543"/>
          </a:xfrm>
          <a:prstGeom prst="rect">
            <a:avLst/>
          </a:prstGeom>
          <a:noFill/>
        </p:spPr>
        <p:txBody>
          <a:bodyPr wrap="square">
            <a:spAutoFit/>
          </a:bodyPr>
          <a:lstStyle/>
          <a:p>
            <a:pPr>
              <a:lnSpc>
                <a:spcPct val="150000"/>
              </a:lnSpc>
            </a:pPr>
            <a:r>
              <a:rPr lang="en-US" altLang="zh-TW" sz="4800" b="1" dirty="0">
                <a:latin typeface="Microsoft JhengHei Light" panose="020B0304030504040204" pitchFamily="34" charset="-120"/>
                <a:ea typeface="Microsoft JhengHei Light" panose="020B0304030504040204" pitchFamily="34" charset="-120"/>
              </a:rPr>
              <a:t>1.	</a:t>
            </a:r>
            <a:r>
              <a:rPr lang="zh-TW" altLang="en-US" sz="4800" b="1" dirty="0">
                <a:latin typeface="Microsoft JhengHei Light" panose="020B0304030504040204" pitchFamily="34" charset="-120"/>
                <a:ea typeface="Microsoft JhengHei Light" panose="020B0304030504040204" pitchFamily="34" charset="-120"/>
              </a:rPr>
              <a:t>看了朋友傳來的照片，不禁笑了出來。</a:t>
            </a:r>
            <a:endParaRPr lang="en-US" altLang="zh-TW"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Font typeface="+mj-lt"/>
              <a:buAutoNum type="arabicPeriod"/>
            </a:pP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zh-TW" sz="4800" b="1" dirty="0">
                <a:latin typeface="Microsoft JhengHei Light" panose="020B0304030504040204" pitchFamily="34" charset="-120"/>
                <a:ea typeface="Microsoft JhengHei Light" panose="020B0304030504040204" pitchFamily="34" charset="-120"/>
              </a:rPr>
              <a:t>2.	</a:t>
            </a:r>
            <a:r>
              <a:rPr lang="zh-TW" altLang="en-US" sz="4800" b="1" dirty="0">
                <a:latin typeface="Microsoft JhengHei Light" panose="020B0304030504040204" pitchFamily="34" charset="-120"/>
                <a:ea typeface="Microsoft JhengHei Light" panose="020B0304030504040204" pitchFamily="34" charset="-120"/>
              </a:rPr>
              <a:t>我決定要報考這次的日語檢定</a:t>
            </a:r>
            <a:r>
              <a:rPr lang="en-US" altLang="zh-TW" sz="4800" b="1" dirty="0">
                <a:latin typeface="Microsoft JhengHei Light" panose="020B0304030504040204" pitchFamily="34" charset="-120"/>
                <a:ea typeface="Microsoft JhengHei Light" panose="020B0304030504040204" pitchFamily="34" charset="-120"/>
              </a:rPr>
              <a:t>N3</a:t>
            </a:r>
            <a:r>
              <a:rPr lang="zh-TW" altLang="en-US" sz="4800" b="1" dirty="0">
                <a:latin typeface="Microsoft JhengHei Light" panose="020B0304030504040204" pitchFamily="34" charset="-120"/>
                <a:ea typeface="Microsoft JhengHei Light" panose="020B0304030504040204" pitchFamily="34" charset="-120"/>
              </a:rPr>
              <a:t>。</a:t>
            </a:r>
            <a:endParaRPr lang="en-US" altLang="zh-TW"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Font typeface="+mj-lt"/>
              <a:buAutoNum type="arabicPeriod"/>
            </a:pP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zh-TW" sz="4800" b="1" dirty="0">
                <a:latin typeface="Microsoft JhengHei Light" panose="020B0304030504040204" pitchFamily="34" charset="-120"/>
                <a:ea typeface="Microsoft JhengHei Light" panose="020B0304030504040204" pitchFamily="34" charset="-120"/>
              </a:rPr>
              <a:t>3.	</a:t>
            </a:r>
            <a:r>
              <a:rPr lang="zh-TW" altLang="en-US" sz="4800" b="1" dirty="0">
                <a:latin typeface="Microsoft JhengHei Light" panose="020B0304030504040204" pitchFamily="34" charset="-120"/>
                <a:ea typeface="Microsoft JhengHei Light" panose="020B0304030504040204" pitchFamily="34" charset="-120"/>
              </a:rPr>
              <a:t>大谷翔平簡直就像漫畫主角一樣</a:t>
            </a:r>
            <a:r>
              <a:rPr lang="ja-JP" altLang="en-US" sz="4800" b="1" dirty="0">
                <a:latin typeface="Microsoft JhengHei Light" panose="020B0304030504040204" pitchFamily="34" charset="-120"/>
                <a:ea typeface="Microsoft JhengHei Light" panose="020B0304030504040204" pitchFamily="34" charset="-120"/>
              </a:rPr>
              <a:t>。</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Font typeface="+mj-lt"/>
              <a:buAutoNum type="arabicPeriod"/>
            </a:pP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zh-TW" sz="4800" b="1">
                <a:latin typeface="Microsoft JhengHei Light" panose="020B0304030504040204" pitchFamily="34" charset="-120"/>
                <a:ea typeface="Microsoft JhengHei Light" panose="020B0304030504040204" pitchFamily="34" charset="-120"/>
              </a:rPr>
              <a:t>4.	</a:t>
            </a:r>
            <a:r>
              <a:rPr lang="zh-TW" altLang="en-US" sz="4800" b="1">
                <a:latin typeface="Microsoft JhengHei Light" panose="020B0304030504040204" pitchFamily="34" charset="-120"/>
                <a:ea typeface="Microsoft JhengHei Light" panose="020B0304030504040204" pitchFamily="34" charset="-120"/>
              </a:rPr>
              <a:t>田中</a:t>
            </a:r>
            <a:r>
              <a:rPr lang="zh-TW" altLang="en-US" sz="4800" b="1" dirty="0">
                <a:latin typeface="Microsoft JhengHei Light" panose="020B0304030504040204" pitchFamily="34" charset="-120"/>
                <a:ea typeface="Microsoft JhengHei Light" panose="020B0304030504040204" pitchFamily="34" charset="-120"/>
              </a:rPr>
              <a:t>先生自從來到台灣以後，就再也沒有回過日本。</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endParaRPr lang="ja-JP" altLang="en-US" sz="4800" b="1" dirty="0">
              <a:latin typeface="Microsoft JhengHei Light" panose="020B0304030504040204" pitchFamily="34" charset="-120"/>
              <a:ea typeface="Microsoft JhengHei Light" panose="020B0304030504040204" pitchFamily="34" charset="-120"/>
            </a:endParaRPr>
          </a:p>
          <a:p>
            <a:pPr>
              <a:lnSpc>
                <a:spcPct val="150000"/>
              </a:lnSpc>
              <a:buNone/>
            </a:pPr>
            <a:endParaRPr lang="ja-JP" altLang="en-US" sz="4800" b="1" dirty="0">
              <a:latin typeface="Microsoft JhengHei Light" panose="020B0304030504040204" pitchFamily="34" charset="-120"/>
              <a:ea typeface="Microsoft JhengHei Light" panose="020B0304030504040204" pitchFamily="34" charset="-120"/>
            </a:endParaRPr>
          </a:p>
        </p:txBody>
      </p:sp>
      <p:sp>
        <p:nvSpPr>
          <p:cNvPr id="2" name="標題 1">
            <a:extLst>
              <a:ext uri="{FF2B5EF4-FFF2-40B4-BE49-F238E27FC236}">
                <a16:creationId xmlns:a16="http://schemas.microsoft.com/office/drawing/2014/main" id="{903D1CF9-DD25-80A8-9AAB-6951F4DE9AD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383698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F746B-A71A-5831-AE7E-4BDEAAF6FE8D}"/>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CBBDA580-651C-4AFA-39BC-9F7B54D9DFBA}"/>
              </a:ext>
            </a:extLst>
          </p:cNvPr>
          <p:cNvSpPr txBox="1"/>
          <p:nvPr/>
        </p:nvSpPr>
        <p:spPr>
          <a:xfrm>
            <a:off x="1041143" y="2911401"/>
            <a:ext cx="22301713" cy="14360534"/>
          </a:xfrm>
          <a:prstGeom prst="rect">
            <a:avLst/>
          </a:prstGeom>
          <a:noFill/>
        </p:spPr>
        <p:txBody>
          <a:bodyPr wrap="square">
            <a:spAutoFit/>
          </a:bodyPr>
          <a:lstStyle/>
          <a:p>
            <a:pPr>
              <a:lnSpc>
                <a:spcPct val="150000"/>
              </a:lnSpc>
            </a:pPr>
            <a:r>
              <a:rPr lang="en-US" altLang="zh-TW" sz="4800" b="1" dirty="0">
                <a:latin typeface="Microsoft JhengHei Light" panose="020B0304030504040204" pitchFamily="34" charset="-120"/>
                <a:ea typeface="Microsoft JhengHei Light" panose="020B0304030504040204" pitchFamily="34" charset="-120"/>
              </a:rPr>
              <a:t>1.	</a:t>
            </a:r>
            <a:r>
              <a:rPr lang="zh-TW" altLang="en-US" sz="4800" b="1" dirty="0">
                <a:latin typeface="Microsoft JhengHei Light" panose="020B0304030504040204" pitchFamily="34" charset="-120"/>
                <a:ea typeface="Microsoft JhengHei Light" panose="020B0304030504040204" pitchFamily="34" charset="-120"/>
              </a:rPr>
              <a:t>看了朋友傳來的照片，不禁笑了出來。</a:t>
            </a:r>
            <a:endParaRPr lang="en-US" altLang="zh-TW" sz="4800" b="1" dirty="0">
              <a:latin typeface="Microsoft JhengHei Light" panose="020B0304030504040204" pitchFamily="34" charset="-120"/>
              <a:ea typeface="Microsoft JhengHei Light" panose="020B0304030504040204" pitchFamily="34" charset="-120"/>
            </a:endParaRPr>
          </a:p>
          <a:p>
            <a:pPr>
              <a:lnSpc>
                <a:spcPct val="150000"/>
              </a:lnSpc>
            </a:pPr>
            <a:r>
              <a:rPr lang="zh-TW" altLang="en-US" sz="4800" b="1" dirty="0">
                <a:solidFill>
                  <a:srgbClr val="1C85C9"/>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友だちが送ってくれた写真を見て、思わず笑ってしまった。</a:t>
            </a:r>
            <a:endParaRPr lang="en-US" altLang="ja-JP" sz="4800" b="1" dirty="0">
              <a:solidFill>
                <a:srgbClr val="1C85C9"/>
              </a:solidFill>
              <a:latin typeface="BIZ UDGothic" panose="020B0400000000000000" pitchFamily="33" charset="-128"/>
              <a:ea typeface="BIZ UDGothic" panose="020B0400000000000000" pitchFamily="33" charset="-128"/>
            </a:endParaRPr>
          </a:p>
          <a:p>
            <a:pPr>
              <a:lnSpc>
                <a:spcPct val="150000"/>
              </a:lnSpc>
            </a:pPr>
            <a:r>
              <a:rPr lang="en-US" altLang="zh-TW" sz="4800" b="1" dirty="0">
                <a:latin typeface="Microsoft JhengHei Light" panose="020B0304030504040204" pitchFamily="34" charset="-120"/>
                <a:ea typeface="Microsoft JhengHei Light" panose="020B0304030504040204" pitchFamily="34" charset="-120"/>
              </a:rPr>
              <a:t>2.	</a:t>
            </a:r>
            <a:r>
              <a:rPr lang="zh-TW" altLang="en-US" sz="4800" b="1" dirty="0">
                <a:latin typeface="Microsoft JhengHei Light" panose="020B0304030504040204" pitchFamily="34" charset="-120"/>
                <a:ea typeface="Microsoft JhengHei Light" panose="020B0304030504040204" pitchFamily="34" charset="-120"/>
              </a:rPr>
              <a:t>我決定要報考這次的日語檢定</a:t>
            </a:r>
            <a:r>
              <a:rPr lang="en-US" altLang="zh-TW" sz="4800" b="1" dirty="0">
                <a:latin typeface="Microsoft JhengHei Light" panose="020B0304030504040204" pitchFamily="34" charset="-120"/>
                <a:ea typeface="Microsoft JhengHei Light" panose="020B0304030504040204" pitchFamily="34" charset="-120"/>
              </a:rPr>
              <a:t>N3</a:t>
            </a:r>
            <a:r>
              <a:rPr lang="ja-JP" altLang="en-US" sz="4800" b="1" dirty="0">
                <a:latin typeface="Microsoft JhengHei Light" panose="020B0304030504040204" pitchFamily="34" charset="-120"/>
                <a:ea typeface="Microsoft JhengHei Light" panose="020B0304030504040204" pitchFamily="34" charset="-120"/>
              </a:rPr>
              <a:t>。</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ja-JP" altLang="en-US" sz="4800" b="1" dirty="0">
                <a:solidFill>
                  <a:srgbClr val="E46D4B"/>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今回の日本語能力試験</a:t>
            </a:r>
            <a:r>
              <a:rPr lang="en-US" altLang="ja-JP" sz="4800" b="1" dirty="0">
                <a:solidFill>
                  <a:srgbClr val="1C85C9"/>
                </a:solidFill>
                <a:latin typeface="BIZ UDGothic" panose="020B0400000000000000" pitchFamily="33" charset="-128"/>
                <a:ea typeface="BIZ UDGothic" panose="020B0400000000000000" pitchFamily="33" charset="-128"/>
              </a:rPr>
              <a:t>N3</a:t>
            </a:r>
            <a:r>
              <a:rPr lang="ja-JP" altLang="en-US" sz="4800" b="1" dirty="0">
                <a:solidFill>
                  <a:srgbClr val="1C85C9"/>
                </a:solidFill>
                <a:latin typeface="BIZ UDGothic" panose="020B0400000000000000" pitchFamily="33" charset="-128"/>
                <a:ea typeface="BIZ UDGothic" panose="020B0400000000000000" pitchFamily="33" charset="-128"/>
              </a:rPr>
              <a:t>を受けることにした。</a:t>
            </a:r>
            <a:endParaRPr lang="en-US" altLang="ja-JP" sz="4800" b="1" dirty="0">
              <a:solidFill>
                <a:srgbClr val="1C85C9"/>
              </a:solidFill>
              <a:latin typeface="BIZ UDGothic" panose="020B0400000000000000" pitchFamily="33" charset="-128"/>
              <a:ea typeface="BIZ UDGothic" panose="020B0400000000000000" pitchFamily="33" charset="-128"/>
            </a:endParaRPr>
          </a:p>
          <a:p>
            <a:pPr>
              <a:lnSpc>
                <a:spcPct val="150000"/>
              </a:lnSpc>
            </a:pPr>
            <a:r>
              <a:rPr lang="en-US" altLang="zh-TW" sz="4800" b="1" dirty="0">
                <a:latin typeface="Microsoft JhengHei Light" panose="020B0304030504040204" pitchFamily="34" charset="-120"/>
                <a:ea typeface="Microsoft JhengHei Light" panose="020B0304030504040204" pitchFamily="34" charset="-120"/>
              </a:rPr>
              <a:t>3.	</a:t>
            </a:r>
            <a:r>
              <a:rPr lang="zh-TW" altLang="en-US" sz="4800" b="1" dirty="0">
                <a:latin typeface="Microsoft JhengHei Light" panose="020B0304030504040204" pitchFamily="34" charset="-120"/>
                <a:ea typeface="Microsoft JhengHei Light" panose="020B0304030504040204" pitchFamily="34" charset="-120"/>
              </a:rPr>
              <a:t>大谷翔平簡直就像漫畫主角一樣</a:t>
            </a:r>
            <a:r>
              <a:rPr lang="ja-JP" altLang="en-US" sz="4800" b="1" dirty="0">
                <a:latin typeface="Microsoft JhengHei Light" panose="020B0304030504040204" pitchFamily="34" charset="-120"/>
                <a:ea typeface="Microsoft JhengHei Light" panose="020B0304030504040204" pitchFamily="34" charset="-120"/>
              </a:rPr>
              <a:t>。</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ja-JP" altLang="en-US" sz="4800" b="1" dirty="0">
                <a:latin typeface="Microsoft JhengHei Light" panose="020B0304030504040204" pitchFamily="34" charset="-120"/>
                <a:ea typeface="Microsoft JhengHei Light" panose="020B0304030504040204" pitchFamily="34" charset="-120"/>
              </a:rPr>
              <a:t>　</a:t>
            </a:r>
            <a:r>
              <a:rPr lang="ja-JP" altLang="en-US" sz="4800" b="1" dirty="0">
                <a:solidFill>
                  <a:srgbClr val="E46D4B"/>
                </a:solidFill>
                <a:latin typeface="Microsoft JhengHei Light" panose="020B0304030504040204" pitchFamily="34" charset="-120"/>
                <a:ea typeface="Microsoft JhengHei Light" panose="020B0304030504040204" pitchFamily="34" charset="-120"/>
              </a:rPr>
              <a:t>　</a:t>
            </a:r>
            <a:r>
              <a:rPr lang="ja-JP" altLang="en-US" sz="4800" b="1" dirty="0">
                <a:solidFill>
                  <a:srgbClr val="1C85C9"/>
                </a:solidFill>
                <a:latin typeface="BIZ UDGothic" panose="020B0400000000000000" pitchFamily="33" charset="-128"/>
                <a:ea typeface="BIZ UDGothic" panose="020B0400000000000000" pitchFamily="33" charset="-128"/>
              </a:rPr>
              <a:t> 大谷翔平は、まるで漫画の主人公のようだ。</a:t>
            </a:r>
            <a:endParaRPr lang="en-US" altLang="ja-JP" sz="4800" b="1" dirty="0">
              <a:solidFill>
                <a:srgbClr val="1C85C9"/>
              </a:solidFill>
              <a:latin typeface="BIZ UDGothic" panose="020B0400000000000000" pitchFamily="33" charset="-128"/>
              <a:ea typeface="BIZ UDGothic" panose="020B0400000000000000" pitchFamily="33" charset="-128"/>
            </a:endParaRPr>
          </a:p>
          <a:p>
            <a:pPr>
              <a:lnSpc>
                <a:spcPct val="150000"/>
              </a:lnSpc>
            </a:pPr>
            <a:r>
              <a:rPr lang="en-US" altLang="zh-TW" sz="4800" b="1" dirty="0">
                <a:latin typeface="Microsoft JhengHei Light" panose="020B0304030504040204" pitchFamily="34" charset="-120"/>
                <a:ea typeface="Microsoft JhengHei Light" panose="020B0304030504040204" pitchFamily="34" charset="-120"/>
              </a:rPr>
              <a:t>4.	</a:t>
            </a:r>
            <a:r>
              <a:rPr lang="zh-TW" altLang="en-US" sz="4800" b="1" dirty="0">
                <a:latin typeface="Microsoft JhengHei Light" panose="020B0304030504040204" pitchFamily="34" charset="-120"/>
                <a:ea typeface="Microsoft JhengHei Light" panose="020B0304030504040204" pitchFamily="34" charset="-120"/>
              </a:rPr>
              <a:t>田中先生自從來到台灣以後，就再也沒有回過日本。</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ja-JP" altLang="en-US" sz="4800" dirty="0">
                <a:solidFill>
                  <a:srgbClr val="E46D4B"/>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田中さんは台湾に来たきり、日本に帰っていない。</a:t>
            </a:r>
            <a:endParaRPr lang="en-US" altLang="ja-JP" sz="4800" b="1" dirty="0">
              <a:solidFill>
                <a:srgbClr val="1C85C9"/>
              </a:solidFill>
              <a:latin typeface="BIZ UDGothic" panose="020B0400000000000000" pitchFamily="33" charset="-128"/>
              <a:ea typeface="BIZ UDGothic" panose="020B0400000000000000" pitchFamily="33" charset="-128"/>
            </a:endParaRPr>
          </a:p>
          <a:p>
            <a:pPr>
              <a:lnSpc>
                <a:spcPct val="150000"/>
              </a:lnSpc>
            </a:pPr>
            <a:endParaRPr lang="en-US" altLang="ja-JP" sz="4800" dirty="0">
              <a:latin typeface="BIZ UDGothic" panose="020B0400000000000000" pitchFamily="33" charset="-128"/>
              <a:ea typeface="BIZ UDGothic" panose="020B0400000000000000" pitchFamily="33" charset="-128"/>
            </a:endParaRPr>
          </a:p>
          <a:p>
            <a:pPr marL="914400" indent="-914400">
              <a:lnSpc>
                <a:spcPct val="150000"/>
              </a:lnSpc>
              <a:buAutoNum type="arabicPeriod" startAt="2"/>
            </a:pP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endParaRPr lang="ja-JP" altLang="en-US" sz="4800" b="1" dirty="0">
              <a:latin typeface="Microsoft JhengHei Light" panose="020B0304030504040204" pitchFamily="34" charset="-120"/>
              <a:ea typeface="Microsoft JhengHei Light" panose="020B0304030504040204" pitchFamily="34" charset="-120"/>
            </a:endParaRPr>
          </a:p>
          <a:p>
            <a:pPr>
              <a:lnSpc>
                <a:spcPct val="150000"/>
              </a:lnSpc>
              <a:buNone/>
            </a:pPr>
            <a:endParaRPr lang="ja-JP" altLang="en-US" sz="4800" b="1" dirty="0">
              <a:latin typeface="Microsoft JhengHei Light" panose="020B0304030504040204" pitchFamily="34" charset="-120"/>
              <a:ea typeface="Microsoft JhengHei Light" panose="020B0304030504040204" pitchFamily="34" charset="-120"/>
            </a:endParaRPr>
          </a:p>
        </p:txBody>
      </p:sp>
      <p:sp>
        <p:nvSpPr>
          <p:cNvPr id="2" name="標題 1">
            <a:extLst>
              <a:ext uri="{FF2B5EF4-FFF2-40B4-BE49-F238E27FC236}">
                <a16:creationId xmlns:a16="http://schemas.microsoft.com/office/drawing/2014/main" id="{5EF006DD-708A-A917-58CA-597F9BD1007A}"/>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45017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9"/>
          <p:cNvSpPr/>
          <p:nvPr/>
        </p:nvSpPr>
        <p:spPr>
          <a:xfrm>
            <a:off x="-1800" y="0"/>
            <a:ext cx="24387600" cy="13716000"/>
          </a:xfrm>
          <a:prstGeom prst="rect">
            <a:avLst/>
          </a:prstGeom>
          <a:solidFill>
            <a:schemeClr val="accent1">
              <a:lumMod val="60000"/>
              <a:lumOff val="40000"/>
            </a:schemeClr>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dirty="0">
              <a:solidFill>
                <a:srgbClr val="FFFFFF"/>
              </a:solidFill>
              <a:latin typeface="SimSun"/>
              <a:ea typeface="SimSun"/>
              <a:cs typeface="SimSun"/>
              <a:sym typeface="SimSun"/>
            </a:endParaRPr>
          </a:p>
        </p:txBody>
      </p:sp>
      <p:sp>
        <p:nvSpPr>
          <p:cNvPr id="304" name="Google Shape;304;p19"/>
          <p:cNvSpPr txBox="1">
            <a:spLocks noGrp="1"/>
          </p:cNvSpPr>
          <p:nvPr>
            <p:ph type="ctrTitle" idx="4294967295"/>
          </p:nvPr>
        </p:nvSpPr>
        <p:spPr>
          <a:xfrm>
            <a:off x="3048000" y="6874950"/>
            <a:ext cx="18288000" cy="3877201"/>
          </a:xfrm>
          <a:prstGeom prst="rect">
            <a:avLst/>
          </a:prstGeom>
          <a:noFill/>
          <a:ln>
            <a:noFill/>
          </a:ln>
        </p:spPr>
        <p:txBody>
          <a:bodyPr spcFirstLastPara="1" wrap="square" lIns="91350" tIns="91350" rIns="91350" bIns="91350" anchor="ctr" anchorCtr="0">
            <a:normAutofit/>
          </a:bodyPr>
          <a:lstStyle/>
          <a:p>
            <a:pPr marL="0" marR="0" lvl="0" indent="0" algn="ctr" rtl="0">
              <a:lnSpc>
                <a:spcPct val="100000"/>
              </a:lnSpc>
              <a:spcBef>
                <a:spcPts val="0"/>
              </a:spcBef>
              <a:spcAft>
                <a:spcPts val="0"/>
              </a:spcAft>
              <a:buClr>
                <a:srgbClr val="FFFFFF"/>
              </a:buClr>
              <a:buSzPts val="8800"/>
              <a:buFont typeface="Microsoft JhengHei"/>
              <a:buNone/>
            </a:pPr>
            <a:r>
              <a:rPr lang="en-US" sz="8800" err="1">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Microsoft JhengHei"/>
              </a:rPr>
              <a:t>また次回の授業でお会いしましょう</a:t>
            </a:r>
            <a:endParaRPr>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endParaRPr>
          </a:p>
        </p:txBody>
      </p:sp>
      <p:grpSp>
        <p:nvGrpSpPr>
          <p:cNvPr id="305" name="Google Shape;305;p19"/>
          <p:cNvGrpSpPr/>
          <p:nvPr/>
        </p:nvGrpSpPr>
        <p:grpSpPr>
          <a:xfrm>
            <a:off x="10521949" y="2253139"/>
            <a:ext cx="3340119" cy="4440061"/>
            <a:chOff x="-1" y="-2"/>
            <a:chExt cx="3340118" cy="4440059"/>
          </a:xfrm>
        </p:grpSpPr>
        <p:cxnSp>
          <p:nvCxnSpPr>
            <p:cNvPr id="306" name="Google Shape;306;p19"/>
            <p:cNvCxnSpPr/>
            <p:nvPr/>
          </p:nvCxnSpPr>
          <p:spPr>
            <a:xfrm rot="10800000">
              <a:off x="319467" y="1446531"/>
              <a:ext cx="1179133" cy="1"/>
            </a:xfrm>
            <a:prstGeom prst="straightConnector1">
              <a:avLst/>
            </a:prstGeom>
            <a:noFill/>
            <a:ln w="25400" cap="flat" cmpd="sng">
              <a:solidFill>
                <a:srgbClr val="FFFFFF"/>
              </a:solidFill>
              <a:prstDash val="dash"/>
              <a:bevel/>
              <a:headEnd type="none" w="sm" len="sm"/>
              <a:tailEnd type="oval" w="med" len="med"/>
            </a:ln>
          </p:spPr>
        </p:cxnSp>
        <p:grpSp>
          <p:nvGrpSpPr>
            <p:cNvPr id="307" name="Google Shape;307;p19"/>
            <p:cNvGrpSpPr/>
            <p:nvPr/>
          </p:nvGrpSpPr>
          <p:grpSpPr>
            <a:xfrm>
              <a:off x="-1" y="-2"/>
              <a:ext cx="3340118" cy="2879716"/>
              <a:chOff x="-1" y="-1"/>
              <a:chExt cx="3340117" cy="2879714"/>
            </a:xfrm>
          </p:grpSpPr>
          <p:sp>
            <p:nvSpPr>
              <p:cNvPr id="308" name="Google Shape;308;p19"/>
              <p:cNvSpPr/>
              <p:nvPr/>
            </p:nvSpPr>
            <p:spPr>
              <a:xfrm>
                <a:off x="-1" y="-1"/>
                <a:ext cx="3340117" cy="2879714"/>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09" name="Google Shape;309;p19"/>
              <p:cNvSpPr/>
              <p:nvPr/>
            </p:nvSpPr>
            <p:spPr>
              <a:xfrm>
                <a:off x="894020" y="719932"/>
                <a:ext cx="1495801" cy="1495801"/>
              </a:xfrm>
              <a:prstGeom prst="ellipse">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10" name="Google Shape;310;p19"/>
              <p:cNvSpPr/>
              <p:nvPr/>
            </p:nvSpPr>
            <p:spPr>
              <a:xfrm>
                <a:off x="140105" y="105120"/>
                <a:ext cx="3048625" cy="2628396"/>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noFill/>
              <a:ln w="12700" cap="flat" cmpd="sng">
                <a:solidFill>
                  <a:srgbClr val="7F7F7F"/>
                </a:solidFill>
                <a:prstDash val="dot"/>
                <a:bevel/>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grpSp>
        <p:sp>
          <p:nvSpPr>
            <p:cNvPr id="313" name="Google Shape;313;p19"/>
            <p:cNvSpPr txBox="1"/>
            <p:nvPr/>
          </p:nvSpPr>
          <p:spPr>
            <a:xfrm>
              <a:off x="244517" y="2606355"/>
              <a:ext cx="2839800" cy="1833702"/>
            </a:xfrm>
            <a:prstGeom prst="rect">
              <a:avLst/>
            </a:prstGeom>
            <a:noFill/>
            <a:ln>
              <a:noFill/>
            </a:ln>
          </p:spPr>
          <p:txBody>
            <a:bodyPr spcFirstLastPara="1" wrap="square" lIns="91350" tIns="91350" rIns="91350" bIns="91350" anchor="t" anchorCtr="0">
              <a:spAutoFit/>
            </a:bodyPr>
            <a:lstStyle/>
            <a:p>
              <a:pPr marL="0" marR="0" lvl="0" indent="0" algn="just" rtl="0">
                <a:lnSpc>
                  <a:spcPct val="100000"/>
                </a:lnSpc>
                <a:spcBef>
                  <a:spcPts val="0"/>
                </a:spcBef>
                <a:spcAft>
                  <a:spcPts val="0"/>
                </a:spcAft>
                <a:buClr>
                  <a:srgbClr val="4079B6"/>
                </a:buClr>
                <a:buSzPts val="10800"/>
                <a:buFont typeface="Microsoft Yahei"/>
                <a:buNone/>
              </a:pPr>
              <a:r>
                <a:rPr lang="en-US" sz="10800" b="1" i="0" u="none" strike="noStrike" cap="none" dirty="0">
                  <a:solidFill>
                    <a:srgbClr val="4079B6"/>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FC000"/>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D5229"/>
                  </a:solidFill>
                  <a:latin typeface="Microsoft Yahei"/>
                  <a:ea typeface="Microsoft Yahei"/>
                  <a:cs typeface="Microsoft Yahei"/>
                  <a:sym typeface="Microsoft Yahei"/>
                </a:rPr>
                <a:t>·</a:t>
              </a:r>
              <a:endParaRPr sz="1400" b="0" i="0" u="none" strike="noStrike" cap="none" dirty="0">
                <a:solidFill>
                  <a:srgbClr val="000000"/>
                </a:solidFill>
                <a:latin typeface="BIZ UDGothic" panose="020B0400000000000000" pitchFamily="33" charset="-128"/>
                <a:ea typeface="BIZ UDGothic" panose="020B0400000000000000" pitchFamily="33" charset="-128"/>
                <a:cs typeface="Arial"/>
                <a:sym typeface="Arial"/>
              </a:endParaRPr>
            </a:p>
          </p:txBody>
        </p:sp>
        <p:pic>
          <p:nvPicPr>
            <p:cNvPr id="314" name="Google Shape;314;p19" descr="Google Shape;425;p57"/>
            <p:cNvPicPr preferRelativeResize="0"/>
            <p:nvPr/>
          </p:nvPicPr>
          <p:blipFill rotWithShape="1">
            <a:blip r:embed="rId3">
              <a:alphaModFix/>
            </a:blip>
            <a:srcRect/>
            <a:stretch/>
          </p:blipFill>
          <p:spPr>
            <a:xfrm>
              <a:off x="725868" y="955041"/>
              <a:ext cx="1888364" cy="1062685"/>
            </a:xfrm>
            <a:prstGeom prst="rect">
              <a:avLst/>
            </a:prstGeom>
            <a:noFill/>
            <a:ln>
              <a:noFill/>
            </a:ln>
          </p:spPr>
        </p:pic>
      </p:grpSp>
    </p:spTree>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4F81BD"/>
      </a:accent1>
      <a:accent2>
        <a:srgbClr val="C0504D"/>
      </a:accent2>
      <a:accent3>
        <a:srgbClr val="8F8F8F"/>
      </a:accent3>
      <a:accent4>
        <a:srgbClr val="707070"/>
      </a:accent4>
      <a:accent5>
        <a:srgbClr val="B2C1DB"/>
      </a:accent5>
      <a:accent6>
        <a:srgbClr val="AE4845"/>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TM02900720[[fn=要素]]</Template>
  <TotalTime>530</TotalTime>
  <Words>1112</Words>
  <Application>Microsoft Office PowerPoint</Application>
  <PresentationFormat>ユーザー設定</PresentationFormat>
  <Paragraphs>112</Paragraphs>
  <Slides>14</Slides>
  <Notes>13</Notes>
  <HiddenSlides>0</HiddenSlides>
  <MMClips>0</MMClips>
  <ScaleCrop>false</ScaleCrop>
  <HeadingPairs>
    <vt:vector size="6" baseType="variant">
      <vt:variant>
        <vt:lpstr>使用されているフォント</vt:lpstr>
      </vt:variant>
      <vt:variant>
        <vt:i4>13</vt:i4>
      </vt:variant>
      <vt:variant>
        <vt:lpstr>テーマ</vt:lpstr>
      </vt:variant>
      <vt:variant>
        <vt:i4>1</vt:i4>
      </vt:variant>
      <vt:variant>
        <vt:lpstr>スライド タイトル</vt:lpstr>
      </vt:variant>
      <vt:variant>
        <vt:i4>14</vt:i4>
      </vt:variant>
    </vt:vector>
  </HeadingPairs>
  <TitlesOfParts>
    <vt:vector size="28" baseType="lpstr">
      <vt:lpstr>Wingdings 2</vt:lpstr>
      <vt:lpstr>Gen Jyuu GothicL Bold</vt:lpstr>
      <vt:lpstr>Gen Jyuu Gothic Bold</vt:lpstr>
      <vt:lpstr>BIZ UDGothic</vt:lpstr>
      <vt:lpstr>Calibri</vt:lpstr>
      <vt:lpstr>Calibri Light</vt:lpstr>
      <vt:lpstr>HGPSoeiKakugothicUB</vt:lpstr>
      <vt:lpstr>Microsoft Yahei</vt:lpstr>
      <vt:lpstr>Microsoft JhengHei</vt:lpstr>
      <vt:lpstr>Arial</vt:lpstr>
      <vt:lpstr>Microsoft JhengHei Light</vt:lpstr>
      <vt:lpstr>BIZ UDPGothic</vt:lpstr>
      <vt:lpstr>SimSun</vt:lpstr>
      <vt:lpstr>HDOfficeLightV0</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また次回の授業でお会いしましょう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user</dc:creator>
  <cp:lastModifiedBy>嘉展 張</cp:lastModifiedBy>
  <cp:revision>2</cp:revision>
  <dcterms:modified xsi:type="dcterms:W3CDTF">2025-10-22T02:01:17Z</dcterms:modified>
</cp:coreProperties>
</file>