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9" r:id="rId3"/>
    <p:sldId id="375" r:id="rId4"/>
    <p:sldId id="351" r:id="rId5"/>
    <p:sldId id="376" r:id="rId6"/>
    <p:sldId id="358" r:id="rId7"/>
    <p:sldId id="370" r:id="rId8"/>
    <p:sldId id="346" r:id="rId9"/>
    <p:sldId id="347" r:id="rId10"/>
    <p:sldId id="354" r:id="rId11"/>
    <p:sldId id="355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D126CB-7ADD-41DC-BEB8-C1EB793D8AC6}" v="4" dt="2025-10-22T03:41:26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213D5065-CE67-4765-9BDB-C6C7D26EE3E2}"/>
    <pc:docChg chg="undo custSel addSld delSld modSld modMainMaster">
      <pc:chgData name="嘉展 張" userId="56c0cc265fef7f12" providerId="LiveId" clId="{213D5065-CE67-4765-9BDB-C6C7D26EE3E2}" dt="2025-07-13T11:08:57.250" v="210" actId="5793"/>
      <pc:docMkLst>
        <pc:docMk/>
      </pc:docMkLst>
      <pc:sldChg chg="modSp mod">
        <pc:chgData name="嘉展 張" userId="56c0cc265fef7f12" providerId="LiveId" clId="{213D5065-CE67-4765-9BDB-C6C7D26EE3E2}" dt="2025-07-13T10:51:19.674" v="22" actId="20577"/>
        <pc:sldMkLst>
          <pc:docMk/>
          <pc:sldMk cId="1698366788" sldId="274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3752334464" sldId="345"/>
        </pc:sldMkLst>
      </pc:sldChg>
      <pc:sldChg chg="modSp mod">
        <pc:chgData name="嘉展 張" userId="56c0cc265fef7f12" providerId="LiveId" clId="{213D5065-CE67-4765-9BDB-C6C7D26EE3E2}" dt="2025-07-13T11:04:58.661" v="171" actId="15"/>
        <pc:sldMkLst>
          <pc:docMk/>
          <pc:sldMk cId="1115666099" sldId="346"/>
        </pc:sldMkLst>
      </pc:sldChg>
      <pc:sldChg chg="modSp mod">
        <pc:chgData name="嘉展 張" userId="56c0cc265fef7f12" providerId="LiveId" clId="{213D5065-CE67-4765-9BDB-C6C7D26EE3E2}" dt="2025-07-13T11:05:22.088" v="174"/>
        <pc:sldMkLst>
          <pc:docMk/>
          <pc:sldMk cId="3822570613" sldId="347"/>
        </pc:sldMkLst>
      </pc:sldChg>
      <pc:sldChg chg="modSp mod">
        <pc:chgData name="嘉展 張" userId="56c0cc265fef7f12" providerId="LiveId" clId="{213D5065-CE67-4765-9BDB-C6C7D26EE3E2}" dt="2025-07-13T11:03:30.555" v="155" actId="207"/>
        <pc:sldMkLst>
          <pc:docMk/>
          <pc:sldMk cId="732333138" sldId="351"/>
        </pc:sldMkLst>
      </pc:sldChg>
      <pc:sldChg chg="modSp mod">
        <pc:chgData name="嘉展 張" userId="56c0cc265fef7f12" providerId="LiveId" clId="{213D5065-CE67-4765-9BDB-C6C7D26EE3E2}" dt="2025-07-13T11:06:17.774" v="180" actId="207"/>
        <pc:sldMkLst>
          <pc:docMk/>
          <pc:sldMk cId="2503062332" sldId="354"/>
        </pc:sldMkLst>
      </pc:sldChg>
      <pc:sldChg chg="modSp mod">
        <pc:chgData name="嘉展 張" userId="56c0cc265fef7f12" providerId="LiveId" clId="{213D5065-CE67-4765-9BDB-C6C7D26EE3E2}" dt="2025-07-13T11:06:01.834" v="179"/>
        <pc:sldMkLst>
          <pc:docMk/>
          <pc:sldMk cId="2169278876" sldId="355"/>
        </pc:sldMkLst>
      </pc:sldChg>
      <pc:sldChg chg="delSp modSp mod">
        <pc:chgData name="嘉展 張" userId="56c0cc265fef7f12" providerId="LiveId" clId="{213D5065-CE67-4765-9BDB-C6C7D26EE3E2}" dt="2025-07-13T11:04:26.703" v="166"/>
        <pc:sldMkLst>
          <pc:docMk/>
          <pc:sldMk cId="4193172206" sldId="358"/>
        </pc:sldMkLst>
      </pc:sldChg>
      <pc:sldChg chg="modSp mod">
        <pc:chgData name="嘉展 張" userId="56c0cc265fef7f12" providerId="LiveId" clId="{213D5065-CE67-4765-9BDB-C6C7D26EE3E2}" dt="2025-07-13T11:00:14.015" v="60" actId="207"/>
        <pc:sldMkLst>
          <pc:docMk/>
          <pc:sldMk cId="3585428774" sldId="359"/>
        </pc:sldMkLst>
      </pc:sldChg>
      <pc:sldChg chg="modSp mod">
        <pc:chgData name="嘉展 張" userId="56c0cc265fef7f12" providerId="LiveId" clId="{213D5065-CE67-4765-9BDB-C6C7D26EE3E2}" dt="2025-07-13T11:00:07.921" v="59"/>
        <pc:sldMkLst>
          <pc:docMk/>
          <pc:sldMk cId="3330119125" sldId="366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1054572155" sldId="368"/>
        </pc:sldMkLst>
      </pc:sldChg>
      <pc:sldChg chg="add">
        <pc:chgData name="嘉展 張" userId="56c0cc265fef7f12" providerId="LiveId" clId="{213D5065-CE67-4765-9BDB-C6C7D26EE3E2}" dt="2025-07-13T11:03:27.459" v="154"/>
        <pc:sldMkLst>
          <pc:docMk/>
          <pc:sldMk cId="3880434486" sldId="369"/>
        </pc:sldMkLst>
      </pc:sldChg>
      <pc:sldChg chg="modSp add mod">
        <pc:chgData name="嘉展 張" userId="56c0cc265fef7f12" providerId="LiveId" clId="{213D5065-CE67-4765-9BDB-C6C7D26EE3E2}" dt="2025-07-13T11:04:43.531" v="169"/>
        <pc:sldMkLst>
          <pc:docMk/>
          <pc:sldMk cId="988387482" sldId="370"/>
        </pc:sldMkLst>
      </pc:sldChg>
      <pc:sldMasterChg chg="modSldLayout">
        <pc:chgData name="嘉展 張" userId="56c0cc265fef7f12" providerId="LiveId" clId="{213D5065-CE67-4765-9BDB-C6C7D26EE3E2}" dt="2025-07-13T10:51:41.973" v="33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213D5065-CE67-4765-9BDB-C6C7D26EE3E2}" dt="2025-07-13T10:51:41.973" v="33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05CCA72-7C77-42E4-A938-C7B1FABB1CDC}"/>
    <pc:docChg chg="undo custSel addSld delSld modSld modMainMaster">
      <pc:chgData name="嘉展 張" userId="56c0cc265fef7f12" providerId="LiveId" clId="{B05CCA72-7C77-42E4-A938-C7B1FABB1CDC}" dt="2025-07-14T15:28:19.700" v="305"/>
      <pc:docMkLst>
        <pc:docMk/>
      </pc:docMkLst>
      <pc:sldChg chg="modSp mod">
        <pc:chgData name="嘉展 張" userId="56c0cc265fef7f12" providerId="LiveId" clId="{B05CCA72-7C77-42E4-A938-C7B1FABB1CDC}" dt="2025-07-14T15:07:48.664" v="67"/>
        <pc:sldMkLst>
          <pc:docMk/>
          <pc:sldMk cId="1698366788" sldId="274"/>
        </pc:sldMkLst>
      </pc:sldChg>
      <pc:sldChg chg="modSp mod">
        <pc:chgData name="嘉展 張" userId="56c0cc265fef7f12" providerId="LiveId" clId="{B05CCA72-7C77-42E4-A938-C7B1FABB1CDC}" dt="2025-07-14T15:28:19.700" v="305"/>
        <pc:sldMkLst>
          <pc:docMk/>
          <pc:sldMk cId="3383698067" sldId="342"/>
        </pc:sldMkLst>
      </pc:sldChg>
      <pc:sldChg chg="modSp mod">
        <pc:chgData name="嘉展 張" userId="56c0cc265fef7f12" providerId="LiveId" clId="{B05CCA72-7C77-42E4-A938-C7B1FABB1CDC}" dt="2025-07-14T15:18:11.545" v="225" actId="207"/>
        <pc:sldMkLst>
          <pc:docMk/>
          <pc:sldMk cId="732333138" sldId="351"/>
        </pc:sldMkLst>
      </pc:sldChg>
      <pc:sldChg chg="modSp mod">
        <pc:chgData name="嘉展 張" userId="56c0cc265fef7f12" providerId="LiveId" clId="{B05CCA72-7C77-42E4-A938-C7B1FABB1CDC}" dt="2025-07-14T15:20:42.211" v="247" actId="15"/>
        <pc:sldMkLst>
          <pc:docMk/>
          <pc:sldMk cId="2503062332" sldId="354"/>
        </pc:sldMkLst>
      </pc:sldChg>
      <pc:sldChg chg="modSp mod">
        <pc:chgData name="嘉展 張" userId="56c0cc265fef7f12" providerId="LiveId" clId="{B05CCA72-7C77-42E4-A938-C7B1FABB1CDC}" dt="2025-07-14T15:21:37.278" v="253"/>
        <pc:sldMkLst>
          <pc:docMk/>
          <pc:sldMk cId="2169278876" sldId="355"/>
        </pc:sldMkLst>
      </pc:sldChg>
      <pc:sldChg chg="modSp mod">
        <pc:chgData name="嘉展 張" userId="56c0cc265fef7f12" providerId="LiveId" clId="{B05CCA72-7C77-42E4-A938-C7B1FABB1CDC}" dt="2025-07-14T15:18:53.771" v="230" actId="15"/>
        <pc:sldMkLst>
          <pc:docMk/>
          <pc:sldMk cId="4193172206" sldId="358"/>
        </pc:sldMkLst>
      </pc:sldChg>
      <pc:sldChg chg="modSp mod">
        <pc:chgData name="嘉展 張" userId="56c0cc265fef7f12" providerId="LiveId" clId="{B05CCA72-7C77-42E4-A938-C7B1FABB1CDC}" dt="2025-07-14T15:16:49.792" v="195" actId="207"/>
        <pc:sldMkLst>
          <pc:docMk/>
          <pc:sldMk cId="3585428774" sldId="359"/>
        </pc:sldMkLst>
      </pc:sldChg>
      <pc:sldChg chg="modSp mod">
        <pc:chgData name="嘉展 張" userId="56c0cc265fef7f12" providerId="LiveId" clId="{B05CCA72-7C77-42E4-A938-C7B1FABB1CDC}" dt="2025-07-14T15:19:32.952" v="238"/>
        <pc:sldMkLst>
          <pc:docMk/>
          <pc:sldMk cId="988387482" sldId="370"/>
        </pc:sldMkLst>
      </pc:sldChg>
      <pc:sldChg chg="del">
        <pc:chgData name="嘉展 張" userId="56c0cc265fef7f12" providerId="LiveId" clId="{B05CCA72-7C77-42E4-A938-C7B1FABB1CDC}" dt="2025-07-14T15:16:52.646" v="196" actId="47"/>
        <pc:sldMkLst>
          <pc:docMk/>
          <pc:sldMk cId="1553796753" sldId="373"/>
        </pc:sldMkLst>
      </pc:sldChg>
      <pc:sldChg chg="del">
        <pc:chgData name="嘉展 張" userId="56c0cc265fef7f12" providerId="LiveId" clId="{B05CCA72-7C77-42E4-A938-C7B1FABB1CDC}" dt="2025-07-14T15:18:22.184" v="226" actId="47"/>
        <pc:sldMkLst>
          <pc:docMk/>
          <pc:sldMk cId="1667836262" sldId="374"/>
        </pc:sldMkLst>
      </pc:sldChg>
      <pc:sldChg chg="add">
        <pc:chgData name="嘉展 張" userId="56c0cc265fef7f12" providerId="LiveId" clId="{B05CCA72-7C77-42E4-A938-C7B1FABB1CDC}" dt="2025-07-14T15:16:46.877" v="194"/>
        <pc:sldMkLst>
          <pc:docMk/>
          <pc:sldMk cId="2492772365" sldId="375"/>
        </pc:sldMkLst>
      </pc:sldChg>
      <pc:sldChg chg="add del">
        <pc:chgData name="嘉展 張" userId="56c0cc265fef7f12" providerId="LiveId" clId="{B05CCA72-7C77-42E4-A938-C7B1FABB1CDC}" dt="2025-07-14T15:18:26.364" v="228" actId="47"/>
        <pc:sldMkLst>
          <pc:docMk/>
          <pc:sldMk cId="4288933111" sldId="376"/>
        </pc:sldMkLst>
      </pc:sldChg>
      <pc:sldChg chg="add del">
        <pc:chgData name="嘉展 張" userId="56c0cc265fef7f12" providerId="LiveId" clId="{B05CCA72-7C77-42E4-A938-C7B1FABB1CDC}" dt="2025-07-14T15:21:00.386" v="249" actId="47"/>
        <pc:sldMkLst>
          <pc:docMk/>
          <pc:sldMk cId="3801024310" sldId="377"/>
        </pc:sldMkLst>
      </pc:sldChg>
    </pc:docChg>
  </pc:docChgLst>
  <pc:docChgLst>
    <pc:chgData name="嘉展 張" userId="56c0cc265fef7f12" providerId="LiveId" clId="{7C6C2923-82F6-4236-9CB5-3F8454DD2333}"/>
    <pc:docChg chg="undo redo custSel addSld delSld modSld modMainMaster">
      <pc:chgData name="嘉展 張" userId="56c0cc265fef7f12" providerId="LiveId" clId="{7C6C2923-82F6-4236-9CB5-3F8454DD2333}" dt="2025-07-13T22:45:04.241" v="254"/>
      <pc:docMkLst>
        <pc:docMk/>
      </pc:docMkLst>
      <pc:sldChg chg="addSp delSp modSp mod">
        <pc:chgData name="嘉展 張" userId="56c0cc265fef7f12" providerId="LiveId" clId="{7C6C2923-82F6-4236-9CB5-3F8454DD2333}" dt="2025-07-13T22:38:47.078" v="194" actId="207"/>
        <pc:sldMkLst>
          <pc:docMk/>
          <pc:sldMk cId="732333138" sldId="351"/>
        </pc:sldMkLst>
      </pc:sldChg>
      <pc:sldChg chg="modSp mod">
        <pc:chgData name="嘉展 張" userId="56c0cc265fef7f12" providerId="LiveId" clId="{7C6C2923-82F6-4236-9CB5-3F8454DD2333}" dt="2025-07-13T22:41:58.678" v="207" actId="15"/>
        <pc:sldMkLst>
          <pc:docMk/>
          <pc:sldMk cId="2503062332" sldId="354"/>
        </pc:sldMkLst>
      </pc:sldChg>
      <pc:sldChg chg="modSp mod">
        <pc:chgData name="嘉展 張" userId="56c0cc265fef7f12" providerId="LiveId" clId="{7C6C2923-82F6-4236-9CB5-3F8454DD2333}" dt="2025-07-13T22:42:24.359" v="210"/>
        <pc:sldMkLst>
          <pc:docMk/>
          <pc:sldMk cId="2169278876" sldId="355"/>
        </pc:sldMkLst>
      </pc:sldChg>
      <pc:sldChg chg="modSp mod">
        <pc:chgData name="嘉展 張" userId="56c0cc265fef7f12" providerId="LiveId" clId="{7C6C2923-82F6-4236-9CB5-3F8454DD2333}" dt="2025-07-13T22:39:24.136" v="196" actId="15"/>
        <pc:sldMkLst>
          <pc:docMk/>
          <pc:sldMk cId="4193172206" sldId="358"/>
        </pc:sldMkLst>
      </pc:sldChg>
      <pc:sldChg chg="modSp mod">
        <pc:chgData name="嘉展 張" userId="56c0cc265fef7f12" providerId="LiveId" clId="{7C6C2923-82F6-4236-9CB5-3F8454DD2333}" dt="2025-07-13T22:35:44.551" v="144" actId="207"/>
        <pc:sldMkLst>
          <pc:docMk/>
          <pc:sldMk cId="3585428774" sldId="359"/>
        </pc:sldMkLst>
      </pc:sldChg>
      <pc:sldChg chg="del">
        <pc:chgData name="嘉展 張" userId="56c0cc265fef7f12" providerId="LiveId" clId="{7C6C2923-82F6-4236-9CB5-3F8454DD2333}" dt="2025-07-13T22:35:41.671" v="143" actId="47"/>
        <pc:sldMkLst>
          <pc:docMk/>
          <pc:sldMk cId="3330119125" sldId="366"/>
        </pc:sldMkLst>
      </pc:sldChg>
      <pc:sldChg chg="del">
        <pc:chgData name="嘉展 張" userId="56c0cc265fef7f12" providerId="LiveId" clId="{7C6C2923-82F6-4236-9CB5-3F8454DD2333}" dt="2025-07-13T22:36:57.978" v="164" actId="47"/>
        <pc:sldMkLst>
          <pc:docMk/>
          <pc:sldMk cId="3880434486" sldId="369"/>
        </pc:sldMkLst>
      </pc:sldChg>
      <pc:sldChg chg="modSp mod">
        <pc:chgData name="嘉展 張" userId="56c0cc265fef7f12" providerId="LiveId" clId="{7C6C2923-82F6-4236-9CB5-3F8454DD2333}" dt="2025-07-13T22:39:47.736" v="200"/>
        <pc:sldMkLst>
          <pc:docMk/>
          <pc:sldMk cId="988387482" sldId="370"/>
        </pc:sldMkLst>
      </pc:sldChg>
      <pc:sldChg chg="add">
        <pc:chgData name="嘉展 張" userId="56c0cc265fef7f12" providerId="LiveId" clId="{7C6C2923-82F6-4236-9CB5-3F8454DD2333}" dt="2025-07-13T22:35:40.278" v="142"/>
        <pc:sldMkLst>
          <pc:docMk/>
          <pc:sldMk cId="3132866523" sldId="371"/>
        </pc:sldMkLst>
      </pc:sldChg>
      <pc:sldChg chg="add">
        <pc:chgData name="嘉展 張" userId="56c0cc265fef7f12" providerId="LiveId" clId="{7C6C2923-82F6-4236-9CB5-3F8454DD2333}" dt="2025-07-13T22:38:43.920" v="193"/>
        <pc:sldMkLst>
          <pc:docMk/>
          <pc:sldMk cId="620344238" sldId="372"/>
        </pc:sldMkLst>
      </pc:sldChg>
    </pc:docChg>
  </pc:docChgLst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9:18.575" v="183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4409F9D8-FA24-44EF-8020-254A52CDBD6B}" dt="2025-07-11T23:46:45.169" v="146" actId="6549"/>
        <pc:sldMkLst>
          <pc:docMk/>
          <pc:sldMk cId="345017411" sldId="343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</pc:docChg>
  </pc:docChgLst>
  <pc:docChgLst>
    <pc:chgData name="嘉展 張" userId="56c0cc265fef7f12" providerId="LiveId" clId="{6490EF86-C587-4E8A-87DA-6584A4DA6CA7}"/>
    <pc:docChg chg="undo custSel addSld delSld modSld sldOrd modMainMaster">
      <pc:chgData name="嘉展 張" userId="56c0cc265fef7f12" providerId="LiveId" clId="{6490EF86-C587-4E8A-87DA-6584A4DA6CA7}" dt="2025-07-14T13:36:50.715" v="284" actId="6549"/>
      <pc:docMkLst>
        <pc:docMk/>
      </pc:docMkLst>
      <pc:sldChg chg="addSp delSp modSp mod">
        <pc:chgData name="嘉展 張" userId="56c0cc265fef7f12" providerId="LiveId" clId="{6490EF86-C587-4E8A-87DA-6584A4DA6CA7}" dt="2025-07-14T13:27:07.447" v="237" actId="20577"/>
        <pc:sldMkLst>
          <pc:docMk/>
          <pc:sldMk cId="988387482" sldId="370"/>
        </pc:sldMkLst>
      </pc:sldChg>
      <pc:sldChg chg="del">
        <pc:chgData name="嘉展 張" userId="56c0cc265fef7f12" providerId="LiveId" clId="{6490EF86-C587-4E8A-87DA-6584A4DA6CA7}" dt="2025-07-14T13:02:56.930" v="83" actId="47"/>
        <pc:sldMkLst>
          <pc:docMk/>
          <pc:sldMk cId="3132866523" sldId="371"/>
        </pc:sldMkLst>
      </pc:sldChg>
      <pc:sldChg chg="del">
        <pc:chgData name="嘉展 張" userId="56c0cc265fef7f12" providerId="LiveId" clId="{6490EF86-C587-4E8A-87DA-6584A4DA6CA7}" dt="2025-07-14T13:15:19.272" v="226" actId="47"/>
        <pc:sldMkLst>
          <pc:docMk/>
          <pc:sldMk cId="620344238" sldId="372"/>
        </pc:sldMkLst>
      </pc:sldChg>
      <pc:sldChg chg="add">
        <pc:chgData name="嘉展 張" userId="56c0cc265fef7f12" providerId="LiveId" clId="{6490EF86-C587-4E8A-87DA-6584A4DA6CA7}" dt="2025-07-14T13:02:52.714" v="82"/>
        <pc:sldMkLst>
          <pc:docMk/>
          <pc:sldMk cId="1553796753" sldId="373"/>
        </pc:sldMkLst>
      </pc:sldChg>
      <pc:sldChg chg="add">
        <pc:chgData name="嘉展 張" userId="56c0cc265fef7f12" providerId="LiveId" clId="{6490EF86-C587-4E8A-87DA-6584A4DA6CA7}" dt="2025-07-14T13:15:17.021" v="225"/>
        <pc:sldMkLst>
          <pc:docMk/>
          <pc:sldMk cId="1667836262" sldId="374"/>
        </pc:sldMkLst>
      </pc:sldChg>
    </pc:docChg>
  </pc:docChgLst>
  <pc:docChgLst>
    <pc:chgData name="嘉展 張" userId="56c0cc265fef7f12" providerId="LiveId" clId="{99A38D3F-8FA2-455F-A9DE-4D8E9990F2D8}"/>
    <pc:docChg chg="modMainMaster">
      <pc:chgData name="嘉展 張" userId="56c0cc265fef7f12" providerId="LiveId" clId="{99A38D3F-8FA2-455F-A9DE-4D8E9990F2D8}" dt="2025-08-20T12:42:42.896" v="1"/>
      <pc:docMkLst>
        <pc:docMk/>
      </pc:docMkLst>
      <pc:sldMasterChg chg="modSldLayout">
        <pc:chgData name="嘉展 張" userId="56c0cc265fef7f12" providerId="LiveId" clId="{99A38D3F-8FA2-455F-A9DE-4D8E9990F2D8}" dt="2025-08-20T12:42:42.896" v="1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99A38D3F-8FA2-455F-A9DE-4D8E9990F2D8}" dt="2025-08-20T12:42:42.896" v="1"/>
          <pc:sldLayoutMkLst>
            <pc:docMk/>
            <pc:sldMasterMk cId="2733321511" sldId="2147483688"/>
            <pc:sldLayoutMk cId="810264706" sldId="2147483689"/>
          </pc:sldLayoutMkLst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9EFC1317-6306-48EB-9B4B-2FDE30204D08}"/>
    <pc:docChg chg="modSld">
      <pc:chgData name="嘉展 張" userId="56c0cc265fef7f12" providerId="LiveId" clId="{9EFC1317-6306-48EB-9B4B-2FDE30204D08}" dt="2025-10-22T03:41:29.822" v="5" actId="108"/>
      <pc:docMkLst>
        <pc:docMk/>
      </pc:docMkLst>
      <pc:sldChg chg="modSp mod">
        <pc:chgData name="嘉展 張" userId="56c0cc265fef7f12" providerId="LiveId" clId="{9EFC1317-6306-48EB-9B4B-2FDE30204D08}" dt="2025-10-22T03:41:29.822" v="5" actId="108"/>
        <pc:sldMkLst>
          <pc:docMk/>
          <pc:sldMk cId="2169278876" sldId="355"/>
        </pc:sldMkLst>
        <pc:spChg chg="mod">
          <ac:chgData name="嘉展 張" userId="56c0cc265fef7f12" providerId="LiveId" clId="{9EFC1317-6306-48EB-9B4B-2FDE30204D08}" dt="2025-10-22T03:41:29.822" v="5" actId="108"/>
          <ac:spMkLst>
            <pc:docMk/>
            <pc:sldMk cId="2169278876" sldId="355"/>
            <ac:spMk id="4" creationId="{1A6F6398-4125-3D01-B3FA-C72FE3AE26BE}"/>
          </ac:spMkLst>
        </pc:spChg>
      </pc:sldChg>
      <pc:sldChg chg="modSp mod">
        <pc:chgData name="嘉展 張" userId="56c0cc265fef7f12" providerId="LiveId" clId="{9EFC1317-6306-48EB-9B4B-2FDE30204D08}" dt="2025-10-22T03:41:06.984" v="1" actId="207"/>
        <pc:sldMkLst>
          <pc:docMk/>
          <pc:sldMk cId="4193172206" sldId="358"/>
        </pc:sldMkLst>
        <pc:spChg chg="mod">
          <ac:chgData name="嘉展 張" userId="56c0cc265fef7f12" providerId="LiveId" clId="{9EFC1317-6306-48EB-9B4B-2FDE30204D08}" dt="2025-10-22T03:41:06.984" v="1" actId="207"/>
          <ac:spMkLst>
            <pc:docMk/>
            <pc:sldMk cId="4193172206" sldId="358"/>
            <ac:spMk id="3" creationId="{CE42E57B-1BE0-21FA-52A0-3589001410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16CA-870F-4ACF-1F51-47ED9CD4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C42929-7443-D7D8-BBAA-ED91915C5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FD30CA-9BCA-487F-E75C-0123C4EC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05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6393-60A4-28EE-EB09-34B18F21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2848B9-40D5-59F3-E8C5-BC5FCFE28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3D510D-FDB3-B4FC-4FCA-2A792D165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2737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D0572-0B5F-973E-1A61-B8CD4681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D062B6-8C72-44F2-8D35-2B35661E8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7B14DB-BD12-A1DD-9A0C-FEFCB000A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6764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D6FF-0C0D-83F3-612A-BBDD094E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CD3CD-9121-CCD1-AFFD-FDC8BEC79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A8C1D2-90A8-9103-56B9-E33BF3DB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62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</a:t>
            </a:r>
            <a:r>
              <a:rPr lang="ja-JP" altLang="en-US" sz="4200" b="0" i="0" u="none" strike="noStrike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・中級</a:t>
            </a:r>
            <a:endParaRPr lang="ja-JP" altLang="en-US" sz="1400" b="0" i="0" u="none" strike="noStrike" cap="non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5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3071004" y="355598"/>
            <a:ext cx="79619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おめでとう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第十五課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も～し、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…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し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～において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～わけだ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～に関して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てからでないと、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さえ～ば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～べきではない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や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といった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C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それほど～か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～に決まっている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5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おめでとう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十五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415E-E700-A6AF-2D92-69D0CA50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469E-80FB-6066-BBDC-2B5FD43DC006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（　お金もないし、時間もないし　／　お金がなかれば、時間がなければ　）、今日はどこへも行けない。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その問題は、国際会議（　において　／　してからでないと　）議論された。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一人</a:t>
            </a:r>
            <a:r>
              <a:rPr lang="en-US" altLang="ja-JP" sz="4800" dirty="0"/>
              <a:t>100</a:t>
            </a:r>
            <a:r>
              <a:rPr lang="ja-JP" altLang="en-US" sz="4800" dirty="0"/>
              <a:t>円払えば、</a:t>
            </a:r>
            <a:r>
              <a:rPr lang="en-US" altLang="ja-JP" sz="4800" dirty="0"/>
              <a:t>10</a:t>
            </a:r>
            <a:r>
              <a:rPr lang="ja-JP" altLang="en-US" sz="4800" dirty="0"/>
              <a:t>人で</a:t>
            </a:r>
            <a:r>
              <a:rPr lang="en-US" altLang="ja-JP" sz="4800" dirty="0"/>
              <a:t>1000</a:t>
            </a:r>
            <a:r>
              <a:rPr lang="ja-JP" altLang="en-US" sz="4800" dirty="0"/>
              <a:t>円になる（　さえ　／　わけだ　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環境問題（　に決まっている　／　に関して　）の意識が高まってきている。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宿題を（　するわけではない　／　してからでないと　）、ゲームしてはいけませんよ。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B8A50F-B7E4-85B6-1380-E9C5E4DFAB6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542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6F2D-BFC6-35D8-9A21-23A8E23C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18FB5245-BA22-65D8-DD1D-6FF305FB9755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（　</a:t>
            </a:r>
            <a:r>
              <a:rPr lang="ja-JP" altLang="en-US" sz="4800" dirty="0">
                <a:solidFill>
                  <a:srgbClr val="1C85C9"/>
                </a:solidFill>
              </a:rPr>
              <a:t>お金もないし、時間もないし　</a:t>
            </a:r>
            <a:r>
              <a:rPr lang="ja-JP" altLang="en-US" sz="4800" dirty="0"/>
              <a:t>／　お金がなかれば、時間がなければ　）、今日はどこへも行けない。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その問題は、国際会議（　</a:t>
            </a:r>
            <a:r>
              <a:rPr lang="ja-JP" altLang="en-US" sz="4800" dirty="0">
                <a:solidFill>
                  <a:srgbClr val="1C85C9"/>
                </a:solidFill>
              </a:rPr>
              <a:t>において　</a:t>
            </a:r>
            <a:r>
              <a:rPr lang="ja-JP" altLang="en-US" sz="4800" dirty="0"/>
              <a:t>／　してからでないと　）議論された。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一人</a:t>
            </a:r>
            <a:r>
              <a:rPr lang="en-US" altLang="ja-JP" sz="4800" dirty="0"/>
              <a:t>100</a:t>
            </a:r>
            <a:r>
              <a:rPr lang="ja-JP" altLang="en-US" sz="4800" dirty="0"/>
              <a:t>円払えば、</a:t>
            </a:r>
            <a:r>
              <a:rPr lang="en-US" altLang="ja-JP" sz="4800" dirty="0"/>
              <a:t>10</a:t>
            </a:r>
            <a:r>
              <a:rPr lang="ja-JP" altLang="en-US" sz="4800" dirty="0"/>
              <a:t>人で</a:t>
            </a:r>
            <a:r>
              <a:rPr lang="en-US" altLang="ja-JP" sz="4800" dirty="0"/>
              <a:t>1000</a:t>
            </a:r>
            <a:r>
              <a:rPr lang="ja-JP" altLang="en-US" sz="4800" dirty="0"/>
              <a:t>円になる（　さえ　／　</a:t>
            </a:r>
            <a:r>
              <a:rPr lang="ja-JP" altLang="en-US" sz="4800" dirty="0">
                <a:solidFill>
                  <a:srgbClr val="1C85C9"/>
                </a:solidFill>
              </a:rPr>
              <a:t>わけだ　</a:t>
            </a:r>
            <a:r>
              <a:rPr lang="ja-JP" altLang="en-US" sz="4800" dirty="0"/>
              <a:t>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環境問題（　に決まっている　／　</a:t>
            </a:r>
            <a:r>
              <a:rPr lang="ja-JP" altLang="en-US" sz="4800" dirty="0">
                <a:solidFill>
                  <a:srgbClr val="1C85C9"/>
                </a:solidFill>
              </a:rPr>
              <a:t>に関して　</a:t>
            </a:r>
            <a:r>
              <a:rPr lang="ja-JP" altLang="en-US" sz="4800" dirty="0"/>
              <a:t>）の意識が高まってきている。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宿題を（　するわけではない　／　</a:t>
            </a:r>
            <a:r>
              <a:rPr lang="ja-JP" altLang="en-US" sz="4800" dirty="0">
                <a:solidFill>
                  <a:srgbClr val="1C85C9"/>
                </a:solidFill>
              </a:rPr>
              <a:t>してからでないと　</a:t>
            </a:r>
            <a:r>
              <a:rPr lang="ja-JP" altLang="en-US" sz="4800" dirty="0"/>
              <a:t>）、ゲームしてはいけませんよ。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27DFEA1-0916-477B-AC95-B0EFFE5761F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2772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説明書（　さえ読めば　／　に決まっている　）、誰でも簡単に組み立てられるよ。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先生に連絡もせずに欠席するのは、やる（　べきではない　／　に関して　）ことです。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日本には、寿司や天ぷら（　といった　／　わけだ　）伝統料理が多い。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あの子は大した練習もしないのに優勝？（　それほど強いのか　／　に関して）信じられない。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あんな話、ウソ（　において　／　に決まっている　）よ！信じちゃダメ！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DD2A-2FF9-CD70-F264-E9E3B0C7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C719680-D076-7ADD-809F-69E905B776D7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説明書（　</a:t>
            </a:r>
            <a:r>
              <a:rPr lang="ja-JP" altLang="en-US" sz="4800" dirty="0">
                <a:solidFill>
                  <a:srgbClr val="1C85C9"/>
                </a:solidFill>
              </a:rPr>
              <a:t>さえ読めば　</a:t>
            </a:r>
            <a:r>
              <a:rPr lang="ja-JP" altLang="en-US" sz="4800" dirty="0"/>
              <a:t>／　に決まっている　）、誰でも簡単に組み立てられるよ。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先生に連絡もせずに欠席するのは、やる（　</a:t>
            </a:r>
            <a:r>
              <a:rPr lang="ja-JP" altLang="en-US" sz="4800" dirty="0">
                <a:solidFill>
                  <a:srgbClr val="1C85C9"/>
                </a:solidFill>
              </a:rPr>
              <a:t>べきではない　</a:t>
            </a:r>
            <a:r>
              <a:rPr lang="ja-JP" altLang="en-US" sz="4800" dirty="0"/>
              <a:t>／　に関して　）ことです。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日本には、寿司や天ぷら（</a:t>
            </a:r>
            <a:r>
              <a:rPr lang="ja-JP" altLang="en-US" sz="4800" dirty="0">
                <a:solidFill>
                  <a:srgbClr val="1C85C9"/>
                </a:solidFill>
              </a:rPr>
              <a:t>　といった　</a:t>
            </a:r>
            <a:r>
              <a:rPr lang="ja-JP" altLang="en-US" sz="4800" dirty="0"/>
              <a:t>／　わけだ　）伝統料理が多い。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あの子は大した練習もしないのに優勝？（　</a:t>
            </a:r>
            <a:r>
              <a:rPr lang="ja-JP" altLang="en-US" sz="4800" dirty="0">
                <a:solidFill>
                  <a:srgbClr val="1C85C9"/>
                </a:solidFill>
              </a:rPr>
              <a:t>それほど強いのか　</a:t>
            </a:r>
            <a:r>
              <a:rPr lang="ja-JP" altLang="en-US" sz="4800" dirty="0"/>
              <a:t>／　に関して）信じられない。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あんな話、ウソ（　において　／　</a:t>
            </a:r>
            <a:r>
              <a:rPr lang="ja-JP" altLang="en-US" sz="4800" dirty="0">
                <a:solidFill>
                  <a:srgbClr val="1C85C9"/>
                </a:solidFill>
              </a:rPr>
              <a:t>に決まっている　</a:t>
            </a:r>
            <a:r>
              <a:rPr lang="ja-JP" altLang="en-US" sz="4800" dirty="0"/>
              <a:t>）よ！信じちゃダメ！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72D0116-2384-72E3-030A-198B6EE0ECD0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893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岩崎さんがまだ病院に行こうとしなかった理由は何ですか。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入院の準備ができていなかったから。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夫が帰ってこなかったから。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</a:t>
            </a:r>
            <a:r>
              <a:rPr lang="ja-JP" altLang="en-US" sz="4800" dirty="0"/>
              <a:t>出産予定日ではなかったから。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</a:t>
            </a:r>
            <a:r>
              <a:rPr lang="ja-JP" altLang="en-US" sz="4800" dirty="0"/>
              <a:t>陣痛の間隔が短くなっていなかったから。</a:t>
            </a:r>
          </a:p>
          <a:p>
            <a:pPr lvl="1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C848-C4FF-C663-1960-44D81210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CECA8034-B576-4204-2C35-84CD997CE0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124F1D-B54A-90F3-D111-E1068E5A8F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岩崎さんがまだ病院に行こうとしなかった理由は何ですか。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入院の準備ができていなかったから。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夫が帰ってこなかったから。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</a:t>
            </a:r>
            <a:r>
              <a:rPr lang="ja-JP" altLang="en-US" sz="4800" dirty="0"/>
              <a:t>出産予定日ではなかったから。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D.</a:t>
            </a:r>
            <a:r>
              <a:rPr lang="ja-JP" altLang="en-US" sz="4800" dirty="0">
                <a:solidFill>
                  <a:srgbClr val="1C85C9"/>
                </a:solidFill>
              </a:rPr>
              <a:t>陣痛の間隔が短くなっていなかったから。</a:t>
            </a:r>
          </a:p>
          <a:p>
            <a:pPr lvl="1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B468D5B-C622-19A6-349D-0303C5697A79}"/>
              </a:ext>
            </a:extLst>
          </p:cNvPr>
          <p:cNvSpPr txBox="1"/>
          <p:nvPr/>
        </p:nvSpPr>
        <p:spPr>
          <a:xfrm>
            <a:off x="1043652" y="9299514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本文に「痛くなる間隔がもっと短くなってからでないと行けない」とある。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98838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筆者が果たそうとした「役割」は何ですか。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岩崎さんの母親の代わり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医者の代わり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岩崎さんの夫の代わり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看護師の代わり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筆者が果たそうとした「役割」は何ですか。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岩崎さんの母親の代わり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医者の代わり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岩崎さんの夫の代わり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看護師の代わり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本文に「ご主人の代わりという役割を果たそうと」と書かれている。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この話の最後で筆者はどう感じましたか。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出産は意外と楽なものだと思った。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自分も母親になりたいと思った。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初めての嬉し泣きを経験した。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病院の対応に感動した。</a:t>
            </a:r>
          </a:p>
          <a:p>
            <a:pPr lvl="3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2FE2F65-EE2C-3DE9-04DF-3E842575B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この話の最後で筆者はどう感じましたか。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出産は意外と楽なものだと思った。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自分も母親になりたいと思った。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初めての嬉し泣きを経験した。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病院の対応に感動した。</a:t>
            </a:r>
          </a:p>
          <a:p>
            <a:pPr lvl="3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最後に「初めての嬉し泣きだった」と明記されている。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3001719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在這家公司裡，手機使用是被禁止的。（～において）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只要有你在我身邊，我就覺得安心。（さえ～ば）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不應該在公開場合大聲責罵別人。（～べきではない）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醫生來之前不能讓病人離開。（～てからでないと、～ない）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在這家公司裡，手機使用是被禁止的。（～において）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この会社においては、携帯電話の使用は禁止されています。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只要有你在我身邊，我就覺得安心。（さえ～ば）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あなたさえいれば、私は安心できます。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不應該在公開場合大聲責罵別人。（～べきではない）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人前で大声で叱るべきではありません。。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醫生來之前不能讓病人離開。（～てからでないと、～ない）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医者が来てからでないと、患者を帰らせることはできません。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1201</TotalTime>
  <Words>1042</Words>
  <Application>Microsoft Office PowerPoint</Application>
  <PresentationFormat>ユーザー設定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Microsoft Yahei</vt:lpstr>
      <vt:lpstr>Microsoft JhengHei</vt:lpstr>
      <vt:lpstr>Arial</vt:lpstr>
      <vt:lpstr>Microsoft JhengHei Light</vt:lpstr>
      <vt:lpstr>SimSun</vt:lpstr>
      <vt:lpstr>Gen Jyuu GothicL Bold</vt:lpstr>
      <vt:lpstr>Wingdings 2</vt:lpstr>
      <vt:lpstr>BIZ UDGothic</vt:lpstr>
      <vt:lpstr>Calibri</vt:lpstr>
      <vt:lpstr>HGPSoeiKakugothicUB</vt:lpstr>
      <vt:lpstr>BIZ UDPGothic</vt:lpstr>
      <vt:lpstr>Calibri Light</vt:lpstr>
      <vt:lpstr>Gen Jyuu Gothic Bold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2025-10-22T03:41:30Z</dcterms:modified>
</cp:coreProperties>
</file>