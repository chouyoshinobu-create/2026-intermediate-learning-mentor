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16"/>
  </p:notesMasterIdLst>
  <p:handoutMasterIdLst>
    <p:handoutMasterId r:id="rId17"/>
  </p:handoutMasterIdLst>
  <p:sldIdLst>
    <p:sldId id="274" r:id="rId2"/>
    <p:sldId id="335" r:id="rId3"/>
    <p:sldId id="337" r:id="rId4"/>
    <p:sldId id="336" r:id="rId5"/>
    <p:sldId id="338" r:id="rId6"/>
    <p:sldId id="328" r:id="rId7"/>
    <p:sldId id="339" r:id="rId8"/>
    <p:sldId id="330" r:id="rId9"/>
    <p:sldId id="340" r:id="rId10"/>
    <p:sldId id="329" r:id="rId11"/>
    <p:sldId id="341" r:id="rId12"/>
    <p:sldId id="342" r:id="rId13"/>
    <p:sldId id="343" r:id="rId14"/>
    <p:sldId id="264" r:id="rId15"/>
  </p:sldIdLst>
  <p:sldSz cx="24384000" cy="13716000"/>
  <p:notesSz cx="6858000" cy="9144000"/>
  <p:embeddedFontLst>
    <p:embeddedFont>
      <p:font typeface="BIZ UDPGothic" panose="020B0400000000000000" pitchFamily="50" charset="-128"/>
      <p:regular r:id="rId18"/>
      <p:bold r:id="rId19"/>
    </p:embeddedFont>
    <p:embeddedFont>
      <p:font typeface="BIZ UDGothic" panose="020B0400000000000000" pitchFamily="49" charset="-128"/>
      <p:regular r:id="rId20"/>
      <p:bold r:id="rId21"/>
    </p:embeddedFont>
    <p:embeddedFont>
      <p:font typeface="Gen Jyuu GothicL Bold" panose="020B0600070205080204" charset="-128"/>
      <p:bold r:id="rId22"/>
    </p:embeddedFont>
    <p:embeddedFont>
      <p:font typeface="HGPSoeiKakugothicUB" panose="020B0900000000000000" pitchFamily="50" charset="-128"/>
      <p:regular r:id="rId23"/>
    </p:embeddedFont>
    <p:embeddedFont>
      <p:font typeface="Gen Jyuu Gothic Bold" panose="020B0602020203020207" pitchFamily="50" charset="-128"/>
      <p:bold r:id="rId24"/>
    </p:embeddedFont>
    <p:embeddedFont>
      <p:font typeface="Microsoft JhengHei" panose="020B0604030504040204" pitchFamily="34" charset="-120"/>
      <p:regular r:id="rId25"/>
      <p:bold r:id="rId26"/>
    </p:embeddedFont>
    <p:embeddedFont>
      <p:font typeface="Microsoft JhengHei Light" panose="020B0304030504040204" pitchFamily="34" charset="-120"/>
      <p:regular r:id="rId27"/>
    </p:embeddedFont>
    <p:embeddedFont>
      <p:font typeface="Microsoft Yahei" panose="020B0503020204020204" pitchFamily="34" charset="-122"/>
      <p:regular r:id="rId28"/>
      <p:bold r:id="rId29"/>
    </p:embeddedFont>
    <p:embeddedFont>
      <p:font typeface="Wingdings 2" panose="05020102010507070707" pitchFamily="18" charset="2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31" roundtripDataSignature="AMtx7mgWneN2Aa4XZ32EnoSuaD2gv1sk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85C9"/>
    <a:srgbClr val="2289CB"/>
    <a:srgbClr val="288CCC"/>
    <a:srgbClr val="E46D4B"/>
    <a:srgbClr val="F2F2F2"/>
    <a:srgbClr val="3B3838"/>
    <a:srgbClr val="EF8759"/>
    <a:srgbClr val="000000"/>
    <a:srgbClr val="7F7F7F"/>
    <a:srgbClr val="D8D0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B9B0B0-ACB5-4C70-AB34-70EB0BA14864}" v="1" dt="2025-08-20T12:38:14.4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55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嘉展 張" userId="56c0cc265fef7f12" providerId="LiveId" clId="{F5B9B0B0-ACB5-4C70-AB34-70EB0BA14864}"/>
    <pc:docChg chg="undo custSel modMainMaster">
      <pc:chgData name="嘉展 張" userId="56c0cc265fef7f12" providerId="LiveId" clId="{F5B9B0B0-ACB5-4C70-AB34-70EB0BA14864}" dt="2025-08-20T12:38:19.711" v="22" actId="108"/>
      <pc:docMkLst>
        <pc:docMk/>
      </pc:docMkLst>
      <pc:sldMasterChg chg="modSldLayout">
        <pc:chgData name="嘉展 張" userId="56c0cc265fef7f12" providerId="LiveId" clId="{F5B9B0B0-ACB5-4C70-AB34-70EB0BA14864}" dt="2025-08-20T12:38:19.711" v="22" actId="108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F5B9B0B0-ACB5-4C70-AB34-70EB0BA14864}" dt="2025-08-20T12:38:19.711" v="22" actId="108"/>
          <pc:sldLayoutMkLst>
            <pc:docMk/>
            <pc:sldMasterMk cId="2733321511" sldId="2147483688"/>
            <pc:sldLayoutMk cId="810264706" sldId="2147483689"/>
          </pc:sldLayoutMkLst>
          <pc:spChg chg="mod">
            <ac:chgData name="嘉展 張" userId="56c0cc265fef7f12" providerId="LiveId" clId="{F5B9B0B0-ACB5-4C70-AB34-70EB0BA14864}" dt="2025-08-20T12:38:19.711" v="22" actId="108"/>
            <ac:spMkLst>
              <pc:docMk/>
              <pc:sldMasterMk cId="2733321511" sldId="2147483688"/>
              <pc:sldLayoutMk cId="810264706" sldId="2147483689"/>
              <ac:spMk id="19" creationId="{3F54C1E6-3D7F-502D-6C15-E0DC042557B2}"/>
            </ac:spMkLst>
          </pc:spChg>
        </pc:sldLayoutChg>
      </pc:sldMasterChg>
    </pc:docChg>
  </pc:docChgLst>
  <pc:docChgLst>
    <pc:chgData name="嘉展 張" userId="56c0cc265fef7f12" providerId="LiveId" clId="{FC3B12ED-B978-4741-8F4E-ACC995148FC2}"/>
    <pc:docChg chg="undo custSel modSld">
      <pc:chgData name="嘉展 張" userId="56c0cc265fef7f12" providerId="LiveId" clId="{FC3B12ED-B978-4741-8F4E-ACC995148FC2}" dt="2025-07-07T11:56:55.066" v="102" actId="20577"/>
      <pc:docMkLst>
        <pc:docMk/>
      </pc:docMkLst>
      <pc:sldChg chg="addSp delSp modSp mod">
        <pc:chgData name="嘉展 張" userId="56c0cc265fef7f12" providerId="LiveId" clId="{FC3B12ED-B978-4741-8F4E-ACC995148FC2}" dt="2025-07-07T04:20:44.928" v="23" actId="207"/>
        <pc:sldMkLst>
          <pc:docMk/>
          <pc:sldMk cId="0" sldId="264"/>
        </pc:sldMkLst>
      </pc:sldChg>
      <pc:sldChg chg="modSp mod">
        <pc:chgData name="嘉展 張" userId="56c0cc265fef7f12" providerId="LiveId" clId="{FC3B12ED-B978-4741-8F4E-ACC995148FC2}" dt="2025-07-07T06:58:41.802" v="61" actId="20577"/>
        <pc:sldMkLst>
          <pc:docMk/>
          <pc:sldMk cId="1698366788" sldId="274"/>
        </pc:sldMkLst>
      </pc:sldChg>
      <pc:sldChg chg="modSp mod">
        <pc:chgData name="嘉展 張" userId="56c0cc265fef7f12" providerId="LiveId" clId="{FC3B12ED-B978-4741-8F4E-ACC995148FC2}" dt="2025-07-07T04:19:17.917" v="6" actId="207"/>
        <pc:sldMkLst>
          <pc:docMk/>
          <pc:sldMk cId="516855969" sldId="328"/>
        </pc:sldMkLst>
      </pc:sldChg>
      <pc:sldChg chg="modSp mod">
        <pc:chgData name="嘉展 張" userId="56c0cc265fef7f12" providerId="LiveId" clId="{FC3B12ED-B978-4741-8F4E-ACC995148FC2}" dt="2025-07-07T04:19:30.362" v="10" actId="207"/>
        <pc:sldMkLst>
          <pc:docMk/>
          <pc:sldMk cId="1848417769" sldId="329"/>
        </pc:sldMkLst>
      </pc:sldChg>
      <pc:sldChg chg="modSp mod">
        <pc:chgData name="嘉展 張" userId="56c0cc265fef7f12" providerId="LiveId" clId="{FC3B12ED-B978-4741-8F4E-ACC995148FC2}" dt="2025-07-07T04:19:24.576" v="8" actId="207"/>
        <pc:sldMkLst>
          <pc:docMk/>
          <pc:sldMk cId="725604826" sldId="330"/>
        </pc:sldMkLst>
      </pc:sldChg>
      <pc:sldChg chg="modSp mod">
        <pc:chgData name="嘉展 張" userId="56c0cc265fef7f12" providerId="LiveId" clId="{FC3B12ED-B978-4741-8F4E-ACC995148FC2}" dt="2025-07-07T04:18:57.079" v="0" actId="207"/>
        <pc:sldMkLst>
          <pc:docMk/>
          <pc:sldMk cId="1652940647" sldId="335"/>
        </pc:sldMkLst>
      </pc:sldChg>
      <pc:sldChg chg="modSp mod">
        <pc:chgData name="嘉展 張" userId="56c0cc265fef7f12" providerId="LiveId" clId="{FC3B12ED-B978-4741-8F4E-ACC995148FC2}" dt="2025-07-07T04:19:06.457" v="2" actId="207"/>
        <pc:sldMkLst>
          <pc:docMk/>
          <pc:sldMk cId="3676040206" sldId="336"/>
        </pc:sldMkLst>
      </pc:sldChg>
      <pc:sldChg chg="modSp mod">
        <pc:chgData name="嘉展 張" userId="56c0cc265fef7f12" providerId="LiveId" clId="{FC3B12ED-B978-4741-8F4E-ACC995148FC2}" dt="2025-07-07T04:22:08.380" v="43" actId="207"/>
        <pc:sldMkLst>
          <pc:docMk/>
          <pc:sldMk cId="2128628793" sldId="337"/>
        </pc:sldMkLst>
      </pc:sldChg>
      <pc:sldChg chg="modSp mod">
        <pc:chgData name="嘉展 張" userId="56c0cc265fef7f12" providerId="LiveId" clId="{FC3B12ED-B978-4741-8F4E-ACC995148FC2}" dt="2025-07-07T04:21:51.077" v="38" actId="207"/>
        <pc:sldMkLst>
          <pc:docMk/>
          <pc:sldMk cId="4036497139" sldId="338"/>
        </pc:sldMkLst>
      </pc:sldChg>
      <pc:sldChg chg="modSp mod">
        <pc:chgData name="嘉展 張" userId="56c0cc265fef7f12" providerId="LiveId" clId="{FC3B12ED-B978-4741-8F4E-ACC995148FC2}" dt="2025-07-07T04:21:32.640" v="32" actId="207"/>
        <pc:sldMkLst>
          <pc:docMk/>
          <pc:sldMk cId="2939669483" sldId="339"/>
        </pc:sldMkLst>
      </pc:sldChg>
      <pc:sldChg chg="modSp mod">
        <pc:chgData name="嘉展 張" userId="56c0cc265fef7f12" providerId="LiveId" clId="{FC3B12ED-B978-4741-8F4E-ACC995148FC2}" dt="2025-07-07T04:21:07.627" v="27" actId="207"/>
        <pc:sldMkLst>
          <pc:docMk/>
          <pc:sldMk cId="1195771477" sldId="340"/>
        </pc:sldMkLst>
      </pc:sldChg>
      <pc:sldChg chg="modSp mod">
        <pc:chgData name="嘉展 張" userId="56c0cc265fef7f12" providerId="LiveId" clId="{FC3B12ED-B978-4741-8F4E-ACC995148FC2}" dt="2025-07-07T04:21:24.340" v="30" actId="207"/>
        <pc:sldMkLst>
          <pc:docMk/>
          <pc:sldMk cId="3653896156" sldId="341"/>
        </pc:sldMkLst>
      </pc:sldChg>
      <pc:sldChg chg="modSp mod">
        <pc:chgData name="嘉展 張" userId="56c0cc265fef7f12" providerId="LiveId" clId="{FC3B12ED-B978-4741-8F4E-ACC995148FC2}" dt="2025-07-07T11:56:16.894" v="79" actId="20577"/>
        <pc:sldMkLst>
          <pc:docMk/>
          <pc:sldMk cId="3383698067" sldId="342"/>
        </pc:sldMkLst>
      </pc:sldChg>
      <pc:sldChg chg="modSp mod">
        <pc:chgData name="嘉展 張" userId="56c0cc265fef7f12" providerId="LiveId" clId="{FC3B12ED-B978-4741-8F4E-ACC995148FC2}" dt="2025-07-07T11:56:55.066" v="102" actId="20577"/>
        <pc:sldMkLst>
          <pc:docMk/>
          <pc:sldMk cId="345017411" sldId="34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08BF25A6-087F-D6D2-267D-B40DBA7EE1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A0814FC-58BC-3550-CD96-55E744A2254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02A62F-168C-441A-BD3A-3CBD0D8996EF}" type="datetimeFigureOut">
              <a:rPr lang="zh-TW" altLang="en-US" smtClean="0"/>
              <a:t>2025/8/20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9AE01F6-5383-DDC4-7D41-985AFCC1FB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4AF33B8-A6BA-F9CB-9D1A-F0E8411475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976BC-45D2-4837-B745-B3BC93427B1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4510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BIZ UDGothic" panose="020B0400000000000000" pitchFamily="33" charset="-128"/>
        <a:ea typeface="BIZ UDGothic" panose="020B0400000000000000" pitchFamily="33" charset="-128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84972-CFB7-106B-7451-91573232A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6F8FD00-AEC8-4AD1-3591-69A9B506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EBACD59-E2F1-EA33-4090-0B4101A21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75667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97248-C301-11F6-90B9-1136C86D9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A13C845-10B2-13AE-87DB-0178B8D34F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40221E6-9797-7860-05D4-959A9B888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252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F4579-EC49-74F7-731C-CF35115D7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56E8282-F896-AF4E-2FE7-D71647B80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00342D6-751C-5997-C484-428A8A459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40578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E4D04-7B58-616A-A1BD-312733BA0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3BEF279-1ED4-52F9-975A-A3295E9620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A2F912A-6B87-2137-B4E1-8ABC5FB9C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13359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93AFA-50C9-AF72-D66C-23F38297B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A3DB228-14A9-DFE1-B221-C17D35B900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A0DADDF-B9CF-61E7-07C3-B19DBE62F0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9026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319E8-4AFD-9CAE-64C6-41917FBD3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3FA3937-DC62-7F0F-80DB-5195ABD787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549C6FF-B068-D927-B854-8ED492861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813928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473D5-0718-1E76-69D1-B8826C62B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9EB1758-7D92-8CE1-DF6C-073C26358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FF596FF-0AA1-0DBA-252F-FD6FE4E1E2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543922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52BA8-9C96-4A9F-C77D-099C00430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BE4079D-B6FF-A6C6-E497-77B2ECB2AA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E7461D0-3DA9-CD95-97BC-6483EF4E3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186690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50704-F098-2C4F-9E84-59EEA4293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21F4ECA-AC26-1D85-AD89-5B679DCA38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5555973-0EB3-8439-4336-C44DFDE015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83073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6A5EF-7DB5-9AF4-D88D-968644C8A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F5138C7-962E-78F4-8A7E-1786C47495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48B7C75-DC6D-F811-3DED-922A4E2B9F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040087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9F13D-1ED7-DF52-F6AD-DA3481E6A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17BBF0B-7D7D-D6A0-63D5-6153918B7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5CD1C0-0BA9-E1F1-B6A8-BEA3D120E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243089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BE18B-9284-4C34-1C60-E918802CD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E8BB489-F93C-819E-5985-79CFC6810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2245CC0-BD14-DF5C-7A17-EFCD00FFE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68629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  <p:sp>
        <p:nvSpPr>
          <p:cNvPr id="301" name="Google Shape;30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4893-DBDA-4BFA-9CE1-4BFE7CD0F8CF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7" name="Google Shape;173;p15">
            <a:extLst>
              <a:ext uri="{FF2B5EF4-FFF2-40B4-BE49-F238E27FC236}">
                <a16:creationId xmlns:a16="http://schemas.microsoft.com/office/drawing/2014/main" id="{1EA53AEF-F2B1-0F4B-39E7-2C1000323C5C}"/>
              </a:ext>
            </a:extLst>
          </p:cNvPr>
          <p:cNvSpPr/>
          <p:nvPr userDrawn="1"/>
        </p:nvSpPr>
        <p:spPr>
          <a:xfrm>
            <a:off x="-1" y="12529696"/>
            <a:ext cx="24384001" cy="1188793"/>
          </a:xfrm>
          <a:prstGeom prst="rect">
            <a:avLst/>
          </a:prstGeom>
          <a:solidFill>
            <a:srgbClr val="288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endParaRPr sz="3600" b="0" i="0" u="none" strike="noStrike" cap="none" dirty="0">
              <a:solidFill>
                <a:srgbClr val="000000"/>
              </a:solidFill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  <a:sym typeface="Calibri"/>
            </a:endParaRPr>
          </a:p>
        </p:txBody>
      </p:sp>
      <p:pic>
        <p:nvPicPr>
          <p:cNvPr id="8" name="Google Shape;175;p15" descr="00新品牌元素-55.png">
            <a:extLst>
              <a:ext uri="{FF2B5EF4-FFF2-40B4-BE49-F238E27FC236}">
                <a16:creationId xmlns:a16="http://schemas.microsoft.com/office/drawing/2014/main" id="{A1C6D771-7D6B-48B8-4879-512D53716F0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661141" y="12716794"/>
            <a:ext cx="4686527" cy="84908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77;p15">
            <a:extLst>
              <a:ext uri="{FF2B5EF4-FFF2-40B4-BE49-F238E27FC236}">
                <a16:creationId xmlns:a16="http://schemas.microsoft.com/office/drawing/2014/main" id="{F6E91BB9-A0CF-7DC6-E565-0F8D841B8D6A}"/>
              </a:ext>
            </a:extLst>
          </p:cNvPr>
          <p:cNvSpPr txBox="1"/>
          <p:nvPr userDrawn="1"/>
        </p:nvSpPr>
        <p:spPr>
          <a:xfrm>
            <a:off x="1779473" y="4241866"/>
            <a:ext cx="5726816" cy="1415743"/>
          </a:xfrm>
          <a:prstGeom prst="rect">
            <a:avLst/>
          </a:prstGeom>
          <a:solidFill>
            <a:srgbClr val="288CCC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Arial"/>
              <a:buNone/>
            </a:pPr>
            <a:r>
              <a:rPr lang="en-US" sz="8000" b="0" i="0" u="none" strike="noStrike" cap="none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  <a:sym typeface="Arial"/>
              </a:rPr>
              <a:t>本課文型</a:t>
            </a:r>
            <a:endParaRPr sz="1400" b="0" i="0" u="none" strike="noStrike" cap="none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  <a:sym typeface="Arial"/>
            </a:endParaRPr>
          </a:p>
        </p:txBody>
      </p:sp>
      <p:pic>
        <p:nvPicPr>
          <p:cNvPr id="11" name="Google Shape;180;p15" descr="新品牌元素-04.png">
            <a:extLst>
              <a:ext uri="{FF2B5EF4-FFF2-40B4-BE49-F238E27FC236}">
                <a16:creationId xmlns:a16="http://schemas.microsoft.com/office/drawing/2014/main" id="{9706B59E-0CCB-A03D-5962-B885D023C539}"/>
              </a:ext>
            </a:extLst>
          </p:cNvPr>
          <p:cNvPicPr preferRelativeResize="0"/>
          <p:nvPr userDrawn="1"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21137221" y="1024091"/>
            <a:ext cx="2776561" cy="1589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81;p15" descr="00新品牌元素-47.png">
            <a:extLst>
              <a:ext uri="{FF2B5EF4-FFF2-40B4-BE49-F238E27FC236}">
                <a16:creationId xmlns:a16="http://schemas.microsoft.com/office/drawing/2014/main" id="{816445DC-2A49-15E8-A162-AB44553F104E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0832421" y="8763000"/>
            <a:ext cx="3780876" cy="436109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945131EA-FBA2-5A69-36FD-4A242A80AB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9070" y="6660848"/>
            <a:ext cx="17113623" cy="5032117"/>
          </a:xfrm>
        </p:spPr>
        <p:txBody>
          <a:bodyPr numCol="2">
            <a:normAutofit/>
          </a:bodyPr>
          <a:lstStyle>
            <a:lvl1pPr marL="0" indent="0">
              <a:buNone/>
              <a:defRPr sz="4200">
                <a:solidFill>
                  <a:srgbClr val="3B3838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  <a:lvl2pPr marL="914400" indent="0">
              <a:buNone/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2pPr>
            <a:lvl3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3pPr>
            <a:lvl4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4pPr>
            <a:lvl5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  <a:endParaRPr lang="en-US" altLang="zh-TW" dirty="0"/>
          </a:p>
        </p:txBody>
      </p:sp>
      <p:sp>
        <p:nvSpPr>
          <p:cNvPr id="19" name="Google Shape;179;p15">
            <a:extLst>
              <a:ext uri="{FF2B5EF4-FFF2-40B4-BE49-F238E27FC236}">
                <a16:creationId xmlns:a16="http://schemas.microsoft.com/office/drawing/2014/main" id="{3F54C1E6-3D7F-502D-6C15-E0DC042557B2}"/>
              </a:ext>
            </a:extLst>
          </p:cNvPr>
          <p:cNvSpPr txBox="1"/>
          <p:nvPr userDrawn="1"/>
        </p:nvSpPr>
        <p:spPr>
          <a:xfrm>
            <a:off x="18036333" y="12735798"/>
            <a:ext cx="52664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lang="zh-TW" altLang="en-US" sz="4200" b="1" i="0" u="none" strike="noStrike" kern="1200" cap="none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 Bold" panose="020B0602020203020207" pitchFamily="50" charset="-128"/>
                <a:ea typeface="Gen Jyuu Gothic Bold" panose="020B0602020203020207" pitchFamily="50" charset="-128"/>
                <a:cs typeface="Gen Jyuu Gothic Bold" panose="020B0602020203020207" pitchFamily="50" charset="-128"/>
                <a:sym typeface="Arial"/>
              </a:rPr>
              <a:t>學習導師</a:t>
            </a:r>
            <a:r>
              <a:rPr lang="en-US" sz="4200" b="1" i="0" u="none" strike="noStrike" kern="1200" cap="none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 Bold" panose="020B0602020203020207" pitchFamily="50" charset="-128"/>
                <a:ea typeface="Gen Jyuu Gothic Bold" panose="020B0602020203020207" pitchFamily="50" charset="-128"/>
                <a:cs typeface="Gen Jyuu Gothic Bold" panose="020B0602020203020207" pitchFamily="50" charset="-128"/>
                <a:sym typeface="Arial"/>
              </a:rPr>
              <a:t>・</a:t>
            </a:r>
            <a:r>
              <a:rPr lang="zh-TW" altLang="en-US" sz="4200" b="1" i="0" u="none" strike="noStrike" kern="1200" cap="none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 Bold" panose="020B0602020203020207" pitchFamily="50" charset="-128"/>
                <a:ea typeface="Gen Jyuu Gothic Bold" panose="020B0602020203020207" pitchFamily="50" charset="-128"/>
                <a:cs typeface="Gen Jyuu Gothic Bold" panose="020B0602020203020207" pitchFamily="50" charset="-128"/>
                <a:sym typeface="Arial"/>
              </a:rPr>
              <a:t>中</a:t>
            </a:r>
            <a:r>
              <a:rPr lang="en-US" sz="4200" b="1" i="0" u="none" strike="noStrike" kern="1200" cap="none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 Bold" panose="020B0602020203020207" pitchFamily="50" charset="-128"/>
                <a:ea typeface="Gen Jyuu Gothic Bold" panose="020B0602020203020207" pitchFamily="50" charset="-128"/>
                <a:cs typeface="Gen Jyuu Gothic Bold" panose="020B0602020203020207" pitchFamily="50" charset="-128"/>
                <a:sym typeface="Arial"/>
              </a:rPr>
              <a:t>級</a:t>
            </a:r>
            <a:endParaRPr sz="4200" b="1" i="0" u="none" strike="noStrike" kern="1200" cap="none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 Bold" panose="020B0602020203020207" pitchFamily="50" charset="-128"/>
              <a:ea typeface="Gen Jyuu Gothic Bold" panose="020B0602020203020207" pitchFamily="50" charset="-128"/>
              <a:cs typeface="Gen Jyuu Gothic Bold" panose="020B0602020203020207" pitchFamily="50" charset="-128"/>
              <a:sym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D9B722B-1BEB-4A9C-1D65-143E67B5ABB6}"/>
              </a:ext>
            </a:extLst>
          </p:cNvPr>
          <p:cNvSpPr txBox="1"/>
          <p:nvPr userDrawn="1"/>
        </p:nvSpPr>
        <p:spPr>
          <a:xfrm>
            <a:off x="1544081" y="-821209"/>
            <a:ext cx="309880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38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01</a:t>
            </a:r>
            <a:r>
              <a:rPr kumimoji="1" lang="zh-TW" altLang="en-US" sz="239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    </a:t>
            </a:r>
            <a:endParaRPr kumimoji="1" lang="ja-JP" altLang="en-US" sz="23900" b="1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E093256-7AFB-4FC3-3F91-43D09072FD5D}"/>
              </a:ext>
            </a:extLst>
          </p:cNvPr>
          <p:cNvSpPr txBox="1"/>
          <p:nvPr userDrawn="1"/>
        </p:nvSpPr>
        <p:spPr>
          <a:xfrm>
            <a:off x="4036785" y="1239585"/>
            <a:ext cx="808082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b="0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日本人の友達の故郷へ</a:t>
            </a:r>
            <a:endParaRPr kumimoji="1" lang="en-US" altLang="ja-JP" sz="4000" b="0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  <a:p>
            <a:r>
              <a:rPr kumimoji="1" lang="ja-JP" altLang="en-US" sz="36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第一課</a:t>
            </a:r>
          </a:p>
        </p:txBody>
      </p:sp>
    </p:spTree>
    <p:extLst>
      <p:ext uri="{BB962C8B-B14F-4D97-AF65-F5344CB8AC3E}">
        <p14:creationId xmlns:p14="http://schemas.microsoft.com/office/powerpoint/2010/main" val="81026470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81500" y="-36844"/>
            <a:ext cx="19983450" cy="114873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zh-TW" altLang="en-US"/>
              <a:t>按一下以編輯母片標題樣式 </a:t>
            </a:r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C0EF03-D6B3-CE56-533B-535D9DFA0793}"/>
              </a:ext>
            </a:extLst>
          </p:cNvPr>
          <p:cNvSpPr/>
          <p:nvPr userDrawn="1"/>
        </p:nvSpPr>
        <p:spPr>
          <a:xfrm>
            <a:off x="-38100" y="-151233"/>
            <a:ext cx="24403050" cy="189136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Google Shape;191;p60" descr="00新品牌元素-50.png">
            <a:extLst>
              <a:ext uri="{FF2B5EF4-FFF2-40B4-BE49-F238E27FC236}">
                <a16:creationId xmlns:a16="http://schemas.microsoft.com/office/drawing/2014/main" id="{30CA417C-C8B7-0AFC-3F11-7B07400254A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6200" y="-165077"/>
            <a:ext cx="1371600" cy="146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0;p60" descr="浮水印.png">
            <a:extLst>
              <a:ext uri="{FF2B5EF4-FFF2-40B4-BE49-F238E27FC236}">
                <a16:creationId xmlns:a16="http://schemas.microsoft.com/office/drawing/2014/main" id="{151502A3-5726-B337-1182-245A2ADF7D8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22574250" y="145476"/>
            <a:ext cx="1580320" cy="88698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286F6F29-2332-3D9E-E40D-AF2D204D300D}"/>
              </a:ext>
            </a:extLst>
          </p:cNvPr>
          <p:cNvSpPr txBox="1"/>
          <p:nvPr userDrawn="1"/>
        </p:nvSpPr>
        <p:spPr>
          <a:xfrm>
            <a:off x="1346200" y="-1056222"/>
            <a:ext cx="30988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9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01</a:t>
            </a:r>
            <a:r>
              <a:rPr kumimoji="1" lang="zh-TW" altLang="en-US" sz="16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    </a:t>
            </a:r>
            <a:endParaRPr kumimoji="1" lang="ja-JP" altLang="en-US" sz="16600" b="1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666ED131-2A2B-58C7-4569-0A0957402ACC}"/>
              </a:ext>
            </a:extLst>
          </p:cNvPr>
          <p:cNvSpPr txBox="1"/>
          <p:nvPr userDrawn="1"/>
        </p:nvSpPr>
        <p:spPr>
          <a:xfrm>
            <a:off x="2952115" y="355598"/>
            <a:ext cx="808082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0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日本人の友達の故郷へ</a:t>
            </a:r>
            <a:endParaRPr kumimoji="1" lang="en-US" altLang="ja-JP" sz="2800" b="0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  <a:p>
            <a:r>
              <a:rPr kumimoji="1" lang="ja-JP" altLang="en-US" sz="24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第一課</a:t>
            </a:r>
          </a:p>
        </p:txBody>
      </p:sp>
    </p:spTree>
    <p:extLst>
      <p:ext uri="{BB962C8B-B14F-4D97-AF65-F5344CB8AC3E}">
        <p14:creationId xmlns:p14="http://schemas.microsoft.com/office/powerpoint/2010/main" val="2749409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24846"/>
            <a:ext cx="21031200" cy="570241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120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05267"/>
            <a:ext cx="21031200" cy="300037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9144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84E2-2D7A-43CF-AC90-352A289A783A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96618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0254" y="3657601"/>
            <a:ext cx="10363200" cy="87026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7601"/>
            <a:ext cx="10363200" cy="87026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61146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254" y="3363701"/>
            <a:ext cx="10312400" cy="165139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90254" y="5015101"/>
            <a:ext cx="10312400" cy="7361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1" y="3363702"/>
            <a:ext cx="10363202" cy="1651396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1" y="5015101"/>
            <a:ext cx="10363202" cy="7361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rPr lang="en-US" smtClean="0"/>
              <a:t>8/20/2025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35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1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635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1">
              <a:rPr lang="en-US" smtClean="0"/>
              <a:t>8/20/2025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466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496" y="914401"/>
            <a:ext cx="7863840" cy="320039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3200" y="1981200"/>
            <a:ext cx="12344400" cy="975360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2496" y="4114799"/>
            <a:ext cx="7863840" cy="76200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32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1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117873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496" y="914400"/>
            <a:ext cx="7863840" cy="32004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3200" y="1981200"/>
            <a:ext cx="12344400" cy="975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2496" y="4114800"/>
            <a:ext cx="7863840" cy="762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32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4940-A916-4C8B-9648-02A2D3898F9E}" type="datetime1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635085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90254" y="3657601"/>
            <a:ext cx="21031200" cy="870267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898673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20724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20725"/>
            <a:ext cx="15468600" cy="1162367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946938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254" y="3657601"/>
            <a:ext cx="21031200" cy="8702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586B75A-687E-405C-8A0B-8D00578BA2C3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35054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3321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sldNum="0" hdr="0" ft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Wingdings 2" pitchFamily="18" charset="2"/>
        <a:buChar char="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1">
            <a:extLst>
              <a:ext uri="{FF2B5EF4-FFF2-40B4-BE49-F238E27FC236}">
                <a16:creationId xmlns:a16="http://schemas.microsoft.com/office/drawing/2014/main" id="{42978BFF-C9BA-D65A-A597-87A395CE7C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1679070" y="6660848"/>
            <a:ext cx="21314280" cy="5032117"/>
          </a:xfrm>
        </p:spPr>
        <p:txBody>
          <a:bodyPr numCol="2">
            <a:norm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初めての＋名詞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～うちに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修飾句（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 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的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B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）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～てばかり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…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ている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に（＝として）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に（添加）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初めて＋動詞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～てもらう 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vs. 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～させてもらう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對比的 は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～として</a:t>
            </a:r>
          </a:p>
        </p:txBody>
      </p:sp>
    </p:spTree>
    <p:extLst>
      <p:ext uri="{BB962C8B-B14F-4D97-AF65-F5344CB8AC3E}">
        <p14:creationId xmlns:p14="http://schemas.microsoft.com/office/powerpoint/2010/main" val="1698366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0CA02-6040-19FB-9926-42184DF9C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F248F616-1C94-3A9A-02A1-F91DA92F337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2E42168-F293-28CE-AB77-19C9FA4F9121}"/>
              </a:ext>
            </a:extLst>
          </p:cNvPr>
          <p:cNvSpPr txBox="1"/>
          <p:nvPr/>
        </p:nvSpPr>
        <p:spPr>
          <a:xfrm>
            <a:off x="1183163" y="3082851"/>
            <a:ext cx="22301713" cy="901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lang="en-US" altLang="ja-JP" sz="4800" dirty="0"/>
              <a:t>1.</a:t>
            </a:r>
            <a:r>
              <a:rPr lang="ja-JP" altLang="en-US" sz="4800" dirty="0"/>
              <a:t>今日の会議は、私にとって（　初めての　 ／ 　初めてに　）大事な経験でした。 </a:t>
            </a:r>
          </a:p>
          <a:p>
            <a:pPr>
              <a:lnSpc>
                <a:spcPct val="250000"/>
              </a:lnSpc>
              <a:buNone/>
            </a:pPr>
            <a:r>
              <a:rPr lang="en-US" altLang="ja-JP" sz="4800" dirty="0"/>
              <a:t>2.</a:t>
            </a:r>
            <a:r>
              <a:rPr lang="ja-JP" altLang="en-US" sz="4800" dirty="0"/>
              <a:t>熱い（　うちに　 ／ 　ときに　）早く食べてください。 </a:t>
            </a:r>
            <a:endParaRPr lang="en-US" altLang="ja-JP" sz="4800" dirty="0"/>
          </a:p>
          <a:p>
            <a:pPr>
              <a:lnSpc>
                <a:spcPct val="250000"/>
              </a:lnSpc>
              <a:buNone/>
            </a:pPr>
            <a:r>
              <a:rPr lang="en-US" altLang="ja-JP" sz="4800" dirty="0"/>
              <a:t>3.</a:t>
            </a:r>
            <a:r>
              <a:rPr lang="ja-JP" altLang="en-US" sz="4800" dirty="0"/>
              <a:t>これは、王さんが（　買って　 ／ 　買った　）かばんです。 </a:t>
            </a:r>
          </a:p>
          <a:p>
            <a:pPr>
              <a:lnSpc>
                <a:spcPct val="250000"/>
              </a:lnSpc>
              <a:buNone/>
            </a:pPr>
            <a:r>
              <a:rPr lang="en-US" altLang="ja-JP" sz="4800" dirty="0"/>
              <a:t>4.</a:t>
            </a:r>
            <a:r>
              <a:rPr lang="ja-JP" altLang="en-US" sz="4800" dirty="0"/>
              <a:t>彼はいつもゲームを（　やるばかりです　 ／ 　やってばかりいます　）。</a:t>
            </a:r>
            <a:endParaRPr lang="en-US" altLang="ja-JP" sz="4800" dirty="0"/>
          </a:p>
          <a:p>
            <a:pPr>
              <a:lnSpc>
                <a:spcPct val="250000"/>
              </a:lnSpc>
              <a:buNone/>
            </a:pPr>
            <a:r>
              <a:rPr lang="en-US" altLang="ja-JP" sz="4800" dirty="0"/>
              <a:t>5.</a:t>
            </a:r>
            <a:r>
              <a:rPr lang="ja-JP" altLang="en-US" sz="4800" dirty="0"/>
              <a:t>本を枕（　として　 ／ 　に　）しました。 </a:t>
            </a:r>
            <a:endParaRPr lang="en-US" altLang="ja-JP" sz="4800" dirty="0"/>
          </a:p>
        </p:txBody>
      </p:sp>
    </p:spTree>
    <p:extLst>
      <p:ext uri="{BB962C8B-B14F-4D97-AF65-F5344CB8AC3E}">
        <p14:creationId xmlns:p14="http://schemas.microsoft.com/office/powerpoint/2010/main" val="1652940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B0968-5F74-6801-27C5-15198B0D9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A4A492C2-433B-ABFF-0E9D-DDD00A85692B}"/>
              </a:ext>
            </a:extLst>
          </p:cNvPr>
          <p:cNvSpPr txBox="1"/>
          <p:nvPr/>
        </p:nvSpPr>
        <p:spPr>
          <a:xfrm>
            <a:off x="1183163" y="3082851"/>
            <a:ext cx="22301713" cy="901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lang="en-US" altLang="ja-JP" sz="4800" dirty="0"/>
              <a:t>1.</a:t>
            </a:r>
            <a:r>
              <a:rPr lang="ja-JP" altLang="en-US" sz="4800" dirty="0"/>
              <a:t>今日の会議は、私にとって（　</a:t>
            </a:r>
            <a:r>
              <a:rPr lang="ja-JP" altLang="en-US" sz="4800" dirty="0">
                <a:solidFill>
                  <a:srgbClr val="1C85C9"/>
                </a:solidFill>
              </a:rPr>
              <a:t>初めての　 </a:t>
            </a:r>
            <a:r>
              <a:rPr lang="ja-JP" altLang="en-US" sz="4800" dirty="0"/>
              <a:t>／ 　初めてに　）大事な経験でした。 </a:t>
            </a:r>
          </a:p>
          <a:p>
            <a:pPr>
              <a:lnSpc>
                <a:spcPct val="250000"/>
              </a:lnSpc>
              <a:buNone/>
            </a:pPr>
            <a:r>
              <a:rPr lang="en-US" altLang="ja-JP" sz="4800" dirty="0"/>
              <a:t>2.</a:t>
            </a:r>
            <a:r>
              <a:rPr lang="ja-JP" altLang="en-US" sz="4800" dirty="0"/>
              <a:t>熱い（　</a:t>
            </a:r>
            <a:r>
              <a:rPr lang="ja-JP" altLang="en-US" sz="4800" dirty="0">
                <a:solidFill>
                  <a:srgbClr val="1C85C9"/>
                </a:solidFill>
              </a:rPr>
              <a:t>うちに　 </a:t>
            </a:r>
            <a:r>
              <a:rPr lang="ja-JP" altLang="en-US" sz="4800" dirty="0"/>
              <a:t>／ 　ときに　）早く食べてください。 </a:t>
            </a:r>
            <a:endParaRPr lang="en-US" altLang="ja-JP" sz="4800" dirty="0"/>
          </a:p>
          <a:p>
            <a:pPr>
              <a:lnSpc>
                <a:spcPct val="250000"/>
              </a:lnSpc>
              <a:buNone/>
            </a:pPr>
            <a:r>
              <a:rPr lang="en-US" altLang="ja-JP" sz="4800" dirty="0"/>
              <a:t>3.</a:t>
            </a:r>
            <a:r>
              <a:rPr lang="ja-JP" altLang="en-US" sz="4800" dirty="0"/>
              <a:t>これは、王さんが（　買って　 ／ 　</a:t>
            </a:r>
            <a:r>
              <a:rPr lang="ja-JP" altLang="en-US" sz="4800" dirty="0">
                <a:solidFill>
                  <a:srgbClr val="1C85C9"/>
                </a:solidFill>
              </a:rPr>
              <a:t>買った　</a:t>
            </a:r>
            <a:r>
              <a:rPr lang="ja-JP" altLang="en-US" sz="4800" dirty="0"/>
              <a:t>）かばんです。 </a:t>
            </a:r>
          </a:p>
          <a:p>
            <a:pPr>
              <a:lnSpc>
                <a:spcPct val="250000"/>
              </a:lnSpc>
              <a:buNone/>
            </a:pPr>
            <a:r>
              <a:rPr lang="en-US" altLang="ja-JP" sz="4800" dirty="0"/>
              <a:t>4.</a:t>
            </a:r>
            <a:r>
              <a:rPr lang="ja-JP" altLang="en-US" sz="4800" dirty="0"/>
              <a:t>彼はいつもゲームを（　やるばかりです　 ／ 　</a:t>
            </a:r>
            <a:r>
              <a:rPr lang="ja-JP" altLang="en-US" sz="4800" dirty="0">
                <a:solidFill>
                  <a:srgbClr val="1C85C9"/>
                </a:solidFill>
              </a:rPr>
              <a:t>やってばかりいます　</a:t>
            </a:r>
            <a:r>
              <a:rPr lang="ja-JP" altLang="en-US" sz="4800" dirty="0"/>
              <a:t>）。</a:t>
            </a:r>
            <a:endParaRPr lang="en-US" altLang="ja-JP" sz="4800" dirty="0"/>
          </a:p>
          <a:p>
            <a:pPr>
              <a:lnSpc>
                <a:spcPct val="250000"/>
              </a:lnSpc>
              <a:buNone/>
            </a:pPr>
            <a:r>
              <a:rPr lang="en-US" altLang="ja-JP" sz="4800" dirty="0"/>
              <a:t>5.</a:t>
            </a:r>
            <a:r>
              <a:rPr lang="ja-JP" altLang="en-US" sz="4800" dirty="0"/>
              <a:t>本を枕（　として　 ／ 　</a:t>
            </a:r>
            <a:r>
              <a:rPr lang="ja-JP" altLang="en-US" sz="4800" dirty="0">
                <a:solidFill>
                  <a:srgbClr val="1C85C9"/>
                </a:solidFill>
              </a:rPr>
              <a:t>に　</a:t>
            </a:r>
            <a:r>
              <a:rPr lang="ja-JP" altLang="en-US" sz="4800" dirty="0"/>
              <a:t>）しました。 </a:t>
            </a:r>
            <a:endParaRPr lang="en-US" altLang="ja-JP" sz="48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450B515-79A9-D8D0-BFE2-577E7E43859C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28628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9C232-8E7E-373C-6357-B83E851A1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3E1321ED-A884-C297-CFB0-67F0C676076A}"/>
              </a:ext>
            </a:extLst>
          </p:cNvPr>
          <p:cNvSpPr txBox="1"/>
          <p:nvPr/>
        </p:nvSpPr>
        <p:spPr>
          <a:xfrm>
            <a:off x="1183163" y="3082851"/>
            <a:ext cx="22301713" cy="901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lang="en-US" altLang="ja-JP" sz="4800" dirty="0"/>
              <a:t>6.</a:t>
            </a:r>
            <a:r>
              <a:rPr lang="ja-JP" altLang="en-US" sz="4800" dirty="0"/>
              <a:t>朝食はパン（ か　／　に　）コーヒーを飲みました。</a:t>
            </a:r>
          </a:p>
          <a:p>
            <a:pPr>
              <a:lnSpc>
                <a:spcPct val="250000"/>
              </a:lnSpc>
              <a:buNone/>
            </a:pPr>
            <a:r>
              <a:rPr lang="en-US" altLang="ja-JP" sz="4800" dirty="0"/>
              <a:t>7.</a:t>
            </a:r>
            <a:r>
              <a:rPr lang="ja-JP" altLang="en-US" sz="4800" dirty="0"/>
              <a:t>これは私が（　初めての　／　初めて　）見た映画です。 </a:t>
            </a:r>
          </a:p>
          <a:p>
            <a:pPr>
              <a:lnSpc>
                <a:spcPct val="250000"/>
              </a:lnSpc>
              <a:buNone/>
            </a:pPr>
            <a:r>
              <a:rPr lang="en-US" altLang="ja-JP" sz="4800" dirty="0"/>
              <a:t>8.</a:t>
            </a:r>
            <a:r>
              <a:rPr lang="ja-JP" altLang="en-US" sz="4800" dirty="0"/>
              <a:t>急用があるので、課長にいつもより１時間早く（　帰らせて　／　帰って　）もらった 。</a:t>
            </a:r>
            <a:endParaRPr lang="en-US" altLang="ja-JP" sz="4800" dirty="0"/>
          </a:p>
          <a:p>
            <a:pPr>
              <a:lnSpc>
                <a:spcPct val="250000"/>
              </a:lnSpc>
              <a:buNone/>
            </a:pPr>
            <a:r>
              <a:rPr lang="en-US" altLang="ja-JP" sz="4800" dirty="0"/>
              <a:t>9.</a:t>
            </a:r>
            <a:r>
              <a:rPr lang="ja-JP" altLang="en-US" sz="4800" dirty="0"/>
              <a:t>私は肉（　は　／　が　）食べますが、野菜（　は　／　が　）食べません。</a:t>
            </a:r>
          </a:p>
          <a:p>
            <a:pPr>
              <a:lnSpc>
                <a:spcPct val="250000"/>
              </a:lnSpc>
              <a:buNone/>
            </a:pPr>
            <a:r>
              <a:rPr lang="en-US" altLang="ja-JP" sz="4800" dirty="0"/>
              <a:t>10.</a:t>
            </a:r>
            <a:r>
              <a:rPr lang="ja-JP" altLang="en-US" sz="4800" dirty="0"/>
              <a:t>彼は留学生（　で　／　として　）日本に一年間います。 </a:t>
            </a:r>
            <a:endParaRPr lang="en-US" altLang="ja-JP" sz="48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A8A9AF6-D02B-8CD4-94E1-C846C64EEFE6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76040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E934D-4C6A-CD53-3581-64F64F772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C3851C77-0D26-8E0E-233F-FE9447B6EE42}"/>
              </a:ext>
            </a:extLst>
          </p:cNvPr>
          <p:cNvSpPr txBox="1"/>
          <p:nvPr/>
        </p:nvSpPr>
        <p:spPr>
          <a:xfrm>
            <a:off x="1183163" y="3082851"/>
            <a:ext cx="22301713" cy="901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lang="en-US" altLang="ja-JP" sz="4800" dirty="0"/>
              <a:t>6.</a:t>
            </a:r>
            <a:r>
              <a:rPr lang="ja-JP" altLang="en-US" sz="4800" dirty="0"/>
              <a:t>朝食はパン（ か　／　</a:t>
            </a:r>
            <a:r>
              <a:rPr lang="ja-JP" altLang="en-US" sz="4800" dirty="0">
                <a:solidFill>
                  <a:srgbClr val="1C85C9"/>
                </a:solidFill>
              </a:rPr>
              <a:t>に</a:t>
            </a:r>
            <a:r>
              <a:rPr lang="ja-JP" altLang="en-US" sz="4800" dirty="0"/>
              <a:t>　）コーヒーを飲みました。</a:t>
            </a:r>
          </a:p>
          <a:p>
            <a:pPr>
              <a:lnSpc>
                <a:spcPct val="250000"/>
              </a:lnSpc>
              <a:buNone/>
            </a:pPr>
            <a:r>
              <a:rPr lang="en-US" altLang="ja-JP" sz="4800" dirty="0"/>
              <a:t>7.</a:t>
            </a:r>
            <a:r>
              <a:rPr lang="ja-JP" altLang="en-US" sz="4800" dirty="0"/>
              <a:t>これは私が（　初めての　／　</a:t>
            </a:r>
            <a:r>
              <a:rPr lang="ja-JP" altLang="en-US" sz="4800" dirty="0">
                <a:solidFill>
                  <a:srgbClr val="1C85C9"/>
                </a:solidFill>
              </a:rPr>
              <a:t>初めて</a:t>
            </a:r>
            <a:r>
              <a:rPr lang="ja-JP" altLang="en-US" sz="4800" dirty="0"/>
              <a:t>　）見た映画です。 </a:t>
            </a:r>
          </a:p>
          <a:p>
            <a:pPr>
              <a:lnSpc>
                <a:spcPct val="250000"/>
              </a:lnSpc>
              <a:buNone/>
            </a:pPr>
            <a:r>
              <a:rPr lang="en-US" altLang="ja-JP" sz="4800" dirty="0"/>
              <a:t>8.</a:t>
            </a:r>
            <a:r>
              <a:rPr lang="ja-JP" altLang="en-US" sz="4800" dirty="0"/>
              <a:t>急用があるので、課長にいつもより１時間早く（　</a:t>
            </a:r>
            <a:r>
              <a:rPr lang="ja-JP" altLang="en-US" sz="4800" dirty="0">
                <a:solidFill>
                  <a:srgbClr val="1C85C9"/>
                </a:solidFill>
              </a:rPr>
              <a:t>帰らせて</a:t>
            </a:r>
            <a:r>
              <a:rPr lang="ja-JP" altLang="en-US" sz="4800" dirty="0"/>
              <a:t>　／　帰って　）もらった 。</a:t>
            </a:r>
            <a:endParaRPr lang="en-US" altLang="ja-JP" sz="4800" dirty="0"/>
          </a:p>
          <a:p>
            <a:pPr>
              <a:lnSpc>
                <a:spcPct val="250000"/>
              </a:lnSpc>
              <a:buNone/>
            </a:pPr>
            <a:r>
              <a:rPr lang="en-US" altLang="ja-JP" sz="4800" dirty="0"/>
              <a:t>9.</a:t>
            </a:r>
            <a:r>
              <a:rPr lang="ja-JP" altLang="en-US" sz="4800" dirty="0"/>
              <a:t>私は肉（　</a:t>
            </a:r>
            <a:r>
              <a:rPr lang="ja-JP" altLang="en-US" sz="4800" dirty="0">
                <a:solidFill>
                  <a:srgbClr val="1C85C9"/>
                </a:solidFill>
              </a:rPr>
              <a:t>は</a:t>
            </a:r>
            <a:r>
              <a:rPr lang="ja-JP" altLang="en-US" sz="4800" dirty="0"/>
              <a:t>　／　が　）食べますが、野菜（　</a:t>
            </a:r>
            <a:r>
              <a:rPr lang="ja-JP" altLang="en-US" sz="4800" dirty="0">
                <a:solidFill>
                  <a:srgbClr val="1C85C9"/>
                </a:solidFill>
              </a:rPr>
              <a:t>は</a:t>
            </a:r>
            <a:r>
              <a:rPr lang="ja-JP" altLang="en-US" sz="4800" dirty="0"/>
              <a:t>　／　が　）食べません。</a:t>
            </a:r>
          </a:p>
          <a:p>
            <a:pPr>
              <a:lnSpc>
                <a:spcPct val="250000"/>
              </a:lnSpc>
              <a:buNone/>
            </a:pPr>
            <a:r>
              <a:rPr lang="en-US" altLang="ja-JP" sz="4800" dirty="0"/>
              <a:t>10.</a:t>
            </a:r>
            <a:r>
              <a:rPr lang="ja-JP" altLang="en-US" sz="4800" dirty="0"/>
              <a:t>彼は留学生（　で　／　</a:t>
            </a:r>
            <a:r>
              <a:rPr lang="ja-JP" altLang="en-US" sz="4800" dirty="0">
                <a:solidFill>
                  <a:srgbClr val="1C85C9"/>
                </a:solidFill>
              </a:rPr>
              <a:t>として　</a:t>
            </a:r>
            <a:r>
              <a:rPr lang="ja-JP" altLang="en-US" sz="4800" dirty="0"/>
              <a:t>）日本に一年間います。 </a:t>
            </a:r>
            <a:endParaRPr lang="en-US" altLang="ja-JP" sz="48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2D0AD61-03A0-D1E3-A050-E969F8E62401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36497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FCCD7-BC46-61BF-A726-6DB5636E6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A0A9A7DD-4824-32B1-92C5-83661D5721B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8AA8811-97ED-1E56-2010-AD0EF50A02EA}"/>
              </a:ext>
            </a:extLst>
          </p:cNvPr>
          <p:cNvSpPr txBox="1"/>
          <p:nvPr/>
        </p:nvSpPr>
        <p:spPr>
          <a:xfrm>
            <a:off x="1183163" y="3082851"/>
            <a:ext cx="22301713" cy="9694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4800" b="1" dirty="0"/>
              <a:t>問題１</a:t>
            </a:r>
          </a:p>
          <a:p>
            <a:pPr>
              <a:buNone/>
            </a:pPr>
            <a:r>
              <a:rPr lang="ja-JP" altLang="en-US" sz="4800" dirty="0"/>
              <a:t>筆者は、白浜へ行くとき、電車の中で何をしていましたか。</a:t>
            </a:r>
            <a:endParaRPr lang="en-US" altLang="ja-JP" sz="4800" dirty="0"/>
          </a:p>
          <a:p>
            <a:pPr>
              <a:lnSpc>
                <a:spcPct val="150000"/>
              </a:lnSpc>
              <a:buNone/>
            </a:pPr>
            <a:endParaRPr lang="ja-JP" altLang="en-US" sz="4800" dirty="0"/>
          </a:p>
          <a:p>
            <a:pPr>
              <a:lnSpc>
                <a:spcPct val="150000"/>
              </a:lnSpc>
              <a:buNone/>
            </a:pPr>
            <a:r>
              <a:rPr lang="en-US" altLang="ja-JP" sz="4800" dirty="0"/>
              <a:t>A. </a:t>
            </a:r>
            <a:r>
              <a:rPr lang="ja-JP" altLang="en-US" sz="4800" dirty="0"/>
              <a:t>中谷さんとずっと話していた</a:t>
            </a:r>
            <a:br>
              <a:rPr lang="ja-JP" altLang="en-US" sz="4800" dirty="0"/>
            </a:br>
            <a:r>
              <a:rPr lang="en-US" altLang="ja-JP" sz="4800" dirty="0"/>
              <a:t>B. </a:t>
            </a:r>
            <a:r>
              <a:rPr lang="ja-JP" altLang="en-US" sz="4800" dirty="0"/>
              <a:t>車内アナウンスを聞いていた</a:t>
            </a:r>
            <a:br>
              <a:rPr lang="ja-JP" altLang="en-US" sz="4800" dirty="0"/>
            </a:br>
            <a:r>
              <a:rPr lang="en-US" altLang="ja-JP" sz="4800" dirty="0"/>
              <a:t>C. </a:t>
            </a:r>
            <a:r>
              <a:rPr lang="ja-JP" altLang="en-US" sz="4800" dirty="0"/>
              <a:t>お弁当を食べていた</a:t>
            </a:r>
            <a:br>
              <a:rPr lang="ja-JP" altLang="en-US" sz="4800" dirty="0"/>
            </a:br>
            <a:r>
              <a:rPr lang="en-US" altLang="ja-JP" sz="4800" dirty="0"/>
              <a:t>D. </a:t>
            </a:r>
            <a:r>
              <a:rPr lang="ja-JP" altLang="en-US" sz="4800" dirty="0"/>
              <a:t>窓の外を見ていた</a:t>
            </a:r>
          </a:p>
          <a:p>
            <a:pPr>
              <a:lnSpc>
                <a:spcPct val="150000"/>
              </a:lnSpc>
            </a:pPr>
            <a:endParaRPr lang="en-US" altLang="ja-JP" sz="4800" b="1" dirty="0"/>
          </a:p>
          <a:p>
            <a:endParaRPr lang="en-US" altLang="ja-JP" sz="4800" b="1" dirty="0"/>
          </a:p>
          <a:p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516855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DD65E-5D69-C026-0E7A-AA9CD918F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F8AEC38A-5FDF-5E9B-F77D-F5EDBCBCCB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FAD7ABC-A5CC-F418-B0FE-6044BB015B38}"/>
              </a:ext>
            </a:extLst>
          </p:cNvPr>
          <p:cNvSpPr txBox="1"/>
          <p:nvPr/>
        </p:nvSpPr>
        <p:spPr>
          <a:xfrm>
            <a:off x="1183163" y="3082851"/>
            <a:ext cx="22301713" cy="10802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4800" b="1" dirty="0"/>
              <a:t>問題１</a:t>
            </a:r>
          </a:p>
          <a:p>
            <a:pPr>
              <a:buNone/>
            </a:pPr>
            <a:r>
              <a:rPr lang="ja-JP" altLang="en-US" sz="4800" dirty="0"/>
              <a:t>筆者は、白浜へ行くとき、電車の中で何をしていましたか。</a:t>
            </a:r>
            <a:endParaRPr lang="en-US" altLang="ja-JP" sz="4800" dirty="0"/>
          </a:p>
          <a:p>
            <a:pPr>
              <a:lnSpc>
                <a:spcPct val="150000"/>
              </a:lnSpc>
              <a:buNone/>
            </a:pPr>
            <a:endParaRPr lang="ja-JP" altLang="en-US" sz="4800" dirty="0"/>
          </a:p>
          <a:p>
            <a:pPr>
              <a:lnSpc>
                <a:spcPct val="150000"/>
              </a:lnSpc>
              <a:buNone/>
            </a:pPr>
            <a:r>
              <a:rPr lang="en-US" altLang="ja-JP" sz="4800" dirty="0"/>
              <a:t>A. </a:t>
            </a:r>
            <a:r>
              <a:rPr lang="ja-JP" altLang="en-US" sz="4800" dirty="0"/>
              <a:t>中谷さんとずっと話していた</a:t>
            </a:r>
            <a:br>
              <a:rPr lang="ja-JP" altLang="en-US" sz="4800" dirty="0"/>
            </a:br>
            <a:r>
              <a:rPr lang="en-US" altLang="ja-JP" sz="4800" dirty="0"/>
              <a:t>B. </a:t>
            </a:r>
            <a:r>
              <a:rPr lang="ja-JP" altLang="en-US" sz="4800" dirty="0"/>
              <a:t>車内アナウンスを聞いていた</a:t>
            </a:r>
            <a:br>
              <a:rPr lang="ja-JP" altLang="en-US" sz="4800" dirty="0"/>
            </a:br>
            <a:r>
              <a:rPr lang="en-US" altLang="ja-JP" sz="4800" dirty="0"/>
              <a:t>C. </a:t>
            </a:r>
            <a:r>
              <a:rPr lang="ja-JP" altLang="en-US" sz="4800" dirty="0"/>
              <a:t>お弁当を食べていた</a:t>
            </a:r>
            <a:br>
              <a:rPr lang="ja-JP" altLang="en-US" sz="4800" dirty="0"/>
            </a:br>
            <a:r>
              <a:rPr lang="en-US" altLang="ja-JP" sz="4800" dirty="0">
                <a:solidFill>
                  <a:srgbClr val="1C85C9"/>
                </a:solidFill>
              </a:rPr>
              <a:t>D. </a:t>
            </a:r>
            <a:r>
              <a:rPr lang="ja-JP" altLang="en-US" sz="4800" dirty="0">
                <a:solidFill>
                  <a:srgbClr val="1C85C9"/>
                </a:solidFill>
              </a:rPr>
              <a:t>窓の外を見ていた</a:t>
            </a:r>
            <a:endParaRPr lang="en-US" altLang="ja-JP" sz="4800" dirty="0">
              <a:solidFill>
                <a:srgbClr val="1C85C9"/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ja-JP" altLang="en-US" sz="4800" dirty="0">
              <a:solidFill>
                <a:srgbClr val="E46D4B"/>
              </a:solidFill>
            </a:endParaRPr>
          </a:p>
          <a:p>
            <a:pPr>
              <a:lnSpc>
                <a:spcPct val="150000"/>
              </a:lnSpc>
            </a:pPr>
            <a:endParaRPr lang="en-US" altLang="ja-JP" sz="4800" b="1" dirty="0"/>
          </a:p>
          <a:p>
            <a:endParaRPr lang="en-US" altLang="ja-JP" sz="4800" b="1" dirty="0"/>
          </a:p>
          <a:p>
            <a:endParaRPr lang="en-US" altLang="ja-JP" sz="4800" b="1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A5A2324-E9A9-E69F-B7D8-308FD5A88663}"/>
              </a:ext>
            </a:extLst>
          </p:cNvPr>
          <p:cNvSpPr txBox="1"/>
          <p:nvPr/>
        </p:nvSpPr>
        <p:spPr>
          <a:xfrm>
            <a:off x="1185672" y="10021342"/>
            <a:ext cx="22299204" cy="3289875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本文に「電車の中で、私は窓の外</a:t>
            </a:r>
            <a:r>
              <a:rPr lang="ja-JP" altLang="en-US" sz="4800" dirty="0">
                <a:solidFill>
                  <a:srgbClr val="1C85C9"/>
                </a:solidFill>
              </a:rPr>
              <a:t>ばかり</a:t>
            </a:r>
            <a:r>
              <a:rPr lang="ja-JP" altLang="en-US" sz="4800" dirty="0"/>
              <a:t>見ていました。」と明記されています。</a:t>
            </a:r>
            <a:endParaRPr lang="en-US" altLang="ja-JP" sz="4800" dirty="0"/>
          </a:p>
          <a:p>
            <a:pPr>
              <a:lnSpc>
                <a:spcPct val="150000"/>
              </a:lnSpc>
            </a:pPr>
            <a:r>
              <a:rPr lang="ja-JP" altLang="en-US" sz="4800" dirty="0"/>
              <a:t>よって、選択肢のほかのことはしていなかったことがわかります。</a:t>
            </a:r>
          </a:p>
        </p:txBody>
      </p:sp>
    </p:spTree>
    <p:extLst>
      <p:ext uri="{BB962C8B-B14F-4D97-AF65-F5344CB8AC3E}">
        <p14:creationId xmlns:p14="http://schemas.microsoft.com/office/powerpoint/2010/main" val="2939669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A9B6A-15B7-3109-9A77-0B8FF7876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DC786E73-6A92-B3F4-15AD-C9F97D6BE81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67B9D80-8802-ACFF-C8E8-30704986A1AE}"/>
              </a:ext>
            </a:extLst>
          </p:cNvPr>
          <p:cNvSpPr txBox="1"/>
          <p:nvPr/>
        </p:nvSpPr>
        <p:spPr>
          <a:xfrm>
            <a:off x="1183163" y="3082851"/>
            <a:ext cx="22301713" cy="9325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4800" b="1" dirty="0"/>
              <a:t>問題２</a:t>
            </a:r>
          </a:p>
          <a:p>
            <a:pPr>
              <a:buNone/>
            </a:pPr>
            <a:r>
              <a:rPr lang="ja-JP" altLang="en-US" sz="4800" dirty="0"/>
              <a:t>筆者が白浜で「初めて」体験したことは何ですか。</a:t>
            </a:r>
            <a:endParaRPr lang="en-US" altLang="ja-JP" sz="4800" dirty="0"/>
          </a:p>
          <a:p>
            <a:pPr>
              <a:buNone/>
            </a:pPr>
            <a:endParaRPr lang="ja-JP" altLang="en-US" sz="4800" dirty="0"/>
          </a:p>
          <a:p>
            <a:pPr>
              <a:lnSpc>
                <a:spcPct val="150000"/>
              </a:lnSpc>
            </a:pPr>
            <a:r>
              <a:rPr lang="en-US" altLang="ja-JP" sz="4800" dirty="0"/>
              <a:t>A. </a:t>
            </a:r>
            <a:r>
              <a:rPr lang="ja-JP" altLang="en-US" sz="4800" dirty="0"/>
              <a:t>海で泳ぐこと</a:t>
            </a:r>
            <a:br>
              <a:rPr lang="ja-JP" altLang="en-US" sz="4800" dirty="0"/>
            </a:br>
            <a:r>
              <a:rPr lang="en-US" altLang="ja-JP" sz="4800" dirty="0"/>
              <a:t>B. </a:t>
            </a:r>
            <a:r>
              <a:rPr lang="ja-JP" altLang="en-US" sz="4800" dirty="0"/>
              <a:t>温泉に入ること</a:t>
            </a:r>
            <a:br>
              <a:rPr lang="ja-JP" altLang="en-US" sz="4800" dirty="0"/>
            </a:br>
            <a:r>
              <a:rPr lang="en-US" altLang="ja-JP" sz="4800" dirty="0"/>
              <a:t>C. </a:t>
            </a:r>
            <a:r>
              <a:rPr lang="ja-JP" altLang="en-US" sz="4800" dirty="0"/>
              <a:t>和歌山弁で話すこと</a:t>
            </a:r>
            <a:br>
              <a:rPr lang="ja-JP" altLang="en-US" sz="4800" dirty="0"/>
            </a:br>
            <a:r>
              <a:rPr lang="en-US" altLang="ja-JP" sz="4800" dirty="0"/>
              <a:t>D. </a:t>
            </a:r>
            <a:r>
              <a:rPr lang="ja-JP" altLang="en-US" sz="4800" dirty="0"/>
              <a:t>友達の家に泊まること</a:t>
            </a:r>
          </a:p>
          <a:p>
            <a:pPr>
              <a:lnSpc>
                <a:spcPct val="150000"/>
              </a:lnSpc>
            </a:pPr>
            <a:endParaRPr lang="en-US" altLang="ja-JP" sz="4800" b="1" dirty="0"/>
          </a:p>
          <a:p>
            <a:endParaRPr lang="en-US" altLang="ja-JP" sz="4800" b="1" dirty="0"/>
          </a:p>
          <a:p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725604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00BB7-855A-7B41-4604-536F3C45A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B04677BB-A497-6308-D139-1885E2361D9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E1E5E6A-22B2-2BAA-B5B1-A8E8D4ADF3A4}"/>
              </a:ext>
            </a:extLst>
          </p:cNvPr>
          <p:cNvSpPr txBox="1"/>
          <p:nvPr/>
        </p:nvSpPr>
        <p:spPr>
          <a:xfrm>
            <a:off x="1183163" y="3082851"/>
            <a:ext cx="22301713" cy="9325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4800" b="1" dirty="0"/>
              <a:t>問題２</a:t>
            </a:r>
          </a:p>
          <a:p>
            <a:pPr>
              <a:buNone/>
            </a:pPr>
            <a:r>
              <a:rPr lang="ja-JP" altLang="en-US" sz="4800" dirty="0"/>
              <a:t>筆者が白浜で「初めて」体験したことは何ですか。</a:t>
            </a:r>
            <a:endParaRPr lang="en-US" altLang="ja-JP" sz="4800" dirty="0"/>
          </a:p>
          <a:p>
            <a:pPr>
              <a:buNone/>
            </a:pPr>
            <a:endParaRPr lang="ja-JP" altLang="en-US" sz="4800" dirty="0"/>
          </a:p>
          <a:p>
            <a:pPr>
              <a:lnSpc>
                <a:spcPct val="150000"/>
              </a:lnSpc>
            </a:pPr>
            <a:r>
              <a:rPr lang="en-US" altLang="ja-JP" sz="4800" dirty="0"/>
              <a:t>A. </a:t>
            </a:r>
            <a:r>
              <a:rPr lang="ja-JP" altLang="en-US" sz="4800" dirty="0"/>
              <a:t>海で泳ぐこと</a:t>
            </a:r>
            <a:br>
              <a:rPr lang="ja-JP" altLang="en-US" sz="4800" dirty="0"/>
            </a:br>
            <a:r>
              <a:rPr lang="en-US" altLang="ja-JP" sz="4800" dirty="0">
                <a:solidFill>
                  <a:srgbClr val="1C85C9"/>
                </a:solidFill>
              </a:rPr>
              <a:t>B. </a:t>
            </a:r>
            <a:r>
              <a:rPr lang="ja-JP" altLang="en-US" sz="4800" dirty="0">
                <a:solidFill>
                  <a:srgbClr val="1C85C9"/>
                </a:solidFill>
              </a:rPr>
              <a:t>温泉に入ること</a:t>
            </a:r>
            <a:br>
              <a:rPr lang="ja-JP" altLang="en-US" sz="4800" dirty="0"/>
            </a:br>
            <a:r>
              <a:rPr lang="en-US" altLang="ja-JP" sz="4800" dirty="0"/>
              <a:t>C. </a:t>
            </a:r>
            <a:r>
              <a:rPr lang="ja-JP" altLang="en-US" sz="4800" dirty="0"/>
              <a:t>和歌山弁で話すこと</a:t>
            </a:r>
            <a:br>
              <a:rPr lang="ja-JP" altLang="en-US" sz="4800" dirty="0"/>
            </a:br>
            <a:r>
              <a:rPr lang="en-US" altLang="ja-JP" sz="4800" dirty="0"/>
              <a:t>D. </a:t>
            </a:r>
            <a:r>
              <a:rPr lang="ja-JP" altLang="en-US" sz="4800" dirty="0"/>
              <a:t>友達の家に泊まること</a:t>
            </a:r>
          </a:p>
          <a:p>
            <a:pPr>
              <a:lnSpc>
                <a:spcPct val="150000"/>
              </a:lnSpc>
            </a:pPr>
            <a:endParaRPr lang="en-US" altLang="ja-JP" sz="4800" b="1" dirty="0"/>
          </a:p>
          <a:p>
            <a:endParaRPr lang="en-US" altLang="ja-JP" sz="4800" b="1" dirty="0"/>
          </a:p>
          <a:p>
            <a:endParaRPr lang="en-US" altLang="ja-JP" sz="4800" b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4CB417B-8BE8-9737-F055-D949939E68E2}"/>
              </a:ext>
            </a:extLst>
          </p:cNvPr>
          <p:cNvSpPr txBox="1"/>
          <p:nvPr/>
        </p:nvSpPr>
        <p:spPr>
          <a:xfrm>
            <a:off x="1185672" y="10021342"/>
            <a:ext cx="22299204" cy="2181879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本文には、「それから、</a:t>
            </a:r>
            <a:r>
              <a:rPr lang="ja-JP" altLang="en-US" sz="4800" dirty="0">
                <a:solidFill>
                  <a:srgbClr val="1C85C9"/>
                </a:solidFill>
              </a:rPr>
              <a:t>初めて</a:t>
            </a:r>
            <a:r>
              <a:rPr lang="ja-JP" altLang="en-US" sz="4800" dirty="0"/>
              <a:t>温泉に入りました。」と書かれています。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1195771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42A78-03AA-2011-044D-75CFF9F4F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81E1A763-A2BC-447F-6C6D-3318D15537A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D39478F-1400-09B4-6C90-077F185C07DE}"/>
              </a:ext>
            </a:extLst>
          </p:cNvPr>
          <p:cNvSpPr txBox="1"/>
          <p:nvPr/>
        </p:nvSpPr>
        <p:spPr>
          <a:xfrm>
            <a:off x="1183163" y="3082851"/>
            <a:ext cx="22301713" cy="6613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4800" b="1" dirty="0"/>
              <a:t>問題３</a:t>
            </a:r>
          </a:p>
          <a:p>
            <a:pPr>
              <a:buNone/>
            </a:pPr>
            <a:r>
              <a:rPr lang="ja-JP" altLang="en-US" sz="4800" dirty="0"/>
              <a:t>筆者が旅行のあとで考えたこととして、最もふさわしいものはどれですか。</a:t>
            </a:r>
            <a:endParaRPr lang="en-US" altLang="ja-JP" sz="4800" dirty="0"/>
          </a:p>
          <a:p>
            <a:pPr>
              <a:buNone/>
            </a:pPr>
            <a:endParaRPr lang="ja-JP" altLang="en-US" sz="4800" dirty="0"/>
          </a:p>
          <a:p>
            <a:pPr>
              <a:lnSpc>
                <a:spcPct val="150000"/>
              </a:lnSpc>
            </a:pPr>
            <a:r>
              <a:rPr lang="en-US" altLang="ja-JP" sz="4800" dirty="0"/>
              <a:t>A. </a:t>
            </a:r>
            <a:r>
              <a:rPr lang="ja-JP" altLang="en-US" sz="4800" dirty="0"/>
              <a:t>日本語の勉強をやめて、自分の国に帰ろうと思った</a:t>
            </a:r>
            <a:br>
              <a:rPr lang="ja-JP" altLang="en-US" sz="4800" dirty="0"/>
            </a:br>
            <a:r>
              <a:rPr lang="en-US" altLang="ja-JP" sz="4800" dirty="0"/>
              <a:t>B. </a:t>
            </a:r>
            <a:r>
              <a:rPr lang="ja-JP" altLang="en-US" sz="4800" dirty="0"/>
              <a:t>白浜での生活はつまらなかったので、次は別の場所に行きたいと思った</a:t>
            </a:r>
            <a:br>
              <a:rPr lang="ja-JP" altLang="en-US" sz="4800" dirty="0"/>
            </a:br>
            <a:r>
              <a:rPr lang="en-US" altLang="ja-JP" sz="4800" dirty="0"/>
              <a:t>C. </a:t>
            </a:r>
            <a:r>
              <a:rPr lang="ja-JP" altLang="en-US" sz="4800" dirty="0"/>
              <a:t>中谷さんの家族に会えたことがうれしく、日本語の勉強をもっと頑張ろうと思った</a:t>
            </a:r>
            <a:br>
              <a:rPr lang="ja-JP" altLang="en-US" sz="4800" dirty="0"/>
            </a:br>
            <a:r>
              <a:rPr lang="en-US" altLang="ja-JP" sz="4800" dirty="0"/>
              <a:t>D. </a:t>
            </a:r>
            <a:r>
              <a:rPr lang="ja-JP" altLang="en-US" sz="4800" dirty="0"/>
              <a:t>日本語はもう十分上手になったので、これからは英語を勉強しようと思った</a:t>
            </a:r>
          </a:p>
        </p:txBody>
      </p:sp>
    </p:spTree>
    <p:extLst>
      <p:ext uri="{BB962C8B-B14F-4D97-AF65-F5344CB8AC3E}">
        <p14:creationId xmlns:p14="http://schemas.microsoft.com/office/powerpoint/2010/main" val="1848417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72AF5-2531-416D-D479-89B414EEC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9C85F8C1-E916-8118-3976-70BDC9342F7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DFC04CB-0BAA-8B71-C572-67AE8A5D2DA6}"/>
              </a:ext>
            </a:extLst>
          </p:cNvPr>
          <p:cNvSpPr txBox="1"/>
          <p:nvPr/>
        </p:nvSpPr>
        <p:spPr>
          <a:xfrm>
            <a:off x="1183163" y="3082851"/>
            <a:ext cx="22301713" cy="6613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4800" b="1" dirty="0"/>
              <a:t>問題３</a:t>
            </a:r>
          </a:p>
          <a:p>
            <a:pPr>
              <a:buNone/>
            </a:pPr>
            <a:r>
              <a:rPr lang="ja-JP" altLang="en-US" sz="4800" dirty="0"/>
              <a:t>筆者が旅行のあとで考えたこととして、最もふさわしいものはどれですか。</a:t>
            </a:r>
            <a:endParaRPr lang="en-US" altLang="ja-JP" sz="4800" dirty="0"/>
          </a:p>
          <a:p>
            <a:pPr>
              <a:buNone/>
            </a:pPr>
            <a:endParaRPr lang="ja-JP" altLang="en-US" sz="4800" dirty="0"/>
          </a:p>
          <a:p>
            <a:pPr>
              <a:lnSpc>
                <a:spcPct val="150000"/>
              </a:lnSpc>
            </a:pPr>
            <a:r>
              <a:rPr lang="en-US" altLang="ja-JP" sz="4800" dirty="0"/>
              <a:t>A. </a:t>
            </a:r>
            <a:r>
              <a:rPr lang="ja-JP" altLang="en-US" sz="4800" dirty="0"/>
              <a:t>日本語の勉強をやめて、自分の国に帰ろうと思った</a:t>
            </a:r>
            <a:br>
              <a:rPr lang="ja-JP" altLang="en-US" sz="4800" dirty="0"/>
            </a:br>
            <a:r>
              <a:rPr lang="en-US" altLang="ja-JP" sz="4800" dirty="0"/>
              <a:t>B. </a:t>
            </a:r>
            <a:r>
              <a:rPr lang="ja-JP" altLang="en-US" sz="4800" dirty="0"/>
              <a:t>白浜での生活はつまらなかったので、次は別の場所に行きたいと思った</a:t>
            </a:r>
            <a:br>
              <a:rPr lang="ja-JP" altLang="en-US" sz="4800" dirty="0"/>
            </a:br>
            <a:r>
              <a:rPr lang="en-US" altLang="ja-JP" sz="4800" dirty="0">
                <a:solidFill>
                  <a:srgbClr val="1C85C9"/>
                </a:solidFill>
              </a:rPr>
              <a:t>C. </a:t>
            </a:r>
            <a:r>
              <a:rPr lang="ja-JP" altLang="en-US" sz="4800" dirty="0">
                <a:solidFill>
                  <a:srgbClr val="1C85C9"/>
                </a:solidFill>
              </a:rPr>
              <a:t>中谷さんの家族に会えたことがうれしく、日本語の勉強をもっと頑張ろうと思った</a:t>
            </a:r>
            <a:br>
              <a:rPr lang="ja-JP" altLang="en-US" sz="4800" dirty="0"/>
            </a:br>
            <a:r>
              <a:rPr lang="en-US" altLang="ja-JP" sz="4800" dirty="0"/>
              <a:t>D. </a:t>
            </a:r>
            <a:r>
              <a:rPr lang="ja-JP" altLang="en-US" sz="4800" dirty="0"/>
              <a:t>日本語はもう十分上手になったので、これからは英語を勉強しようと思った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02E8A86-9963-EAAE-31A8-B5BE965C682D}"/>
              </a:ext>
            </a:extLst>
          </p:cNvPr>
          <p:cNvSpPr txBox="1"/>
          <p:nvPr/>
        </p:nvSpPr>
        <p:spPr>
          <a:xfrm>
            <a:off x="1185672" y="10021342"/>
            <a:ext cx="22299204" cy="3289875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r>
              <a:rPr lang="ja-JP" altLang="en-US" sz="4800" dirty="0"/>
              <a:t>文章の最後にこう書かれています：</a:t>
            </a:r>
            <a:endParaRPr lang="en-US" altLang="ja-JP" sz="4800" dirty="0"/>
          </a:p>
          <a:p>
            <a:pPr>
              <a:lnSpc>
                <a:spcPct val="150000"/>
              </a:lnSpc>
            </a:pPr>
            <a:r>
              <a:rPr lang="ja-JP" altLang="en-US" sz="4800" dirty="0"/>
              <a:t>「今回の旅行で中谷さんの家族とたくさん話すことができました。これからも</a:t>
            </a:r>
            <a:r>
              <a:rPr lang="ja-JP" altLang="en-US" sz="4800" dirty="0">
                <a:solidFill>
                  <a:srgbClr val="1C85C9"/>
                </a:solidFill>
              </a:rPr>
              <a:t>日本語の勉強を頑張っていこうと思います</a:t>
            </a:r>
            <a:r>
              <a:rPr lang="ja-JP" altLang="en-US" sz="4800" dirty="0"/>
              <a:t>。」</a:t>
            </a:r>
          </a:p>
        </p:txBody>
      </p:sp>
    </p:spTree>
    <p:extLst>
      <p:ext uri="{BB962C8B-B14F-4D97-AF65-F5344CB8AC3E}">
        <p14:creationId xmlns:p14="http://schemas.microsoft.com/office/powerpoint/2010/main" val="3653896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C9886-A626-60D2-71B1-29A110E7C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0CAF9C41-14FE-17B0-CE76-741338CCF4CA}"/>
              </a:ext>
            </a:extLst>
          </p:cNvPr>
          <p:cNvSpPr txBox="1"/>
          <p:nvPr/>
        </p:nvSpPr>
        <p:spPr>
          <a:xfrm>
            <a:off x="1041143" y="2911401"/>
            <a:ext cx="22301713" cy="12144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1.	</a:t>
            </a:r>
            <a:r>
              <a:rPr lang="zh-TW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趁還沒下雨，我們趕快回家吧</a:t>
            </a: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。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2.	</a:t>
            </a:r>
            <a:r>
              <a:rPr lang="zh-TW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昨天買的蛋，現在在冰箱</a:t>
            </a: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。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 startAt="2"/>
            </a:pP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3.	</a:t>
            </a:r>
            <a:r>
              <a:rPr lang="zh-TW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我家小孩都一直在玩電動不念書</a:t>
            </a: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。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FontTx/>
              <a:buAutoNum type="arabicPeriod" startAt="2"/>
            </a:pP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4.	</a:t>
            </a:r>
            <a:r>
              <a:rPr lang="zh-TW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下個月我會以老師的身分回到母校。</a:t>
            </a:r>
            <a:r>
              <a:rPr lang="ja-JP" altLang="en-US" sz="4800" dirty="0">
                <a:latin typeface="BIZ UDGothic" panose="020B0400000000000000" pitchFamily="33" charset="-128"/>
                <a:ea typeface="BIZ UDGothic" panose="020B0400000000000000" pitchFamily="33" charset="-128"/>
              </a:rPr>
              <a:t>（母校</a:t>
            </a:r>
            <a:r>
              <a:rPr lang="en-US" altLang="ja-JP" sz="4800" dirty="0">
                <a:latin typeface="BIZ UDGothic" panose="020B0400000000000000" pitchFamily="33" charset="-128"/>
                <a:ea typeface="BIZ UDGothic" panose="020B0400000000000000" pitchFamily="33" charset="-128"/>
              </a:rPr>
              <a:t>-</a:t>
            </a:r>
            <a:r>
              <a:rPr lang="ja-JP" altLang="en-US" sz="4800" dirty="0">
                <a:latin typeface="BIZ UDGothic" panose="020B0400000000000000" pitchFamily="33" charset="-128"/>
                <a:ea typeface="BIZ UDGothic" panose="020B0400000000000000" pitchFamily="33" charset="-128"/>
              </a:rPr>
              <a:t>ぼこう）</a:t>
            </a:r>
            <a:endParaRPr lang="en-US" altLang="ja-JP" sz="4800" dirty="0">
              <a:latin typeface="BIZ UDGothic" panose="020B0400000000000000" pitchFamily="33" charset="-128"/>
              <a:ea typeface="BIZ UDGothic" panose="020B0400000000000000" pitchFamily="33" charset="-128"/>
            </a:endParaRPr>
          </a:p>
          <a:p>
            <a:pPr marL="914400" indent="-914400">
              <a:lnSpc>
                <a:spcPct val="150000"/>
              </a:lnSpc>
              <a:buAutoNum type="arabicPeriod" startAt="2"/>
            </a:pP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  <a:buNone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03D1CF9-DD25-80A8-9AAB-6951F4DE9ADC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3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 翻譯練習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　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83698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F746B-A71A-5831-AE7E-4BDEAAF6F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CBBDA580-651C-4AFA-39BC-9F7B54D9DFBA}"/>
              </a:ext>
            </a:extLst>
          </p:cNvPr>
          <p:cNvSpPr txBox="1"/>
          <p:nvPr/>
        </p:nvSpPr>
        <p:spPr>
          <a:xfrm>
            <a:off x="1041143" y="2911401"/>
            <a:ext cx="22301713" cy="14360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1.	</a:t>
            </a:r>
            <a:r>
              <a:rPr lang="zh-TW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趁還沒下雨，我們趕快回家吧</a:t>
            </a: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。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    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雨がまだ降っていないうちに、早く帰りましょう。</a:t>
            </a:r>
            <a:endParaRPr lang="en-US" altLang="ja-JP" sz="4800" b="1" dirty="0">
              <a:solidFill>
                <a:srgbClr val="1C85C9"/>
              </a:solidFill>
              <a:latin typeface="BIZ UDGothic" panose="020B0400000000000000" pitchFamily="33" charset="-128"/>
              <a:ea typeface="BIZ UDGothic" panose="020B0400000000000000" pitchFamily="33" charset="-128"/>
            </a:endParaRPr>
          </a:p>
          <a:p>
            <a:pPr>
              <a:lnSpc>
                <a:spcPct val="150000"/>
              </a:lnSpc>
            </a:pPr>
            <a:r>
              <a:rPr lang="en-US" altLang="zh-TW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2.	</a:t>
            </a:r>
            <a:r>
              <a:rPr lang="zh-TW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昨天買的蛋，現在在冰箱</a:t>
            </a: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。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ja-JP" altLang="en-US" sz="4800" b="1" dirty="0">
                <a:solidFill>
                  <a:srgbClr val="E46D4B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　　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きのう買った卵は、冷蔵庫にあります。</a:t>
            </a:r>
            <a:endParaRPr lang="en-US" altLang="ja-JP" sz="4800" b="1" dirty="0">
              <a:solidFill>
                <a:srgbClr val="1C85C9"/>
              </a:solidFill>
              <a:latin typeface="BIZ UDGothic" panose="020B0400000000000000" pitchFamily="33" charset="-128"/>
              <a:ea typeface="BIZ UDGothic" panose="020B0400000000000000" pitchFamily="33" charset="-128"/>
            </a:endParaRPr>
          </a:p>
          <a:p>
            <a:pPr>
              <a:lnSpc>
                <a:spcPct val="150000"/>
              </a:lnSpc>
            </a:pPr>
            <a:r>
              <a:rPr lang="en-US" altLang="zh-TW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3.	</a:t>
            </a:r>
            <a:r>
              <a:rPr lang="zh-TW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我家小孩都一直在玩電動不念書</a:t>
            </a: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。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　</a:t>
            </a:r>
            <a:r>
              <a:rPr lang="ja-JP" altLang="en-US" sz="4800" b="1" dirty="0">
                <a:solidFill>
                  <a:srgbClr val="E46D4B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　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家の子供はゲームばかりしていて、勉強しません。</a:t>
            </a:r>
            <a:endParaRPr lang="en-US" altLang="ja-JP" sz="4800" b="1" dirty="0">
              <a:solidFill>
                <a:srgbClr val="1C85C9"/>
              </a:solidFill>
              <a:latin typeface="BIZ UDGothic" panose="020B0400000000000000" pitchFamily="33" charset="-128"/>
              <a:ea typeface="BIZ UDGothic" panose="020B0400000000000000" pitchFamily="33" charset="-128"/>
            </a:endParaRPr>
          </a:p>
          <a:p>
            <a:pPr>
              <a:lnSpc>
                <a:spcPct val="150000"/>
              </a:lnSpc>
            </a:pPr>
            <a:r>
              <a:rPr lang="en-US" altLang="zh-TW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4.</a:t>
            </a:r>
            <a:r>
              <a:rPr lang="zh-TW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下個月我會以老師的身分回到母校。</a:t>
            </a:r>
            <a:r>
              <a:rPr lang="ja-JP" altLang="en-US" sz="4800" dirty="0">
                <a:latin typeface="BIZ UDGothic" panose="020B0400000000000000" pitchFamily="33" charset="-128"/>
                <a:ea typeface="BIZ UDGothic" panose="020B0400000000000000" pitchFamily="33" charset="-128"/>
              </a:rPr>
              <a:t>（母校</a:t>
            </a:r>
            <a:r>
              <a:rPr lang="en-US" altLang="ja-JP" sz="4800" dirty="0">
                <a:latin typeface="BIZ UDGothic" panose="020B0400000000000000" pitchFamily="33" charset="-128"/>
                <a:ea typeface="BIZ UDGothic" panose="020B0400000000000000" pitchFamily="33" charset="-128"/>
              </a:rPr>
              <a:t>-</a:t>
            </a:r>
            <a:r>
              <a:rPr lang="ja-JP" altLang="en-US" sz="4800" dirty="0">
                <a:latin typeface="BIZ UDGothic" panose="020B0400000000000000" pitchFamily="33" charset="-128"/>
                <a:ea typeface="BIZ UDGothic" panose="020B0400000000000000" pitchFamily="33" charset="-128"/>
              </a:rPr>
              <a:t>ぼこう）</a:t>
            </a:r>
            <a:endParaRPr lang="en-US" altLang="ja-JP" sz="4800" dirty="0">
              <a:latin typeface="BIZ UDGothic" panose="020B0400000000000000" pitchFamily="33" charset="-128"/>
              <a:ea typeface="BIZ UDGothic" panose="020B0400000000000000" pitchFamily="33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4800" dirty="0">
                <a:solidFill>
                  <a:srgbClr val="E46D4B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　　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来月先生として母校に戻ります。</a:t>
            </a:r>
            <a:endParaRPr lang="en-US" altLang="ja-JP" sz="4800" b="1" dirty="0">
              <a:solidFill>
                <a:srgbClr val="1C85C9"/>
              </a:solidFill>
              <a:latin typeface="BIZ UDGothic" panose="020B0400000000000000" pitchFamily="33" charset="-128"/>
              <a:ea typeface="BIZ UDGothic" panose="020B0400000000000000" pitchFamily="33" charset="-128"/>
            </a:endParaRPr>
          </a:p>
          <a:p>
            <a:pPr>
              <a:lnSpc>
                <a:spcPct val="150000"/>
              </a:lnSpc>
            </a:pPr>
            <a:endParaRPr lang="en-US" altLang="ja-JP" sz="4800" dirty="0">
              <a:latin typeface="BIZ UDGothic" panose="020B0400000000000000" pitchFamily="33" charset="-128"/>
              <a:ea typeface="BIZ UDGothic" panose="020B0400000000000000" pitchFamily="33" charset="-128"/>
            </a:endParaRPr>
          </a:p>
          <a:p>
            <a:pPr marL="914400" indent="-914400">
              <a:lnSpc>
                <a:spcPct val="150000"/>
              </a:lnSpc>
              <a:buAutoNum type="arabicPeriod" startAt="2"/>
            </a:pP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  <a:buNone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EF006DD-708A-A917-58CA-597F9BD1007A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3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 翻譯練習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　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5017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9"/>
          <p:cNvSpPr/>
          <p:nvPr/>
        </p:nvSpPr>
        <p:spPr>
          <a:xfrm>
            <a:off x="-1800" y="0"/>
            <a:ext cx="24387600" cy="1371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SimSun"/>
              <a:buNone/>
            </a:pPr>
            <a:endParaRPr sz="3600" b="0" i="0" u="none" strike="noStrike" cap="none" dirty="0">
              <a:solidFill>
                <a:srgbClr val="FFFFFF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304" name="Google Shape;304;p19"/>
          <p:cNvSpPr txBox="1">
            <a:spLocks noGrp="1"/>
          </p:cNvSpPr>
          <p:nvPr>
            <p:ph type="ctrTitle" idx="4294967295"/>
          </p:nvPr>
        </p:nvSpPr>
        <p:spPr>
          <a:xfrm>
            <a:off x="3048000" y="6874950"/>
            <a:ext cx="18288000" cy="387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91350" rIns="91350" bIns="9135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0"/>
              <a:buFont typeface="Microsoft JhengHei"/>
              <a:buNone/>
            </a:pPr>
            <a:r>
              <a:rPr lang="en-US" sz="880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  <a:sym typeface="Microsoft JhengHei"/>
              </a:rPr>
              <a:t>また次回の授業でお会いしましょう</a:t>
            </a:r>
            <a:endParaRPr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</a:endParaRPr>
          </a:p>
        </p:txBody>
      </p:sp>
      <p:grpSp>
        <p:nvGrpSpPr>
          <p:cNvPr id="305" name="Google Shape;305;p19"/>
          <p:cNvGrpSpPr/>
          <p:nvPr/>
        </p:nvGrpSpPr>
        <p:grpSpPr>
          <a:xfrm>
            <a:off x="10521949" y="2253139"/>
            <a:ext cx="3340119" cy="4440061"/>
            <a:chOff x="-1" y="-2"/>
            <a:chExt cx="3340118" cy="4440059"/>
          </a:xfrm>
        </p:grpSpPr>
        <p:cxnSp>
          <p:nvCxnSpPr>
            <p:cNvPr id="306" name="Google Shape;306;p19"/>
            <p:cNvCxnSpPr/>
            <p:nvPr/>
          </p:nvCxnSpPr>
          <p:spPr>
            <a:xfrm rot="10800000">
              <a:off x="319467" y="1446531"/>
              <a:ext cx="1179133" cy="1"/>
            </a:xfrm>
            <a:prstGeom prst="straightConnector1">
              <a:avLst/>
            </a:prstGeom>
            <a:noFill/>
            <a:ln w="25400" cap="flat" cmpd="sng">
              <a:solidFill>
                <a:srgbClr val="FFFFFF"/>
              </a:solidFill>
              <a:prstDash val="dash"/>
              <a:bevel/>
              <a:headEnd type="none" w="sm" len="sm"/>
              <a:tailEnd type="oval" w="med" len="med"/>
            </a:ln>
          </p:spPr>
        </p:cxnSp>
        <p:grpSp>
          <p:nvGrpSpPr>
            <p:cNvPr id="307" name="Google Shape;307;p19"/>
            <p:cNvGrpSpPr/>
            <p:nvPr/>
          </p:nvGrpSpPr>
          <p:grpSpPr>
            <a:xfrm>
              <a:off x="-1" y="-2"/>
              <a:ext cx="3340118" cy="2879716"/>
              <a:chOff x="-1" y="-1"/>
              <a:chExt cx="3340117" cy="2879714"/>
            </a:xfrm>
          </p:grpSpPr>
          <p:sp>
            <p:nvSpPr>
              <p:cNvPr id="308" name="Google Shape;308;p19"/>
              <p:cNvSpPr/>
              <p:nvPr/>
            </p:nvSpPr>
            <p:spPr>
              <a:xfrm>
                <a:off x="-1" y="-1"/>
                <a:ext cx="3340117" cy="287971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800"/>
                    </a:moveTo>
                    <a:lnTo>
                      <a:pt x="4656" y="0"/>
                    </a:lnTo>
                    <a:lnTo>
                      <a:pt x="16944" y="0"/>
                    </a:lnTo>
                    <a:lnTo>
                      <a:pt x="21600" y="10800"/>
                    </a:lnTo>
                    <a:lnTo>
                      <a:pt x="16944" y="21600"/>
                    </a:lnTo>
                    <a:lnTo>
                      <a:pt x="4656" y="216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  <p:sp>
            <p:nvSpPr>
              <p:cNvPr id="309" name="Google Shape;309;p19"/>
              <p:cNvSpPr/>
              <p:nvPr/>
            </p:nvSpPr>
            <p:spPr>
              <a:xfrm>
                <a:off x="894020" y="719932"/>
                <a:ext cx="1495801" cy="149580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  <p:sp>
            <p:nvSpPr>
              <p:cNvPr id="310" name="Google Shape;310;p19"/>
              <p:cNvSpPr/>
              <p:nvPr/>
            </p:nvSpPr>
            <p:spPr>
              <a:xfrm>
                <a:off x="140105" y="105120"/>
                <a:ext cx="3048625" cy="262839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800"/>
                    </a:moveTo>
                    <a:lnTo>
                      <a:pt x="4656" y="0"/>
                    </a:lnTo>
                    <a:lnTo>
                      <a:pt x="16944" y="0"/>
                    </a:lnTo>
                    <a:lnTo>
                      <a:pt x="21600" y="10800"/>
                    </a:lnTo>
                    <a:lnTo>
                      <a:pt x="16944" y="21600"/>
                    </a:lnTo>
                    <a:lnTo>
                      <a:pt x="4656" y="21600"/>
                    </a:lnTo>
                    <a:close/>
                  </a:path>
                </a:pathLst>
              </a:custGeom>
              <a:noFill/>
              <a:ln w="12700" cap="flat" cmpd="sng">
                <a:solidFill>
                  <a:srgbClr val="7F7F7F"/>
                </a:solidFill>
                <a:prstDash val="dot"/>
                <a:bevel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</p:grpSp>
        <p:sp>
          <p:nvSpPr>
            <p:cNvPr id="313" name="Google Shape;313;p19"/>
            <p:cNvSpPr txBox="1"/>
            <p:nvPr/>
          </p:nvSpPr>
          <p:spPr>
            <a:xfrm>
              <a:off x="244517" y="2606355"/>
              <a:ext cx="2839800" cy="1833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350" tIns="91350" rIns="91350" bIns="9135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79B6"/>
                </a:buClr>
                <a:buSzPts val="10800"/>
                <a:buFont typeface="Microsoft Yahei"/>
                <a:buNone/>
              </a:pPr>
              <a:r>
                <a:rPr lang="en-US" sz="10800" b="1" i="0" u="none" strike="noStrike" cap="none" dirty="0">
                  <a:solidFill>
                    <a:srgbClr val="4079B6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r>
                <a:rPr lang="en-US" sz="10800" b="1" i="0" u="none" strike="noStrike" cap="none" dirty="0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</a:t>
              </a:r>
              <a:r>
                <a:rPr lang="en-US" sz="10800" b="1" i="0" u="none" strike="noStrike" cap="none" dirty="0">
                  <a:solidFill>
                    <a:srgbClr val="FFC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r>
                <a:rPr lang="en-US" sz="10800" b="1" i="0" u="none" strike="noStrike" cap="none" dirty="0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</a:t>
              </a:r>
              <a:r>
                <a:rPr lang="en-US" sz="10800" b="1" i="0" u="none" strike="noStrike" cap="none" dirty="0">
                  <a:solidFill>
                    <a:srgbClr val="FD5229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endParaRPr sz="1400" b="0" i="0" u="none" strike="noStrike" cap="none" dirty="0">
                <a:solidFill>
                  <a:srgbClr val="000000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Arial"/>
                <a:sym typeface="Arial"/>
              </a:endParaRPr>
            </a:p>
          </p:txBody>
        </p:sp>
        <p:pic>
          <p:nvPicPr>
            <p:cNvPr id="314" name="Google Shape;314;p19" descr="Google Shape;425;p5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5868" y="955041"/>
              <a:ext cx="1888364" cy="106268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8F8F8F"/>
      </a:accent3>
      <a:accent4>
        <a:srgbClr val="707070"/>
      </a:accent4>
      <a:accent5>
        <a:srgbClr val="B2C1DB"/>
      </a:accent5>
      <a:accent6>
        <a:srgbClr val="AE4845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TM02900720[[fn=要素]]</Template>
  <TotalTime>97</TotalTime>
  <Words>1647</Words>
  <Application>Microsoft Office PowerPoint</Application>
  <PresentationFormat>ユーザー設定</PresentationFormat>
  <Paragraphs>98</Paragraphs>
  <Slides>14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28" baseType="lpstr">
      <vt:lpstr>BIZ UDGothic</vt:lpstr>
      <vt:lpstr>Gen Jyuu Gothic Bold</vt:lpstr>
      <vt:lpstr>SimSun</vt:lpstr>
      <vt:lpstr>Calibri</vt:lpstr>
      <vt:lpstr>HGPSoeiKakugothicUB</vt:lpstr>
      <vt:lpstr>Microsoft Yahei</vt:lpstr>
      <vt:lpstr>Arial</vt:lpstr>
      <vt:lpstr>Wingdings 2</vt:lpstr>
      <vt:lpstr>Microsoft JhengHei Light</vt:lpstr>
      <vt:lpstr>BIZ UDPGothic</vt:lpstr>
      <vt:lpstr>Microsoft JhengHei</vt:lpstr>
      <vt:lpstr>Calibri Light</vt:lpstr>
      <vt:lpstr>Gen Jyuu GothicL Bold</vt:lpstr>
      <vt:lpstr>HDOfficeLightV0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また次回の授業でお会いしましょう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嘉展 張</cp:lastModifiedBy>
  <cp:revision>2</cp:revision>
  <dcterms:modified xsi:type="dcterms:W3CDTF">2025-08-20T12:38:24Z</dcterms:modified>
</cp:coreProperties>
</file>