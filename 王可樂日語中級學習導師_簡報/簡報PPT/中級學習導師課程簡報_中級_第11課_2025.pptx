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9" r:id="rId3"/>
    <p:sldId id="369" r:id="rId4"/>
    <p:sldId id="351" r:id="rId5"/>
    <p:sldId id="368" r:id="rId6"/>
    <p:sldId id="345" r:id="rId7"/>
    <p:sldId id="358" r:id="rId8"/>
    <p:sldId id="346" r:id="rId9"/>
    <p:sldId id="347" r:id="rId10"/>
    <p:sldId id="354" r:id="rId11"/>
    <p:sldId id="355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Gen Jyuu Gothic Bold" panose="02020500000000000000" charset="-120"/>
      <p:bold r:id="rId18"/>
    </p:embeddedFont>
    <p:embeddedFont>
      <p:font typeface="Gen Jyuu GothicL Bold" panose="02020500000000000000" charset="-120"/>
      <p:bold r:id="rId19"/>
    </p:embeddedFont>
    <p:embeddedFont>
      <p:font typeface="Microsoft JhengHei" panose="020B0604030504040204" pitchFamily="34" charset="-120"/>
      <p:regular r:id="rId20"/>
      <p:bold r:id="rId21"/>
    </p:embeddedFont>
    <p:embeddedFont>
      <p:font typeface="BIZ UDGothic" panose="020B0400000000000000" pitchFamily="33" charset="-128"/>
      <p:regular r:id="rId22"/>
      <p:bold r:id="rId23"/>
    </p:embeddedFont>
    <p:embeddedFont>
      <p:font typeface="BIZ UDPGothic" panose="020B0400000000000000" pitchFamily="34" charset="-128"/>
      <p:regular r:id="rId24"/>
      <p:bold r:id="rId25"/>
    </p:embeddedFont>
    <p:embeddedFont>
      <p:font typeface="HGPSoeiKakugothicUB" panose="020B0A00000000000000" pitchFamily="34" charset="-128"/>
      <p:regular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79670-7A8B-4F82-82C2-99AC3D3BCB93}" v="16" dt="2025-09-24T10:25:44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4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503394CD-CD7C-4FEF-9F21-9EB2DB85109F}"/>
    <pc:docChg chg="modSld">
      <pc:chgData name="嘉展 張" userId="56c0cc265fef7f12" providerId="LiveId" clId="{503394CD-CD7C-4FEF-9F21-9EB2DB85109F}" dt="2025-09-24T10:29:14.465" v="334" actId="20577"/>
      <pc:docMkLst>
        <pc:docMk/>
      </pc:docMkLst>
      <pc:sldChg chg="modSp mod">
        <pc:chgData name="嘉展 張" userId="56c0cc265fef7f12" providerId="LiveId" clId="{503394CD-CD7C-4FEF-9F21-9EB2DB85109F}" dt="2025-09-24T10:29:14.465" v="334" actId="20577"/>
        <pc:sldMkLst>
          <pc:docMk/>
          <pc:sldMk cId="3383698067" sldId="342"/>
        </pc:sldMkLst>
        <pc:spChg chg="mod">
          <ac:chgData name="嘉展 張" userId="56c0cc265fef7f12" providerId="LiveId" clId="{503394CD-CD7C-4FEF-9F21-9EB2DB85109F}" dt="2025-09-24T10:29:14.465" v="334" actId="20577"/>
          <ac:spMkLst>
            <pc:docMk/>
            <pc:sldMk cId="3383698067" sldId="342"/>
            <ac:spMk id="9" creationId="{0CAF9C41-14FE-17B0-CE76-741338CCF4CA}"/>
          </ac:spMkLst>
        </pc:spChg>
      </pc:sldChg>
      <pc:sldChg chg="modSp mod">
        <pc:chgData name="嘉展 張" userId="56c0cc265fef7f12" providerId="LiveId" clId="{503394CD-CD7C-4FEF-9F21-9EB2DB85109F}" dt="2025-09-24T10:29:08.011" v="332" actId="20577"/>
        <pc:sldMkLst>
          <pc:docMk/>
          <pc:sldMk cId="345017411" sldId="343"/>
        </pc:sldMkLst>
        <pc:spChg chg="mod">
          <ac:chgData name="嘉展 張" userId="56c0cc265fef7f12" providerId="LiveId" clId="{503394CD-CD7C-4FEF-9F21-9EB2DB85109F}" dt="2025-09-24T10:29:08.011" v="332" actId="20577"/>
          <ac:spMkLst>
            <pc:docMk/>
            <pc:sldMk cId="345017411" sldId="343"/>
            <ac:spMk id="9" creationId="{CBBDA580-651C-4AFA-39BC-9F7B54D9DFBA}"/>
          </ac:spMkLst>
        </pc:spChg>
      </pc:sldChg>
      <pc:sldChg chg="modSp mod">
        <pc:chgData name="嘉展 張" userId="56c0cc265fef7f12" providerId="LiveId" clId="{503394CD-CD7C-4FEF-9F21-9EB2DB85109F}" dt="2025-09-24T10:17:22.719" v="189"/>
        <pc:sldMkLst>
          <pc:docMk/>
          <pc:sldMk cId="3585428774" sldId="359"/>
        </pc:sldMkLst>
        <pc:spChg chg="mod">
          <ac:chgData name="嘉展 張" userId="56c0cc265fef7f12" providerId="LiveId" clId="{503394CD-CD7C-4FEF-9F21-9EB2DB85109F}" dt="2025-09-24T10:17:22.719" v="189"/>
          <ac:spMkLst>
            <pc:docMk/>
            <pc:sldMk cId="3585428774" sldId="359"/>
            <ac:spMk id="9" creationId="{9755469E-80FB-6066-BBDC-2B5FD43DC006}"/>
          </ac:spMkLst>
        </pc:spChg>
      </pc:sldChg>
      <pc:sldChg chg="modSp mod">
        <pc:chgData name="嘉展 張" userId="56c0cc265fef7f12" providerId="LiveId" clId="{503394CD-CD7C-4FEF-9F21-9EB2DB85109F}" dt="2025-09-24T10:18:13.680" v="191" actId="207"/>
        <pc:sldMkLst>
          <pc:docMk/>
          <pc:sldMk cId="415475792" sldId="369"/>
        </pc:sldMkLst>
        <pc:spChg chg="mod">
          <ac:chgData name="嘉展 張" userId="56c0cc265fef7f12" providerId="LiveId" clId="{503394CD-CD7C-4FEF-9F21-9EB2DB85109F}" dt="2025-09-24T10:18:13.680" v="191" actId="207"/>
          <ac:spMkLst>
            <pc:docMk/>
            <pc:sldMk cId="415475792" sldId="369"/>
            <ac:spMk id="9" creationId="{F2982CCE-EB43-09C4-AA38-E8B18B3C0487}"/>
          </ac:spMkLst>
        </pc:spChg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31:50.127" v="130" actId="207"/>
        <pc:sldMkLst>
          <pc:docMk/>
          <pc:sldMk cId="732333138" sldId="351"/>
        </pc:sldMkLst>
      </pc:sldChg>
      <pc:sldChg chg="modSp mod">
        <pc:chgData name="嘉展 張" userId="56c0cc265fef7f12" providerId="LiveId" clId="{B8F15BBE-A2E8-4DCB-B8C2-722EEBD073BE}" dt="2025-07-11T23:33:49.051" v="148" actId="15"/>
        <pc:sldMkLst>
          <pc:docMk/>
          <pc:sldMk cId="2503062332" sldId="354"/>
        </pc:sldMkLst>
      </pc:sldChg>
      <pc:sldChg chg="modSp mod">
        <pc:chgData name="嘉展 張" userId="56c0cc265fef7f12" providerId="LiveId" clId="{B8F15BBE-A2E8-4DCB-B8C2-722EEBD073BE}" dt="2025-07-11T23:34:13.940" v="153"/>
        <pc:sldMkLst>
          <pc:docMk/>
          <pc:sldMk cId="2169278876" sldId="355"/>
        </pc:sldMkLst>
      </pc:sldChg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14893FBA-687C-48F6-999D-DF50F6A0EA79}"/>
    <pc:docChg chg="addSld delSld modSld modMainMaster">
      <pc:chgData name="嘉展 張" userId="56c0cc265fef7f12" providerId="LiveId" clId="{14893FBA-687C-48F6-999D-DF50F6A0EA79}" dt="2025-08-24T03:24:38.087" v="47" actId="207"/>
      <pc:docMkLst>
        <pc:docMk/>
      </pc:docMkLst>
      <pc:sldChg chg="modSp mod">
        <pc:chgData name="嘉展 張" userId="56c0cc265fef7f12" providerId="LiveId" clId="{14893FBA-687C-48F6-999D-DF50F6A0EA79}" dt="2025-08-24T03:24:01.112" v="24" actId="20577"/>
        <pc:sldMkLst>
          <pc:docMk/>
          <pc:sldMk cId="3585428774" sldId="359"/>
        </pc:sldMkLst>
      </pc:sldChg>
      <pc:sldChg chg="del">
        <pc:chgData name="嘉展 張" userId="56c0cc265fef7f12" providerId="LiveId" clId="{14893FBA-687C-48F6-999D-DF50F6A0EA79}" dt="2025-08-24T03:23:27.301" v="2" actId="47"/>
        <pc:sldMkLst>
          <pc:docMk/>
          <pc:sldMk cId="3330119125" sldId="366"/>
        </pc:sldMkLst>
      </pc:sldChg>
      <pc:sldChg chg="modSp add mod">
        <pc:chgData name="嘉展 張" userId="56c0cc265fef7f12" providerId="LiveId" clId="{14893FBA-687C-48F6-999D-DF50F6A0EA79}" dt="2025-08-24T03:24:38.087" v="47" actId="207"/>
        <pc:sldMkLst>
          <pc:docMk/>
          <pc:sldMk cId="415475792" sldId="369"/>
        </pc:sldMkLst>
      </pc:sldChg>
      <pc:sldMasterChg chg="modSldLayout">
        <pc:chgData name="嘉展 張" userId="56c0cc265fef7f12" providerId="LiveId" clId="{14893FBA-687C-48F6-999D-DF50F6A0EA79}" dt="2025-08-20T12:41:25.642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14893FBA-687C-48F6-999D-DF50F6A0EA79}" dt="2025-08-20T12:41:25.642" v="0"/>
          <pc:sldLayoutMkLst>
            <pc:docMk/>
            <pc:sldMasterMk cId="2733321511" sldId="2147483688"/>
            <pc:sldLayoutMk cId="810264706" sldId="2147483689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08:46:27.999" v="29"/>
        <pc:sldMkLst>
          <pc:docMk/>
          <pc:sldMk cId="1698366788" sldId="274"/>
        </pc:sldMkLst>
      </pc:sldChg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0:53:44.580" v="152" actId="15"/>
        <pc:sldMkLst>
          <pc:docMk/>
          <pc:sldMk cId="3752334464" sldId="345"/>
        </pc:sldMkLst>
      </pc:sldChg>
      <pc:sldChg chg="modSp mod">
        <pc:chgData name="嘉展 張" userId="56c0cc265fef7f12" providerId="LiveId" clId="{0BB0EFE5-82D4-4395-89A8-40A71B510EC6}" dt="2025-07-10T10:55:02.259" v="162" actId="15"/>
        <pc:sldMkLst>
          <pc:docMk/>
          <pc:sldMk cId="1115666099" sldId="346"/>
        </pc:sldMkLst>
      </pc:sldChg>
      <pc:sldChg chg="modSp mod">
        <pc:chgData name="嘉展 張" userId="56c0cc265fef7f12" providerId="LiveId" clId="{0BB0EFE5-82D4-4395-89A8-40A71B510EC6}" dt="2025-07-10T10:55:31.608" v="165"/>
        <pc:sldMkLst>
          <pc:docMk/>
          <pc:sldMk cId="3822570613" sldId="347"/>
        </pc:sldMkLst>
      </pc:sldChg>
      <pc:sldChg chg="modSp mod">
        <pc:chgData name="嘉展 張" userId="56c0cc265fef7f12" providerId="LiveId" clId="{0BB0EFE5-82D4-4395-89A8-40A71B510EC6}" dt="2025-07-10T09:31:21.243" v="73"/>
        <pc:sldMkLst>
          <pc:docMk/>
          <pc:sldMk cId="732333138" sldId="351"/>
        </pc:sldMkLst>
      </pc:sldChg>
      <pc:sldChg chg="modSp mod">
        <pc:chgData name="嘉展 張" userId="56c0cc265fef7f12" providerId="LiveId" clId="{0BB0EFE5-82D4-4395-89A8-40A71B510EC6}" dt="2025-07-10T10:57:53.903" v="167" actId="15"/>
        <pc:sldMkLst>
          <pc:docMk/>
          <pc:sldMk cId="2503062332" sldId="354"/>
        </pc:sldMkLst>
      </pc:sldChg>
      <pc:sldChg chg="modSp mod">
        <pc:chgData name="嘉展 張" userId="56c0cc265fef7f12" providerId="LiveId" clId="{0BB0EFE5-82D4-4395-89A8-40A71B510EC6}" dt="2025-07-10T10:58:11.544" v="170"/>
        <pc:sldMkLst>
          <pc:docMk/>
          <pc:sldMk cId="2169278876" sldId="355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16CA-870F-4ACF-1F51-47ED9CD4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42929-7443-D7D8-BBAA-ED91915C5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FD30CA-9BCA-487F-E75C-0123C4EC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05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B99E-2BD4-EA60-1BE3-1FB4E08D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23E46F-3848-20B2-B1E6-14A59245A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11A986C-F3EB-7A00-F6CD-9E7A938B5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7801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B8BC-D39B-C760-DD92-DA06EC42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1ACF6B-0318-1497-85CA-83133713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652A40-8D2A-D7A8-9F56-34E5D185E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6009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F310-7F58-FA17-6341-7E5E808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D5293-8193-FF20-FA48-8B4F973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04C5F3-E8CC-A1B4-0A04-FF293BA0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46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つわり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第十一課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～せいで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～せいか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～をしている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～ずにはいられない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～としても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というより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～わけではない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も～ば、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必ずしも～とは限らない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一方で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つまり～ことだ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11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つわり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十一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415E-E700-A6AF-2D92-69D0CA5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469E-80FB-6066-BBDC-2B5FD43DC006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気の（　せいで　／　せいか　）、なんだか変な臭いがするな。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彼女はいつも、悲しそうな顔（　をしている　／　をしたいものだ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この漫画、感動的すぎて（　泣かずにはいられない　／　泣くわけではない　）！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たとえ時間がなかった（　としても　／　ことだ　）、連絡くらいしてほしかった。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彼の話し方は、先生というより友達（　という感じだ　／　というよりだ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B8A50F-B7E4-85B6-1380-E9C5E4DFAB6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42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6489-CC9C-DE9E-3075-B5369968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2982CCE-EB43-09C4-AA38-E8B18B3C0487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気の（　せいで　／　</a:t>
            </a:r>
            <a:r>
              <a:rPr lang="ja-JP" altLang="en-US" sz="4800" dirty="0">
                <a:solidFill>
                  <a:srgbClr val="1C85C9"/>
                </a:solidFill>
              </a:rPr>
              <a:t>せいか</a:t>
            </a:r>
            <a:r>
              <a:rPr lang="ja-JP" altLang="en-US" sz="4800" dirty="0"/>
              <a:t>　）、なんだか変な臭いがするな。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彼女はいつも、悲しそうな顔（</a:t>
            </a:r>
            <a:r>
              <a:rPr lang="ja-JP" altLang="en-US" sz="4800" dirty="0">
                <a:solidFill>
                  <a:srgbClr val="1C85C9"/>
                </a:solidFill>
              </a:rPr>
              <a:t>　をしている　</a:t>
            </a:r>
            <a:r>
              <a:rPr lang="ja-JP" altLang="en-US" sz="4800" dirty="0"/>
              <a:t>／　をしたいものだ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この漫画、感動的すぎて（　</a:t>
            </a:r>
            <a:r>
              <a:rPr lang="ja-JP" altLang="en-US" sz="4800" dirty="0">
                <a:solidFill>
                  <a:srgbClr val="1C85C9"/>
                </a:solidFill>
              </a:rPr>
              <a:t>泣かずにはいられない</a:t>
            </a:r>
            <a:r>
              <a:rPr lang="ja-JP" altLang="en-US" sz="4800" dirty="0"/>
              <a:t>　／　泣くわけではない　）！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たとえ時間がなかった（</a:t>
            </a:r>
            <a:r>
              <a:rPr lang="ja-JP" altLang="en-US" sz="4800" dirty="0">
                <a:solidFill>
                  <a:srgbClr val="1C85C9"/>
                </a:solidFill>
              </a:rPr>
              <a:t>　としても　</a:t>
            </a:r>
            <a:r>
              <a:rPr lang="ja-JP" altLang="en-US" sz="4800" dirty="0"/>
              <a:t>／　ことだ　）、連絡くらいしてほしかった。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彼の話し方は、先生というより友達（　</a:t>
            </a:r>
            <a:r>
              <a:rPr lang="ja-JP" altLang="en-US" sz="4800" dirty="0">
                <a:solidFill>
                  <a:srgbClr val="1C85C9"/>
                </a:solidFill>
              </a:rPr>
              <a:t>という感じだ　</a:t>
            </a:r>
            <a:r>
              <a:rPr lang="ja-JP" altLang="en-US" sz="4800" dirty="0"/>
              <a:t>／　というよりだ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4F1575D-334E-4A5A-8056-BA622288F3AF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47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日本人だからといって、みんな礼儀正しい（　わけではない　／　ことだ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うちの子は、寝るのも（　遅ければ　／　遅かったら）、起きるのも遅い。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有名な大学を出た人が、必ずしも優秀だとは（　限らない　／　しない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部長は部下には厳しいが、（　そのせいか　／　一方で　）人間味もある。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この法律は子どもを守るためのものです。つまり、暴力（　とは限らない　／　をふせぐことだ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517C-302C-A578-B95B-7713C19C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579934D-6A45-CEF8-76B4-5BFC62073CFF}"/>
              </a:ext>
            </a:extLst>
          </p:cNvPr>
          <p:cNvSpPr txBox="1"/>
          <p:nvPr/>
        </p:nvSpPr>
        <p:spPr>
          <a:xfrm>
            <a:off x="1041143" y="2344617"/>
            <a:ext cx="22301713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日本人だからといって、みんな礼儀正しい（　</a:t>
            </a:r>
            <a:r>
              <a:rPr lang="ja-JP" altLang="en-US" sz="4800" dirty="0">
                <a:solidFill>
                  <a:srgbClr val="1C85C9"/>
                </a:solidFill>
              </a:rPr>
              <a:t>わけではない　</a:t>
            </a:r>
            <a:r>
              <a:rPr lang="ja-JP" altLang="en-US" sz="4800" dirty="0"/>
              <a:t>／　ことだ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うちの子は、寝るのも（　</a:t>
            </a:r>
            <a:r>
              <a:rPr lang="ja-JP" altLang="en-US" sz="4800" dirty="0">
                <a:solidFill>
                  <a:srgbClr val="1C85C9"/>
                </a:solidFill>
              </a:rPr>
              <a:t>遅ければ</a:t>
            </a:r>
            <a:r>
              <a:rPr lang="ja-JP" altLang="en-US" sz="4800" dirty="0"/>
              <a:t>　／　遅かったら）、起きるのも遅い。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有名な大学を出た人が、必ずしも優秀だとは（　</a:t>
            </a:r>
            <a:r>
              <a:rPr lang="ja-JP" altLang="en-US" sz="4800" dirty="0">
                <a:solidFill>
                  <a:srgbClr val="1C85C9"/>
                </a:solidFill>
              </a:rPr>
              <a:t>限らない</a:t>
            </a:r>
            <a:r>
              <a:rPr lang="ja-JP" altLang="en-US" sz="4800" dirty="0"/>
              <a:t>　／　しない　）。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部長は部下には厳しいが、（　そのせいか　／　</a:t>
            </a:r>
            <a:r>
              <a:rPr lang="ja-JP" altLang="en-US" sz="4800" dirty="0">
                <a:solidFill>
                  <a:srgbClr val="1C85C9"/>
                </a:solidFill>
              </a:rPr>
              <a:t>一方で　</a:t>
            </a:r>
            <a:r>
              <a:rPr lang="ja-JP" altLang="en-US" sz="4800" dirty="0"/>
              <a:t>）人間味もある。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この法律は子どもを守るためのものです。つまり、暴力（　とは限らない　／</a:t>
            </a:r>
            <a:r>
              <a:rPr lang="ja-JP" altLang="en-US" sz="4800" dirty="0">
                <a:solidFill>
                  <a:srgbClr val="1C85C9"/>
                </a:solidFill>
              </a:rPr>
              <a:t>　をふせぐことだ</a:t>
            </a:r>
            <a:r>
              <a:rPr lang="ja-JP" altLang="en-US" sz="4800" dirty="0"/>
              <a:t>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2822C4C-570B-F6C0-4DEB-66A5AA4FAD6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457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岩崎さんは「妊婦というより病人」と言っていますが、これはどういう気持ちを表していますか。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病気ではないのに、とても体がつらいという気持ち。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医者に病気と間違えられて困った気持ち。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妊婦だと信じてもらえなかった気持ち。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自分は本当に病気になってしまったと思った気持ち。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岩崎さんは「妊婦というより病人」と言っていますが、これはどういう気持ちを表していますか。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A. </a:t>
            </a:r>
            <a:r>
              <a:rPr lang="ja-JP" altLang="en-US" sz="4800" dirty="0">
                <a:solidFill>
                  <a:srgbClr val="1C85C9"/>
                </a:solidFill>
              </a:rPr>
              <a:t>病気ではないのに、とても体がつらいという気持ち。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医者に病気と間違えられて困った気持ち。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妊婦だと信じてもらえなかった気持ち。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自分は本当に病気になってしまったと思った気持ち。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9299514"/>
            <a:ext cx="22299204" cy="4397871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本文に「病気というわけじゃないのにね。出かけようとするともっとしんどくなるの。」とあり、「妊婦というより病人になった気分」という表現は、妊娠中でも病人のようにつらいという意味。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つわりの影響で岩崎さんが特にしていることは何ですか。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一日中寝ないで過ごしている。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豆乳を毎日飲まずにはいられない。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家族と毎日電話している。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ずっとテレビを見て気分をまぎらわせている。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つわりの影響で岩崎さんが特にしていることは何ですか。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一日中寝ないで過ごしている。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B. </a:t>
            </a:r>
            <a:r>
              <a:rPr lang="ja-JP" altLang="en-US" sz="4800" dirty="0">
                <a:solidFill>
                  <a:srgbClr val="1C85C9"/>
                </a:solidFill>
              </a:rPr>
              <a:t>豆乳を毎日飲まずにはいられない。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家族と毎日電話している。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ずっとテレビを見て気分をまぎらわせている。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本文に「なぜか毎日豆乳を飲まずにはいられないとのこと」と明記されている。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この話の最後で、中谷さんはどうしようとしていましたか。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A. </a:t>
            </a:r>
            <a:r>
              <a:rPr lang="ja-JP" altLang="en-US" sz="4800" dirty="0"/>
              <a:t>自分も母親になる準備として勉強しようとしていた。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子どもは苦手だから、今後関わらないようにしようとしていた。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赤ちゃんのプレゼントを選びに行こうとしていた。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岩崎さんに子育てのアドバイスをしようとしていた。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905-BD41-B96E-B92F-C0769DC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2FE2F65-EE2C-3DE9-04DF-3E842575BC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A6F6398-4125-3D01-B3FA-C72FE3AE26BE}"/>
              </a:ext>
            </a:extLst>
          </p:cNvPr>
          <p:cNvSpPr txBox="1"/>
          <p:nvPr/>
        </p:nvSpPr>
        <p:spPr>
          <a:xfrm>
            <a:off x="1041143" y="2048947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この話の最後で、中谷さんはどうしようとしていましたか。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A. </a:t>
            </a:r>
            <a:r>
              <a:rPr lang="ja-JP" altLang="en-US" sz="4800" dirty="0">
                <a:solidFill>
                  <a:srgbClr val="1C85C9"/>
                </a:solidFill>
              </a:rPr>
              <a:t>自分も母親になる準備として勉強しようとしていた。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B. </a:t>
            </a:r>
            <a:r>
              <a:rPr lang="ja-JP" altLang="en-US" sz="4800" dirty="0"/>
              <a:t>子どもは苦手だから、今後関わらないようにしようとしていた。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C. </a:t>
            </a:r>
            <a:r>
              <a:rPr lang="ja-JP" altLang="en-US" sz="4800" dirty="0"/>
              <a:t>赤ちゃんのプレゼントを選びに行こうとしていた。</a:t>
            </a:r>
          </a:p>
          <a:p>
            <a:pPr lvl="1" algn="just">
              <a:lnSpc>
                <a:spcPct val="150000"/>
              </a:lnSpc>
            </a:pPr>
            <a:r>
              <a:rPr lang="en-US" altLang="ja-JP" sz="4800" dirty="0"/>
              <a:t>D. </a:t>
            </a:r>
            <a:r>
              <a:rPr lang="ja-JP" altLang="en-US" sz="4800" dirty="0"/>
              <a:t>岩崎さんに子育てのアドバイスをしようとしていた。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56BF10-A4DB-12BD-61DF-20C1B5C688CB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本文の最後に「中谷さんは、自分も母親になったつもりで勉強すると意気込んでいた。」とある。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216927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那部電影太感人了，讓人忍不住哭了。（～ずにはいられない）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與其說是朋友，不如說是像老師般的存在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。（～というより）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有錢人不一定就會幸福。（必ずしも～とは限らない）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哥哥在大學當老師，另一方面弟弟卻整天打電動。（一方で）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那部電影太感人了，讓人忍不住哭了。（～ずにはいられない）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あの映画は感動的すぎて、泣かずにはいられなかった。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 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與其</a:t>
            </a:r>
            <a:r>
              <a:rPr lang="zh-TW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說是朋友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，不如說是像老師般的存在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。（～というより）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彼は友達というより、先生のような存在です。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有錢人不一定就會幸福。（必ずしも～とは限らない）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お金持ちが必ずしも幸せとは限りません。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哥哥在大學當老師，另一方面弟弟卻整天打電動。（一方で）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兄は大学で先生をしている。一方で、弟は毎日ゲームばかりしている。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1017</TotalTime>
  <Words>1920</Words>
  <Application>Microsoft Office PowerPoint</Application>
  <PresentationFormat>自訂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8" baseType="lpstr">
      <vt:lpstr>Gen Jyuu GothicL Bold</vt:lpstr>
      <vt:lpstr>Arial</vt:lpstr>
      <vt:lpstr>Microsoft Yahei</vt:lpstr>
      <vt:lpstr>BIZ UDGothic</vt:lpstr>
      <vt:lpstr>Calibri Light</vt:lpstr>
      <vt:lpstr>Microsoft JhengHei</vt:lpstr>
      <vt:lpstr>Calibri</vt:lpstr>
      <vt:lpstr>HGPSoeiKakugothicUB</vt:lpstr>
      <vt:lpstr>SimSun</vt:lpstr>
      <vt:lpstr>Gen Jyuu Gothic Bold</vt:lpstr>
      <vt:lpstr>BIZ UDPGothic</vt:lpstr>
      <vt:lpstr>Wingdings 2</vt:lpstr>
      <vt:lpstr>Microsoft JhengHei Light</vt:lpstr>
      <vt:lpstr>HDOfficeLightV0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2025-09-24T10:29:16Z</dcterms:modified>
</cp:coreProperties>
</file>