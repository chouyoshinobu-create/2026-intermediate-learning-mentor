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16"/>
  </p:notesMasterIdLst>
  <p:handoutMasterIdLst>
    <p:handoutMasterId r:id="rId17"/>
  </p:handoutMasterIdLst>
  <p:sldIdLst>
    <p:sldId id="274" r:id="rId2"/>
    <p:sldId id="364" r:id="rId3"/>
    <p:sldId id="366" r:id="rId4"/>
    <p:sldId id="365" r:id="rId5"/>
    <p:sldId id="368" r:id="rId6"/>
    <p:sldId id="345" r:id="rId7"/>
    <p:sldId id="358" r:id="rId8"/>
    <p:sldId id="346" r:id="rId9"/>
    <p:sldId id="347" r:id="rId10"/>
    <p:sldId id="354" r:id="rId11"/>
    <p:sldId id="369" r:id="rId12"/>
    <p:sldId id="343" r:id="rId13"/>
    <p:sldId id="342" r:id="rId14"/>
    <p:sldId id="264" r:id="rId15"/>
  </p:sldIdLst>
  <p:sldSz cx="24384000" cy="13716000"/>
  <p:notesSz cx="6858000" cy="9144000"/>
  <p:embeddedFontLst>
    <p:embeddedFont>
      <p:font typeface="BIZ UDPGothic" panose="020B0400000000000000" pitchFamily="50" charset="-128"/>
      <p:regular r:id="rId18"/>
      <p:bold r:id="rId19"/>
    </p:embeddedFont>
    <p:embeddedFont>
      <p:font typeface="BIZ UDGothic" panose="020B0400000000000000" pitchFamily="49" charset="-128"/>
      <p:regular r:id="rId20"/>
      <p:bold r:id="rId21"/>
    </p:embeddedFont>
    <p:embeddedFont>
      <p:font typeface="Gen Jyuu GothicL Bold" panose="020B0600070205080204" charset="-128"/>
      <p:bold r:id="rId22"/>
    </p:embeddedFont>
    <p:embeddedFont>
      <p:font typeface="HGPSoeiKakugothicUB" panose="020B0900000000000000" pitchFamily="50" charset="-128"/>
      <p:regular r:id="rId23"/>
    </p:embeddedFont>
    <p:embeddedFont>
      <p:font typeface="Gen Jyuu Gothic Bold" panose="020B0602020203020207" pitchFamily="50" charset="-128"/>
      <p:bold r:id="rId24"/>
    </p:embeddedFont>
    <p:embeddedFont>
      <p:font typeface="Microsoft JhengHei" panose="020B0604030504040204" pitchFamily="34" charset="-120"/>
      <p:regular r:id="rId25"/>
      <p:bold r:id="rId26"/>
    </p:embeddedFont>
    <p:embeddedFont>
      <p:font typeface="Microsoft JhengHei Light" panose="020B0304030504040204" pitchFamily="34" charset="-120"/>
      <p:regular r:id="rId27"/>
    </p:embeddedFont>
    <p:embeddedFont>
      <p:font typeface="Microsoft Yahei" panose="020B0503020204020204" pitchFamily="34" charset="-122"/>
      <p:regular r:id="rId28"/>
      <p:bold r:id="rId29"/>
    </p:embeddedFont>
    <p:embeddedFont>
      <p:font typeface="Wingdings 2" panose="05020102010507070707" pitchFamily="18" charset="2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http://customooxmlschemas.google.com/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31" roundtripDataSignature="AMtx7mgWneN2Aa4XZ32EnoSuaD2gv1sk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85C9"/>
    <a:srgbClr val="2289CB"/>
    <a:srgbClr val="288CCC"/>
    <a:srgbClr val="E46D4B"/>
    <a:srgbClr val="F2F2F2"/>
    <a:srgbClr val="3B3838"/>
    <a:srgbClr val="EF8759"/>
    <a:srgbClr val="000000"/>
    <a:srgbClr val="7F7F7F"/>
    <a:srgbClr val="D8D0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14067C-D6FC-4ABB-B7B2-35E039B910CD}" v="41" dt="2025-08-23T07:50:53.1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中等深淺樣式 3 - 輔色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954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632" y="10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21" Type="http://schemas.openxmlformats.org/officeDocument/2006/relationships/font" Target="fonts/font4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5" Type="http://schemas.openxmlformats.org/officeDocument/2006/relationships/font" Target="fonts/font8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嘉展 張" userId="56c0cc265fef7f12" providerId="LiveId" clId="{8E012BFB-294C-4CBC-BFD9-F4F33BC901B5}"/>
    <pc:docChg chg="undo custSel addSld delSld modSld modMainMaster">
      <pc:chgData name="嘉展 張" userId="56c0cc265fef7f12" providerId="LiveId" clId="{8E012BFB-294C-4CBC-BFD9-F4F33BC901B5}" dt="2025-07-07T13:15:43.499" v="1890"/>
      <pc:docMkLst>
        <pc:docMk/>
      </pc:docMkLst>
      <pc:sldChg chg="modSp mod">
        <pc:chgData name="嘉展 張" userId="56c0cc265fef7f12" providerId="LiveId" clId="{8E012BFB-294C-4CBC-BFD9-F4F33BC901B5}" dt="2025-07-07T12:02:26.523" v="105" actId="20577"/>
        <pc:sldMkLst>
          <pc:docMk/>
          <pc:sldMk cId="1698366788" sldId="274"/>
        </pc:sldMkLst>
      </pc:sldChg>
      <pc:sldChg chg="modSp mod">
        <pc:chgData name="嘉展 張" userId="56c0cc265fef7f12" providerId="LiveId" clId="{8E012BFB-294C-4CBC-BFD9-F4F33BC901B5}" dt="2025-07-07T12:50:50.900" v="961"/>
        <pc:sldMkLst>
          <pc:docMk/>
          <pc:sldMk cId="516855969" sldId="328"/>
        </pc:sldMkLst>
      </pc:sldChg>
      <pc:sldChg chg="modSp mod">
        <pc:chgData name="嘉展 張" userId="56c0cc265fef7f12" providerId="LiveId" clId="{8E012BFB-294C-4CBC-BFD9-F4F33BC901B5}" dt="2025-07-07T12:22:12.557" v="459" actId="20577"/>
        <pc:sldMkLst>
          <pc:docMk/>
          <pc:sldMk cId="1652940647" sldId="335"/>
        </pc:sldMkLst>
      </pc:sldChg>
      <pc:sldChg chg="modSp mod">
        <pc:chgData name="嘉展 張" userId="56c0cc265fef7f12" providerId="LiveId" clId="{8E012BFB-294C-4CBC-BFD9-F4F33BC901B5}" dt="2025-07-07T12:47:32.732" v="938" actId="207"/>
        <pc:sldMkLst>
          <pc:docMk/>
          <pc:sldMk cId="3676040206" sldId="336"/>
        </pc:sldMkLst>
      </pc:sldChg>
      <pc:sldChg chg="modSp mod">
        <pc:chgData name="嘉展 張" userId="56c0cc265fef7f12" providerId="LiveId" clId="{8E012BFB-294C-4CBC-BFD9-F4F33BC901B5}" dt="2025-07-07T12:23:48.151" v="466" actId="207"/>
        <pc:sldMkLst>
          <pc:docMk/>
          <pc:sldMk cId="2128628793" sldId="337"/>
        </pc:sldMkLst>
      </pc:sldChg>
      <pc:sldChg chg="modSp mod">
        <pc:chgData name="嘉展 張" userId="56c0cc265fef7f12" providerId="LiveId" clId="{8E012BFB-294C-4CBC-BFD9-F4F33BC901B5}" dt="2025-07-07T13:15:23.668" v="1886" actId="1076"/>
        <pc:sldMkLst>
          <pc:docMk/>
          <pc:sldMk cId="3383698067" sldId="342"/>
        </pc:sldMkLst>
      </pc:sldChg>
      <pc:sldChg chg="modSp mod">
        <pc:chgData name="嘉展 張" userId="56c0cc265fef7f12" providerId="LiveId" clId="{8E012BFB-294C-4CBC-BFD9-F4F33BC901B5}" dt="2025-07-07T13:15:43.499" v="1890"/>
        <pc:sldMkLst>
          <pc:docMk/>
          <pc:sldMk cId="345017411" sldId="343"/>
        </pc:sldMkLst>
      </pc:sldChg>
      <pc:sldChg chg="del">
        <pc:chgData name="嘉展 張" userId="56c0cc265fef7f12" providerId="LiveId" clId="{8E012BFB-294C-4CBC-BFD9-F4F33BC901B5}" dt="2025-07-07T12:41:39.935" v="731" actId="47"/>
        <pc:sldMkLst>
          <pc:docMk/>
          <pc:sldMk cId="919750547" sldId="344"/>
        </pc:sldMkLst>
      </pc:sldChg>
      <pc:sldChg chg="modSp mod">
        <pc:chgData name="嘉展 張" userId="56c0cc265fef7f12" providerId="LiveId" clId="{8E012BFB-294C-4CBC-BFD9-F4F33BC901B5}" dt="2025-07-07T12:51:07.548" v="963"/>
        <pc:sldMkLst>
          <pc:docMk/>
          <pc:sldMk cId="3752334464" sldId="345"/>
        </pc:sldMkLst>
      </pc:sldChg>
      <pc:sldChg chg="modSp mod">
        <pc:chgData name="嘉展 張" userId="56c0cc265fef7f12" providerId="LiveId" clId="{8E012BFB-294C-4CBC-BFD9-F4F33BC901B5}" dt="2025-07-07T12:52:38.362" v="983" actId="20577"/>
        <pc:sldMkLst>
          <pc:docMk/>
          <pc:sldMk cId="1115666099" sldId="346"/>
        </pc:sldMkLst>
      </pc:sldChg>
      <pc:sldChg chg="modSp mod">
        <pc:chgData name="嘉展 張" userId="56c0cc265fef7f12" providerId="LiveId" clId="{8E012BFB-294C-4CBC-BFD9-F4F33BC901B5}" dt="2025-07-07T12:53:49.422" v="986"/>
        <pc:sldMkLst>
          <pc:docMk/>
          <pc:sldMk cId="3822570613" sldId="347"/>
        </pc:sldMkLst>
      </pc:sldChg>
      <pc:sldChg chg="modSp mod">
        <pc:chgData name="嘉展 張" userId="56c0cc265fef7f12" providerId="LiveId" clId="{8E012BFB-294C-4CBC-BFD9-F4F33BC901B5}" dt="2025-07-07T12:55:05.653" v="1005" actId="20577"/>
        <pc:sldMkLst>
          <pc:docMk/>
          <pc:sldMk cId="2652490174" sldId="348"/>
        </pc:sldMkLst>
      </pc:sldChg>
      <pc:sldChg chg="modSp mod">
        <pc:chgData name="嘉展 張" userId="56c0cc265fef7f12" providerId="LiveId" clId="{8E012BFB-294C-4CBC-BFD9-F4F33BC901B5}" dt="2025-07-07T12:55:49.755" v="1008"/>
        <pc:sldMkLst>
          <pc:docMk/>
          <pc:sldMk cId="2056490660" sldId="349"/>
        </pc:sldMkLst>
      </pc:sldChg>
      <pc:sldChg chg="modSp add mod">
        <pc:chgData name="嘉展 張" userId="56c0cc265fef7f12" providerId="LiveId" clId="{8E012BFB-294C-4CBC-BFD9-F4F33BC901B5}" dt="2025-07-07T12:47:17.642" v="936" actId="207"/>
        <pc:sldMkLst>
          <pc:docMk/>
          <pc:sldMk cId="1893602695" sldId="350"/>
        </pc:sldMkLst>
      </pc:sldChg>
      <pc:sldMasterChg chg="modSldLayout">
        <pc:chgData name="嘉展 張" userId="56c0cc265fef7f12" providerId="LiveId" clId="{8E012BFB-294C-4CBC-BFD9-F4F33BC901B5}" dt="2025-07-07T11:59:24.703" v="91" actId="6549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8E012BFB-294C-4CBC-BFD9-F4F33BC901B5}" dt="2025-07-07T11:59:24.703" v="91" actId="6549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A114067C-D6FC-4ABB-B7B2-35E039B910CD}"/>
    <pc:docChg chg="undo custSel addSld delSld modSld">
      <pc:chgData name="嘉展 張" userId="56c0cc265fef7f12" providerId="LiveId" clId="{A114067C-D6FC-4ABB-B7B2-35E039B910CD}" dt="2025-08-23T07:52:39.660" v="562"/>
      <pc:docMkLst>
        <pc:docMk/>
      </pc:docMkLst>
      <pc:sldChg chg="modSp mod">
        <pc:chgData name="嘉展 張" userId="56c0cc265fef7f12" providerId="LiveId" clId="{A114067C-D6FC-4ABB-B7B2-35E039B910CD}" dt="2025-08-23T07:44:09.221" v="501" actId="6549"/>
        <pc:sldMkLst>
          <pc:docMk/>
          <pc:sldMk cId="3752334464" sldId="345"/>
        </pc:sldMkLst>
        <pc:spChg chg="mod">
          <ac:chgData name="嘉展 張" userId="56c0cc265fef7f12" providerId="LiveId" clId="{A114067C-D6FC-4ABB-B7B2-35E039B910CD}" dt="2025-08-23T07:44:09.221" v="501" actId="6549"/>
          <ac:spMkLst>
            <pc:docMk/>
            <pc:sldMk cId="3752334464" sldId="345"/>
            <ac:spMk id="3" creationId="{28F0A653-E125-10F4-6790-C8025C1EBB43}"/>
          </ac:spMkLst>
        </pc:spChg>
      </pc:sldChg>
      <pc:sldChg chg="modSp mod">
        <pc:chgData name="嘉展 張" userId="56c0cc265fef7f12" providerId="LiveId" clId="{A114067C-D6FC-4ABB-B7B2-35E039B910CD}" dt="2025-08-23T07:44:42.845" v="519" actId="6549"/>
        <pc:sldMkLst>
          <pc:docMk/>
          <pc:sldMk cId="1115666099" sldId="346"/>
        </pc:sldMkLst>
        <pc:spChg chg="mod">
          <ac:chgData name="嘉展 張" userId="56c0cc265fef7f12" providerId="LiveId" clId="{A114067C-D6FC-4ABB-B7B2-35E039B910CD}" dt="2025-08-23T07:44:42.845" v="519" actId="6549"/>
          <ac:spMkLst>
            <pc:docMk/>
            <pc:sldMk cId="1115666099" sldId="346"/>
            <ac:spMk id="2" creationId="{B496C4D5-B9D6-E310-239F-160421EC28E2}"/>
          </ac:spMkLst>
        </pc:spChg>
      </pc:sldChg>
      <pc:sldChg chg="modSp mod">
        <pc:chgData name="嘉展 張" userId="56c0cc265fef7f12" providerId="LiveId" clId="{A114067C-D6FC-4ABB-B7B2-35E039B910CD}" dt="2025-08-23T07:44:53.970" v="537" actId="20577"/>
        <pc:sldMkLst>
          <pc:docMk/>
          <pc:sldMk cId="3822570613" sldId="347"/>
        </pc:sldMkLst>
        <pc:spChg chg="mod">
          <ac:chgData name="嘉展 張" userId="56c0cc265fef7f12" providerId="LiveId" clId="{A114067C-D6FC-4ABB-B7B2-35E039B910CD}" dt="2025-08-23T07:44:53.970" v="537" actId="20577"/>
          <ac:spMkLst>
            <pc:docMk/>
            <pc:sldMk cId="3822570613" sldId="347"/>
            <ac:spMk id="4" creationId="{7CF0AAA5-7B5F-5A35-EF73-2142F862E9C8}"/>
          </ac:spMkLst>
        </pc:spChg>
      </pc:sldChg>
      <pc:sldChg chg="del">
        <pc:chgData name="嘉展 張" userId="56c0cc265fef7f12" providerId="LiveId" clId="{A114067C-D6FC-4ABB-B7B2-35E039B910CD}" dt="2025-08-23T07:36:41.674" v="203" actId="47"/>
        <pc:sldMkLst>
          <pc:docMk/>
          <pc:sldMk cId="732333138" sldId="351"/>
        </pc:sldMkLst>
      </pc:sldChg>
      <pc:sldChg chg="addSp delSp modSp mod">
        <pc:chgData name="嘉展 張" userId="56c0cc265fef7f12" providerId="LiveId" clId="{A114067C-D6FC-4ABB-B7B2-35E039B910CD}" dt="2025-08-23T07:51:00.582" v="559" actId="478"/>
        <pc:sldMkLst>
          <pc:docMk/>
          <pc:sldMk cId="2503062332" sldId="354"/>
        </pc:sldMkLst>
        <pc:spChg chg="mod">
          <ac:chgData name="嘉展 張" userId="56c0cc265fef7f12" providerId="LiveId" clId="{A114067C-D6FC-4ABB-B7B2-35E039B910CD}" dt="2025-08-23T07:49:55.845" v="548" actId="14100"/>
          <ac:spMkLst>
            <pc:docMk/>
            <pc:sldMk cId="2503062332" sldId="354"/>
            <ac:spMk id="2" creationId="{811F5A94-0B0C-504F-DC25-BE08E6B5923F}"/>
          </ac:spMkLst>
        </pc:spChg>
        <pc:spChg chg="add del mod">
          <ac:chgData name="嘉展 張" userId="56c0cc265fef7f12" providerId="LiveId" clId="{A114067C-D6FC-4ABB-B7B2-35E039B910CD}" dt="2025-08-23T07:50:57.458" v="557" actId="478"/>
          <ac:spMkLst>
            <pc:docMk/>
            <pc:sldMk cId="2503062332" sldId="354"/>
            <ac:spMk id="3" creationId="{EFD2DDDE-F0A2-0E14-464C-D205AE251B7F}"/>
          </ac:spMkLst>
        </pc:spChg>
        <pc:spChg chg="add del mod">
          <ac:chgData name="嘉展 張" userId="56c0cc265fef7f12" providerId="LiveId" clId="{A114067C-D6FC-4ABB-B7B2-35E039B910CD}" dt="2025-08-23T07:50:59.245" v="558" actId="478"/>
          <ac:spMkLst>
            <pc:docMk/>
            <pc:sldMk cId="2503062332" sldId="354"/>
            <ac:spMk id="4" creationId="{947BB9F3-4C30-A39B-B4AE-EDB7B623F088}"/>
          </ac:spMkLst>
        </pc:spChg>
        <pc:spChg chg="add del mod">
          <ac:chgData name="嘉展 張" userId="56c0cc265fef7f12" providerId="LiveId" clId="{A114067C-D6FC-4ABB-B7B2-35E039B910CD}" dt="2025-08-23T07:51:00.582" v="559" actId="478"/>
          <ac:spMkLst>
            <pc:docMk/>
            <pc:sldMk cId="2503062332" sldId="354"/>
            <ac:spMk id="5" creationId="{936A061D-BFD5-23CC-3608-A237AB2285D4}"/>
          </ac:spMkLst>
        </pc:spChg>
      </pc:sldChg>
      <pc:sldChg chg="del">
        <pc:chgData name="嘉展 張" userId="56c0cc265fef7f12" providerId="LiveId" clId="{A114067C-D6FC-4ABB-B7B2-35E039B910CD}" dt="2025-08-23T07:50:03.153" v="549" actId="47"/>
        <pc:sldMkLst>
          <pc:docMk/>
          <pc:sldMk cId="2169278876" sldId="355"/>
        </pc:sldMkLst>
      </pc:sldChg>
      <pc:sldChg chg="modSp mod">
        <pc:chgData name="嘉展 張" userId="56c0cc265fef7f12" providerId="LiveId" clId="{A114067C-D6FC-4ABB-B7B2-35E039B910CD}" dt="2025-08-23T07:44:21.074" v="518" actId="6549"/>
        <pc:sldMkLst>
          <pc:docMk/>
          <pc:sldMk cId="4193172206" sldId="358"/>
        </pc:sldMkLst>
        <pc:spChg chg="mod">
          <ac:chgData name="嘉展 張" userId="56c0cc265fef7f12" providerId="LiveId" clId="{A114067C-D6FC-4ABB-B7B2-35E039B910CD}" dt="2025-08-23T07:44:21.074" v="518" actId="6549"/>
          <ac:spMkLst>
            <pc:docMk/>
            <pc:sldMk cId="4193172206" sldId="358"/>
            <ac:spMk id="3" creationId="{CE42E57B-1BE0-21FA-52A0-358900141028}"/>
          </ac:spMkLst>
        </pc:spChg>
      </pc:sldChg>
      <pc:sldChg chg="addSp delSp modSp del mod">
        <pc:chgData name="嘉展 張" userId="56c0cc265fef7f12" providerId="LiveId" clId="{A114067C-D6FC-4ABB-B7B2-35E039B910CD}" dt="2025-08-23T07:24:47.387" v="5" actId="47"/>
        <pc:sldMkLst>
          <pc:docMk/>
          <pc:sldMk cId="3585428774" sldId="359"/>
        </pc:sldMkLst>
        <pc:spChg chg="add del">
          <ac:chgData name="嘉展 張" userId="56c0cc265fef7f12" providerId="LiveId" clId="{A114067C-D6FC-4ABB-B7B2-35E039B910CD}" dt="2025-08-23T07:24:28.081" v="1" actId="22"/>
          <ac:spMkLst>
            <pc:docMk/>
            <pc:sldMk cId="3585428774" sldId="359"/>
            <ac:spMk id="4" creationId="{25C4C967-F49C-DB58-3DF5-921D6AA18367}"/>
          </ac:spMkLst>
        </pc:spChg>
        <pc:spChg chg="add mod">
          <ac:chgData name="嘉展 張" userId="56c0cc265fef7f12" providerId="LiveId" clId="{A114067C-D6FC-4ABB-B7B2-35E039B910CD}" dt="2025-08-23T07:24:35.816" v="2"/>
          <ac:spMkLst>
            <pc:docMk/>
            <pc:sldMk cId="3585428774" sldId="359"/>
            <ac:spMk id="5" creationId="{E724DC85-725B-1C18-4A3F-AB97182D6C6C}"/>
          </ac:spMkLst>
        </pc:spChg>
      </pc:sldChg>
      <pc:sldChg chg="addSp delSp modSp mod">
        <pc:chgData name="嘉展 張" userId="56c0cc265fef7f12" providerId="LiveId" clId="{A114067C-D6FC-4ABB-B7B2-35E039B910CD}" dt="2025-08-23T07:34:44.760" v="201" actId="478"/>
        <pc:sldMkLst>
          <pc:docMk/>
          <pc:sldMk cId="2901890192" sldId="364"/>
        </pc:sldMkLst>
        <pc:spChg chg="add mod">
          <ac:chgData name="嘉展 張" userId="56c0cc265fef7f12" providerId="LiveId" clId="{A114067C-D6FC-4ABB-B7B2-35E039B910CD}" dt="2025-08-23T07:26:41.846" v="54" actId="20577"/>
          <ac:spMkLst>
            <pc:docMk/>
            <pc:sldMk cId="2901890192" sldId="364"/>
            <ac:spMk id="3" creationId="{257CD7DE-7805-7A36-6799-B8394D67644C}"/>
          </ac:spMkLst>
        </pc:spChg>
        <pc:spChg chg="add del mod">
          <ac:chgData name="嘉展 張" userId="56c0cc265fef7f12" providerId="LiveId" clId="{A114067C-D6FC-4ABB-B7B2-35E039B910CD}" dt="2025-08-23T07:34:37.747" v="196" actId="478"/>
          <ac:spMkLst>
            <pc:docMk/>
            <pc:sldMk cId="2901890192" sldId="364"/>
            <ac:spMk id="4" creationId="{D3801375-1C00-B325-CD9B-7D1931C1C6A6}"/>
          </ac:spMkLst>
        </pc:spChg>
        <pc:spChg chg="add del mod">
          <ac:chgData name="嘉展 張" userId="56c0cc265fef7f12" providerId="LiveId" clId="{A114067C-D6FC-4ABB-B7B2-35E039B910CD}" dt="2025-08-23T07:34:39.670" v="197" actId="478"/>
          <ac:spMkLst>
            <pc:docMk/>
            <pc:sldMk cId="2901890192" sldId="364"/>
            <ac:spMk id="5" creationId="{B819D11D-7025-77E7-8DBB-B2A9FC65774B}"/>
          </ac:spMkLst>
        </pc:spChg>
        <pc:spChg chg="add del mod">
          <ac:chgData name="嘉展 張" userId="56c0cc265fef7f12" providerId="LiveId" clId="{A114067C-D6FC-4ABB-B7B2-35E039B910CD}" dt="2025-08-23T07:34:41.321" v="198" actId="478"/>
          <ac:spMkLst>
            <pc:docMk/>
            <pc:sldMk cId="2901890192" sldId="364"/>
            <ac:spMk id="6" creationId="{2756F053-A031-CF61-3955-70817A0C6D0E}"/>
          </ac:spMkLst>
        </pc:spChg>
        <pc:spChg chg="add del mod">
          <ac:chgData name="嘉展 張" userId="56c0cc265fef7f12" providerId="LiveId" clId="{A114067C-D6FC-4ABB-B7B2-35E039B910CD}" dt="2025-08-23T07:34:42.759" v="199" actId="478"/>
          <ac:spMkLst>
            <pc:docMk/>
            <pc:sldMk cId="2901890192" sldId="364"/>
            <ac:spMk id="7" creationId="{C3F19F56-26B7-49DA-16AD-E93CDC5302CF}"/>
          </ac:spMkLst>
        </pc:spChg>
        <pc:spChg chg="add del mod">
          <ac:chgData name="嘉展 張" userId="56c0cc265fef7f12" providerId="LiveId" clId="{A114067C-D6FC-4ABB-B7B2-35E039B910CD}" dt="2025-08-23T07:34:44.760" v="201" actId="478"/>
          <ac:spMkLst>
            <pc:docMk/>
            <pc:sldMk cId="2901890192" sldId="364"/>
            <ac:spMk id="8" creationId="{98029778-3A80-BF9B-2140-993DFB9053A5}"/>
          </ac:spMkLst>
        </pc:spChg>
        <pc:spChg chg="mod">
          <ac:chgData name="嘉展 張" userId="56c0cc265fef7f12" providerId="LiveId" clId="{A114067C-D6FC-4ABB-B7B2-35E039B910CD}" dt="2025-08-23T07:28:39.848" v="110"/>
          <ac:spMkLst>
            <pc:docMk/>
            <pc:sldMk cId="2901890192" sldId="364"/>
            <ac:spMk id="9" creationId="{432CC06D-D1D4-CA4B-A06A-3D4A7EC9DC00}"/>
          </ac:spMkLst>
        </pc:spChg>
      </pc:sldChg>
      <pc:sldChg chg="modSp mod">
        <pc:chgData name="嘉展 張" userId="56c0cc265fef7f12" providerId="LiveId" clId="{A114067C-D6FC-4ABB-B7B2-35E039B910CD}" dt="2025-08-23T07:41:28.888" v="419" actId="6549"/>
        <pc:sldMkLst>
          <pc:docMk/>
          <pc:sldMk cId="4208653585" sldId="365"/>
        </pc:sldMkLst>
        <pc:spChg chg="mod">
          <ac:chgData name="嘉展 張" userId="56c0cc265fef7f12" providerId="LiveId" clId="{A114067C-D6FC-4ABB-B7B2-35E039B910CD}" dt="2025-08-23T07:41:28.888" v="419" actId="6549"/>
          <ac:spMkLst>
            <pc:docMk/>
            <pc:sldMk cId="4208653585" sldId="365"/>
            <ac:spMk id="9" creationId="{B2927B0E-9ACF-CB3E-8173-D2D2B14174F0}"/>
          </ac:spMkLst>
        </pc:spChg>
      </pc:sldChg>
      <pc:sldChg chg="add del">
        <pc:chgData name="嘉展 張" userId="56c0cc265fef7f12" providerId="LiveId" clId="{A114067C-D6FC-4ABB-B7B2-35E039B910CD}" dt="2025-08-23T07:34:31.643" v="194" actId="47"/>
        <pc:sldMkLst>
          <pc:docMk/>
          <pc:sldMk cId="2462341444" sldId="366"/>
        </pc:sldMkLst>
      </pc:sldChg>
      <pc:sldChg chg="add">
        <pc:chgData name="嘉展 張" userId="56c0cc265fef7f12" providerId="LiveId" clId="{A114067C-D6FC-4ABB-B7B2-35E039B910CD}" dt="2025-08-23T07:34:33.534" v="195"/>
        <pc:sldMkLst>
          <pc:docMk/>
          <pc:sldMk cId="4279737271" sldId="366"/>
        </pc:sldMkLst>
      </pc:sldChg>
      <pc:sldChg chg="modSp add del mod">
        <pc:chgData name="嘉展 張" userId="56c0cc265fef7f12" providerId="LiveId" clId="{A114067C-D6FC-4ABB-B7B2-35E039B910CD}" dt="2025-08-23T07:43:50.735" v="500" actId="47"/>
        <pc:sldMkLst>
          <pc:docMk/>
          <pc:sldMk cId="735534594" sldId="367"/>
        </pc:sldMkLst>
        <pc:spChg chg="mod">
          <ac:chgData name="嘉展 張" userId="56c0cc265fef7f12" providerId="LiveId" clId="{A114067C-D6FC-4ABB-B7B2-35E039B910CD}" dt="2025-08-23T07:40:28.191" v="406" actId="21"/>
          <ac:spMkLst>
            <pc:docMk/>
            <pc:sldMk cId="735534594" sldId="367"/>
            <ac:spMk id="9" creationId="{6DF13114-54C9-B76C-859D-ECA208AFA6A8}"/>
          </ac:spMkLst>
        </pc:spChg>
      </pc:sldChg>
      <pc:sldChg chg="addSp modSp add mod">
        <pc:chgData name="嘉展 張" userId="56c0cc265fef7f12" providerId="LiveId" clId="{A114067C-D6FC-4ABB-B7B2-35E039B910CD}" dt="2025-08-23T07:43:44.127" v="499" actId="20577"/>
        <pc:sldMkLst>
          <pc:docMk/>
          <pc:sldMk cId="1765721399" sldId="368"/>
        </pc:sldMkLst>
        <pc:spChg chg="add mod">
          <ac:chgData name="嘉展 張" userId="56c0cc265fef7f12" providerId="LiveId" clId="{A114067C-D6FC-4ABB-B7B2-35E039B910CD}" dt="2025-08-23T07:42:30.857" v="441" actId="20577"/>
          <ac:spMkLst>
            <pc:docMk/>
            <pc:sldMk cId="1765721399" sldId="368"/>
            <ac:spMk id="3" creationId="{10D7E876-F54F-CD37-480B-AFB3BABC6682}"/>
          </ac:spMkLst>
        </pc:spChg>
        <pc:spChg chg="add mod">
          <ac:chgData name="嘉展 張" userId="56c0cc265fef7f12" providerId="LiveId" clId="{A114067C-D6FC-4ABB-B7B2-35E039B910CD}" dt="2025-08-23T07:42:44.090" v="449" actId="1076"/>
          <ac:spMkLst>
            <pc:docMk/>
            <pc:sldMk cId="1765721399" sldId="368"/>
            <ac:spMk id="4" creationId="{086F918F-CBCF-19DF-1E25-F4052D48525B}"/>
          </ac:spMkLst>
        </pc:spChg>
        <pc:spChg chg="add mod">
          <ac:chgData name="嘉展 張" userId="56c0cc265fef7f12" providerId="LiveId" clId="{A114067C-D6FC-4ABB-B7B2-35E039B910CD}" dt="2025-08-23T07:43:03.363" v="452" actId="20577"/>
          <ac:spMkLst>
            <pc:docMk/>
            <pc:sldMk cId="1765721399" sldId="368"/>
            <ac:spMk id="5" creationId="{60EE97A9-017A-A202-CEDF-16044E2AC731}"/>
          </ac:spMkLst>
        </pc:spChg>
        <pc:spChg chg="add mod">
          <ac:chgData name="嘉展 張" userId="56c0cc265fef7f12" providerId="LiveId" clId="{A114067C-D6FC-4ABB-B7B2-35E039B910CD}" dt="2025-08-23T07:43:14.391" v="470" actId="20577"/>
          <ac:spMkLst>
            <pc:docMk/>
            <pc:sldMk cId="1765721399" sldId="368"/>
            <ac:spMk id="6" creationId="{45414C21-726D-3286-B678-42EDF774AF9F}"/>
          </ac:spMkLst>
        </pc:spChg>
        <pc:spChg chg="add mod">
          <ac:chgData name="嘉展 張" userId="56c0cc265fef7f12" providerId="LiveId" clId="{A114067C-D6FC-4ABB-B7B2-35E039B910CD}" dt="2025-08-23T07:43:44.127" v="499" actId="20577"/>
          <ac:spMkLst>
            <pc:docMk/>
            <pc:sldMk cId="1765721399" sldId="368"/>
            <ac:spMk id="7" creationId="{ACD69024-8B0C-8B83-E896-3B8F3A8D995B}"/>
          </ac:spMkLst>
        </pc:spChg>
      </pc:sldChg>
      <pc:sldChg chg="modSp add mod">
        <pc:chgData name="嘉展 張" userId="56c0cc265fef7f12" providerId="LiveId" clId="{A114067C-D6FC-4ABB-B7B2-35E039B910CD}" dt="2025-08-23T07:52:39.660" v="562"/>
        <pc:sldMkLst>
          <pc:docMk/>
          <pc:sldMk cId="3508673197" sldId="369"/>
        </pc:sldMkLst>
        <pc:spChg chg="mod">
          <ac:chgData name="嘉展 張" userId="56c0cc265fef7f12" providerId="LiveId" clId="{A114067C-D6FC-4ABB-B7B2-35E039B910CD}" dt="2025-08-23T07:52:28.461" v="560"/>
          <ac:spMkLst>
            <pc:docMk/>
            <pc:sldMk cId="3508673197" sldId="369"/>
            <ac:spMk id="3" creationId="{08EDE2D3-D087-1727-A632-68704EB93E0C}"/>
          </ac:spMkLst>
        </pc:spChg>
        <pc:spChg chg="mod">
          <ac:chgData name="嘉展 張" userId="56c0cc265fef7f12" providerId="LiveId" clId="{A114067C-D6FC-4ABB-B7B2-35E039B910CD}" dt="2025-08-23T07:52:35.047" v="561"/>
          <ac:spMkLst>
            <pc:docMk/>
            <pc:sldMk cId="3508673197" sldId="369"/>
            <ac:spMk id="4" creationId="{C4F3AA0B-B126-5A07-7A84-4B8BDE1895DB}"/>
          </ac:spMkLst>
        </pc:spChg>
        <pc:spChg chg="mod">
          <ac:chgData name="嘉展 張" userId="56c0cc265fef7f12" providerId="LiveId" clId="{A114067C-D6FC-4ABB-B7B2-35E039B910CD}" dt="2025-08-23T07:52:39.660" v="562"/>
          <ac:spMkLst>
            <pc:docMk/>
            <pc:sldMk cId="3508673197" sldId="369"/>
            <ac:spMk id="5" creationId="{781A45E5-B351-29FD-5E56-38587FAD9374}"/>
          </ac:spMkLst>
        </pc:spChg>
      </pc:sldChg>
    </pc:docChg>
  </pc:docChgLst>
  <pc:docChgLst>
    <pc:chgData name="嘉展 張" userId="56c0cc265fef7f12" providerId="LiveId" clId="{FC3B12ED-B978-4741-8F4E-ACC995148FC2}"/>
    <pc:docChg chg="undo custSel modSld">
      <pc:chgData name="嘉展 張" userId="56c0cc265fef7f12" providerId="LiveId" clId="{FC3B12ED-B978-4741-8F4E-ACC995148FC2}" dt="2025-07-07T04:22:08.380" v="43" actId="207"/>
      <pc:docMkLst>
        <pc:docMk/>
      </pc:docMkLst>
      <pc:sldChg chg="addSp delSp modSp mod">
        <pc:chgData name="嘉展 張" userId="56c0cc265fef7f12" providerId="LiveId" clId="{FC3B12ED-B978-4741-8F4E-ACC995148FC2}" dt="2025-07-07T04:20:44.928" v="23" actId="207"/>
        <pc:sldMkLst>
          <pc:docMk/>
          <pc:sldMk cId="0" sldId="264"/>
        </pc:sldMkLst>
      </pc:sldChg>
      <pc:sldChg chg="modSp mod">
        <pc:chgData name="嘉展 張" userId="56c0cc265fef7f12" providerId="LiveId" clId="{FC3B12ED-B978-4741-8F4E-ACC995148FC2}" dt="2025-07-07T04:19:17.917" v="6" actId="207"/>
        <pc:sldMkLst>
          <pc:docMk/>
          <pc:sldMk cId="516855969" sldId="328"/>
        </pc:sldMkLst>
      </pc:sldChg>
      <pc:sldChg chg="modSp mod">
        <pc:chgData name="嘉展 張" userId="56c0cc265fef7f12" providerId="LiveId" clId="{FC3B12ED-B978-4741-8F4E-ACC995148FC2}" dt="2025-07-07T04:19:30.362" v="10" actId="207"/>
        <pc:sldMkLst>
          <pc:docMk/>
          <pc:sldMk cId="1848417769" sldId="329"/>
        </pc:sldMkLst>
      </pc:sldChg>
      <pc:sldChg chg="modSp mod">
        <pc:chgData name="嘉展 張" userId="56c0cc265fef7f12" providerId="LiveId" clId="{FC3B12ED-B978-4741-8F4E-ACC995148FC2}" dt="2025-07-07T04:19:24.576" v="8" actId="207"/>
        <pc:sldMkLst>
          <pc:docMk/>
          <pc:sldMk cId="725604826" sldId="330"/>
        </pc:sldMkLst>
      </pc:sldChg>
      <pc:sldChg chg="modSp mod">
        <pc:chgData name="嘉展 張" userId="56c0cc265fef7f12" providerId="LiveId" clId="{FC3B12ED-B978-4741-8F4E-ACC995148FC2}" dt="2025-07-07T04:18:57.079" v="0" actId="207"/>
        <pc:sldMkLst>
          <pc:docMk/>
          <pc:sldMk cId="1652940647" sldId="335"/>
        </pc:sldMkLst>
      </pc:sldChg>
      <pc:sldChg chg="modSp mod">
        <pc:chgData name="嘉展 張" userId="56c0cc265fef7f12" providerId="LiveId" clId="{FC3B12ED-B978-4741-8F4E-ACC995148FC2}" dt="2025-07-07T04:19:06.457" v="2" actId="207"/>
        <pc:sldMkLst>
          <pc:docMk/>
          <pc:sldMk cId="3676040206" sldId="336"/>
        </pc:sldMkLst>
      </pc:sldChg>
      <pc:sldChg chg="modSp mod">
        <pc:chgData name="嘉展 張" userId="56c0cc265fef7f12" providerId="LiveId" clId="{FC3B12ED-B978-4741-8F4E-ACC995148FC2}" dt="2025-07-07T04:22:08.380" v="43" actId="207"/>
        <pc:sldMkLst>
          <pc:docMk/>
          <pc:sldMk cId="2128628793" sldId="337"/>
        </pc:sldMkLst>
      </pc:sldChg>
      <pc:sldChg chg="modSp mod">
        <pc:chgData name="嘉展 張" userId="56c0cc265fef7f12" providerId="LiveId" clId="{FC3B12ED-B978-4741-8F4E-ACC995148FC2}" dt="2025-07-07T04:21:51.077" v="38" actId="207"/>
        <pc:sldMkLst>
          <pc:docMk/>
          <pc:sldMk cId="4036497139" sldId="338"/>
        </pc:sldMkLst>
      </pc:sldChg>
      <pc:sldChg chg="modSp mod">
        <pc:chgData name="嘉展 張" userId="56c0cc265fef7f12" providerId="LiveId" clId="{FC3B12ED-B978-4741-8F4E-ACC995148FC2}" dt="2025-07-07T04:21:32.640" v="32" actId="207"/>
        <pc:sldMkLst>
          <pc:docMk/>
          <pc:sldMk cId="2939669483" sldId="339"/>
        </pc:sldMkLst>
      </pc:sldChg>
      <pc:sldChg chg="modSp mod">
        <pc:chgData name="嘉展 張" userId="56c0cc265fef7f12" providerId="LiveId" clId="{FC3B12ED-B978-4741-8F4E-ACC995148FC2}" dt="2025-07-07T04:21:07.627" v="27" actId="207"/>
        <pc:sldMkLst>
          <pc:docMk/>
          <pc:sldMk cId="1195771477" sldId="340"/>
        </pc:sldMkLst>
      </pc:sldChg>
      <pc:sldChg chg="modSp mod">
        <pc:chgData name="嘉展 張" userId="56c0cc265fef7f12" providerId="LiveId" clId="{FC3B12ED-B978-4741-8F4E-ACC995148FC2}" dt="2025-07-07T04:21:24.340" v="30" actId="207"/>
        <pc:sldMkLst>
          <pc:docMk/>
          <pc:sldMk cId="3653896156" sldId="341"/>
        </pc:sldMkLst>
      </pc:sldChg>
      <pc:sldChg chg="modSp mod">
        <pc:chgData name="嘉展 張" userId="56c0cc265fef7f12" providerId="LiveId" clId="{FC3B12ED-B978-4741-8F4E-ACC995148FC2}" dt="2025-07-07T04:19:43.171" v="12" actId="207"/>
        <pc:sldMkLst>
          <pc:docMk/>
          <pc:sldMk cId="3383698067" sldId="342"/>
        </pc:sldMkLst>
      </pc:sldChg>
      <pc:sldChg chg="modSp mod">
        <pc:chgData name="嘉展 張" userId="56c0cc265fef7f12" providerId="LiveId" clId="{FC3B12ED-B978-4741-8F4E-ACC995148FC2}" dt="2025-07-07T04:20:00.157" v="17" actId="207"/>
        <pc:sldMkLst>
          <pc:docMk/>
          <pc:sldMk cId="345017411" sldId="343"/>
        </pc:sldMkLst>
      </pc:sldChg>
    </pc:docChg>
  </pc:docChgLst>
  <pc:docChgLst>
    <pc:chgData name="嘉展 張" userId="56c0cc265fef7f12" providerId="LiveId" clId="{1A42C9EF-86A7-4270-AEFB-9BCD7B1C8D78}"/>
    <pc:docChg chg="modMainMaster">
      <pc:chgData name="嘉展 張" userId="56c0cc265fef7f12" providerId="LiveId" clId="{1A42C9EF-86A7-4270-AEFB-9BCD7B1C8D78}" dt="2025-08-20T12:40:51.764" v="0"/>
      <pc:docMkLst>
        <pc:docMk/>
      </pc:docMkLst>
      <pc:sldMasterChg chg="modSldLayout">
        <pc:chgData name="嘉展 張" userId="56c0cc265fef7f12" providerId="LiveId" clId="{1A42C9EF-86A7-4270-AEFB-9BCD7B1C8D78}" dt="2025-08-20T12:40:51.764" v="0"/>
        <pc:sldMasterMkLst>
          <pc:docMk/>
          <pc:sldMasterMk cId="2733321511" sldId="2147483688"/>
        </pc:sldMasterMkLst>
        <pc:sldLayoutChg chg="modSp">
          <pc:chgData name="嘉展 張" userId="56c0cc265fef7f12" providerId="LiveId" clId="{1A42C9EF-86A7-4270-AEFB-9BCD7B1C8D78}" dt="2025-08-20T12:40:51.764" v="0"/>
          <pc:sldLayoutMkLst>
            <pc:docMk/>
            <pc:sldMasterMk cId="2733321511" sldId="2147483688"/>
            <pc:sldLayoutMk cId="810264706" sldId="2147483689"/>
          </pc:sldLayoutMkLst>
          <pc:spChg chg="mod">
            <ac:chgData name="嘉展 張" userId="56c0cc265fef7f12" providerId="LiveId" clId="{1A42C9EF-86A7-4270-AEFB-9BCD7B1C8D78}" dt="2025-08-20T12:40:51.764" v="0"/>
            <ac:spMkLst>
              <pc:docMk/>
              <pc:sldMasterMk cId="2733321511" sldId="2147483688"/>
              <pc:sldLayoutMk cId="810264706" sldId="2147483689"/>
              <ac:spMk id="19" creationId="{3F54C1E6-3D7F-502D-6C15-E0DC042557B2}"/>
            </ac:spMkLst>
          </pc:spChg>
        </pc:sldLayoutChg>
      </pc:sldMasterChg>
    </pc:docChg>
  </pc:docChgLst>
  <pc:docChgLst>
    <pc:chgData name="嘉展 張" userId="56c0cc265fef7f12" providerId="LiveId" clId="{61A3D83D-8E70-4168-93F8-664275C06C64}"/>
    <pc:docChg chg="undo custSel addSld delSld modSld sldOrd modMainMaster">
      <pc:chgData name="嘉展 張" userId="56c0cc265fef7f12" providerId="LiveId" clId="{61A3D83D-8E70-4168-93F8-664275C06C64}" dt="2025-07-09T08:50:25.732" v="856" actId="207"/>
      <pc:docMkLst>
        <pc:docMk/>
      </pc:docMkLst>
      <pc:sldChg chg="modSp mod">
        <pc:chgData name="嘉展 張" userId="56c0cc265fef7f12" providerId="LiveId" clId="{61A3D83D-8E70-4168-93F8-664275C06C64}" dt="2025-07-07T22:21:16.724" v="41" actId="20577"/>
        <pc:sldMkLst>
          <pc:docMk/>
          <pc:sldMk cId="1698366788" sldId="274"/>
        </pc:sldMkLst>
      </pc:sldChg>
      <pc:sldChg chg="del">
        <pc:chgData name="嘉展 張" userId="56c0cc265fef7f12" providerId="LiveId" clId="{61A3D83D-8E70-4168-93F8-664275C06C64}" dt="2025-07-09T08:38:51.651" v="661" actId="47"/>
        <pc:sldMkLst>
          <pc:docMk/>
          <pc:sldMk cId="516855969" sldId="328"/>
        </pc:sldMkLst>
      </pc:sldChg>
      <pc:sldChg chg="modSp del mod ord">
        <pc:chgData name="嘉展 張" userId="56c0cc265fef7f12" providerId="LiveId" clId="{61A3D83D-8E70-4168-93F8-664275C06C64}" dt="2025-07-09T08:36:52.758" v="629" actId="47"/>
        <pc:sldMkLst>
          <pc:docMk/>
          <pc:sldMk cId="1652940647" sldId="335"/>
        </pc:sldMkLst>
      </pc:sldChg>
      <pc:sldChg chg="modSp mod">
        <pc:chgData name="嘉展 張" userId="56c0cc265fef7f12" providerId="LiveId" clId="{61A3D83D-8E70-4168-93F8-664275C06C64}" dt="2025-07-09T08:37:56.642" v="658" actId="207"/>
        <pc:sldMkLst>
          <pc:docMk/>
          <pc:sldMk cId="3676040206" sldId="336"/>
        </pc:sldMkLst>
      </pc:sldChg>
      <pc:sldChg chg="modSp mod ord">
        <pc:chgData name="嘉展 張" userId="56c0cc265fef7f12" providerId="LiveId" clId="{61A3D83D-8E70-4168-93F8-664275C06C64}" dt="2025-07-09T08:36:46.609" v="628" actId="207"/>
        <pc:sldMkLst>
          <pc:docMk/>
          <pc:sldMk cId="2128628793" sldId="337"/>
        </pc:sldMkLst>
      </pc:sldChg>
      <pc:sldChg chg="modSp mod">
        <pc:chgData name="嘉展 張" userId="56c0cc265fef7f12" providerId="LiveId" clId="{61A3D83D-8E70-4168-93F8-664275C06C64}" dt="2025-07-09T08:47:51.529" v="819" actId="5793"/>
        <pc:sldMkLst>
          <pc:docMk/>
          <pc:sldMk cId="3383698067" sldId="342"/>
        </pc:sldMkLst>
      </pc:sldChg>
      <pc:sldChg chg="modSp mod">
        <pc:chgData name="嘉展 張" userId="56c0cc265fef7f12" providerId="LiveId" clId="{61A3D83D-8E70-4168-93F8-664275C06C64}" dt="2025-07-09T08:49:53.628" v="855" actId="207"/>
        <pc:sldMkLst>
          <pc:docMk/>
          <pc:sldMk cId="345017411" sldId="343"/>
        </pc:sldMkLst>
      </pc:sldChg>
      <pc:sldChg chg="addSp delSp modSp mod">
        <pc:chgData name="嘉展 張" userId="56c0cc265fef7f12" providerId="LiveId" clId="{61A3D83D-8E70-4168-93F8-664275C06C64}" dt="2025-07-09T08:50:25.732" v="856" actId="207"/>
        <pc:sldMkLst>
          <pc:docMk/>
          <pc:sldMk cId="3752334464" sldId="345"/>
        </pc:sldMkLst>
      </pc:sldChg>
      <pc:sldChg chg="addSp delSp modSp mod">
        <pc:chgData name="嘉展 張" userId="56c0cc265fef7f12" providerId="LiveId" clId="{61A3D83D-8E70-4168-93F8-664275C06C64}" dt="2025-07-09T08:44:55.675" v="778" actId="20577"/>
        <pc:sldMkLst>
          <pc:docMk/>
          <pc:sldMk cId="1115666099" sldId="346"/>
        </pc:sldMkLst>
      </pc:sldChg>
      <pc:sldChg chg="addSp delSp modSp mod">
        <pc:chgData name="嘉展 張" userId="56c0cc265fef7f12" providerId="LiveId" clId="{61A3D83D-8E70-4168-93F8-664275C06C64}" dt="2025-07-09T08:45:47.099" v="793"/>
        <pc:sldMkLst>
          <pc:docMk/>
          <pc:sldMk cId="3822570613" sldId="347"/>
        </pc:sldMkLst>
      </pc:sldChg>
      <pc:sldChg chg="del">
        <pc:chgData name="嘉展 張" userId="56c0cc265fef7f12" providerId="LiveId" clId="{61A3D83D-8E70-4168-93F8-664275C06C64}" dt="2025-07-09T08:46:08.197" v="794" actId="47"/>
        <pc:sldMkLst>
          <pc:docMk/>
          <pc:sldMk cId="2652490174" sldId="348"/>
        </pc:sldMkLst>
      </pc:sldChg>
      <pc:sldChg chg="del">
        <pc:chgData name="嘉展 張" userId="56c0cc265fef7f12" providerId="LiveId" clId="{61A3D83D-8E70-4168-93F8-664275C06C64}" dt="2025-07-09T08:46:08.197" v="794" actId="47"/>
        <pc:sldMkLst>
          <pc:docMk/>
          <pc:sldMk cId="2056490660" sldId="349"/>
        </pc:sldMkLst>
      </pc:sldChg>
      <pc:sldChg chg="del">
        <pc:chgData name="嘉展 張" userId="56c0cc265fef7f12" providerId="LiveId" clId="{61A3D83D-8E70-4168-93F8-664275C06C64}" dt="2025-07-09T08:37:50.990" v="657" actId="47"/>
        <pc:sldMkLst>
          <pc:docMk/>
          <pc:sldMk cId="1893602695" sldId="350"/>
        </pc:sldMkLst>
      </pc:sldChg>
      <pc:sldChg chg="modSp add mod ord">
        <pc:chgData name="嘉展 張" userId="56c0cc265fef7f12" providerId="LiveId" clId="{61A3D83D-8E70-4168-93F8-664275C06C64}" dt="2025-07-09T08:36:58.667" v="633" actId="207"/>
        <pc:sldMkLst>
          <pc:docMk/>
          <pc:sldMk cId="732333138" sldId="351"/>
        </pc:sldMkLst>
      </pc:sldChg>
      <pc:sldChg chg="add">
        <pc:chgData name="嘉展 張" userId="56c0cc265fef7f12" providerId="LiveId" clId="{61A3D83D-8E70-4168-93F8-664275C06C64}" dt="2025-07-09T08:37:49.462" v="656"/>
        <pc:sldMkLst>
          <pc:docMk/>
          <pc:sldMk cId="838783306" sldId="352"/>
        </pc:sldMkLst>
      </pc:sldChg>
      <pc:sldChg chg="modSp add mod">
        <pc:chgData name="嘉展 張" userId="56c0cc265fef7f12" providerId="LiveId" clId="{61A3D83D-8E70-4168-93F8-664275C06C64}" dt="2025-07-09T08:44:59.889" v="784" actId="20577"/>
        <pc:sldMkLst>
          <pc:docMk/>
          <pc:sldMk cId="1406075394" sldId="353"/>
        </pc:sldMkLst>
      </pc:sldChg>
      <pc:sldChg chg="modSp add mod">
        <pc:chgData name="嘉展 張" userId="56c0cc265fef7f12" providerId="LiveId" clId="{61A3D83D-8E70-4168-93F8-664275C06C64}" dt="2025-07-09T08:46:38.988" v="804" actId="15"/>
        <pc:sldMkLst>
          <pc:docMk/>
          <pc:sldMk cId="2503062332" sldId="354"/>
        </pc:sldMkLst>
      </pc:sldChg>
      <pc:sldChg chg="addSp delSp modSp add mod">
        <pc:chgData name="嘉展 張" userId="56c0cc265fef7f12" providerId="LiveId" clId="{61A3D83D-8E70-4168-93F8-664275C06C64}" dt="2025-07-09T08:47:25.416" v="812"/>
        <pc:sldMkLst>
          <pc:docMk/>
          <pc:sldMk cId="2169278876" sldId="355"/>
        </pc:sldMkLst>
      </pc:sldChg>
      <pc:sldMasterChg chg="modSldLayout">
        <pc:chgData name="嘉展 張" userId="56c0cc265fef7f12" providerId="LiveId" clId="{61A3D83D-8E70-4168-93F8-664275C06C64}" dt="2025-07-07T22:46:29.148" v="596" actId="20577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61A3D83D-8E70-4168-93F8-664275C06C64}" dt="2025-07-07T22:46:29.148" v="596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7F69A522-7DAF-4A02-BC46-5EFA4FA51996}"/>
    <pc:docChg chg="undo redo custSel addSld delSld modSld sldOrd modMainMaster">
      <pc:chgData name="嘉展 張" userId="56c0cc265fef7f12" providerId="LiveId" clId="{7F69A522-7DAF-4A02-BC46-5EFA4FA51996}" dt="2025-07-07T11:43:59.783" v="1614" actId="20577"/>
      <pc:docMkLst>
        <pc:docMk/>
      </pc:docMkLst>
      <pc:sldChg chg="addSp modSp mod">
        <pc:chgData name="嘉展 張" userId="56c0cc265fef7f12" providerId="LiveId" clId="{7F69A522-7DAF-4A02-BC46-5EFA4FA51996}" dt="2025-07-07T07:12:49.739" v="133" actId="6549"/>
        <pc:sldMkLst>
          <pc:docMk/>
          <pc:sldMk cId="1698366788" sldId="274"/>
        </pc:sldMkLst>
      </pc:sldChg>
      <pc:sldChg chg="modSp mod">
        <pc:chgData name="嘉展 張" userId="56c0cc265fef7f12" providerId="LiveId" clId="{7F69A522-7DAF-4A02-BC46-5EFA4FA51996}" dt="2025-07-07T10:47:32.083" v="879" actId="15"/>
        <pc:sldMkLst>
          <pc:docMk/>
          <pc:sldMk cId="516855969" sldId="328"/>
        </pc:sldMkLst>
      </pc:sldChg>
      <pc:sldChg chg="del">
        <pc:chgData name="嘉展 張" userId="56c0cc265fef7f12" providerId="LiveId" clId="{7F69A522-7DAF-4A02-BC46-5EFA4FA51996}" dt="2025-07-07T10:48:34.374" v="888" actId="47"/>
        <pc:sldMkLst>
          <pc:docMk/>
          <pc:sldMk cId="1848417769" sldId="329"/>
        </pc:sldMkLst>
      </pc:sldChg>
      <pc:sldChg chg="del">
        <pc:chgData name="嘉展 張" userId="56c0cc265fef7f12" providerId="LiveId" clId="{7F69A522-7DAF-4A02-BC46-5EFA4FA51996}" dt="2025-07-07T10:48:34.374" v="888" actId="47"/>
        <pc:sldMkLst>
          <pc:docMk/>
          <pc:sldMk cId="725604826" sldId="330"/>
        </pc:sldMkLst>
      </pc:sldChg>
      <pc:sldChg chg="modSp mod">
        <pc:chgData name="嘉展 張" userId="56c0cc265fef7f12" providerId="LiveId" clId="{7F69A522-7DAF-4A02-BC46-5EFA4FA51996}" dt="2025-07-07T07:34:37.926" v="646" actId="20577"/>
        <pc:sldMkLst>
          <pc:docMk/>
          <pc:sldMk cId="1652940647" sldId="335"/>
        </pc:sldMkLst>
      </pc:sldChg>
      <pc:sldChg chg="modSp mod">
        <pc:chgData name="嘉展 張" userId="56c0cc265fef7f12" providerId="LiveId" clId="{7F69A522-7DAF-4A02-BC46-5EFA4FA51996}" dt="2025-07-07T10:41:39.183" v="813" actId="20577"/>
        <pc:sldMkLst>
          <pc:docMk/>
          <pc:sldMk cId="3676040206" sldId="336"/>
        </pc:sldMkLst>
      </pc:sldChg>
      <pc:sldChg chg="modSp mod">
        <pc:chgData name="嘉展 張" userId="56c0cc265fef7f12" providerId="LiveId" clId="{7F69A522-7DAF-4A02-BC46-5EFA4FA51996}" dt="2025-07-07T07:37:27.551" v="655"/>
        <pc:sldMkLst>
          <pc:docMk/>
          <pc:sldMk cId="2128628793" sldId="337"/>
        </pc:sldMkLst>
      </pc:sldChg>
      <pc:sldChg chg="del">
        <pc:chgData name="嘉展 張" userId="56c0cc265fef7f12" providerId="LiveId" clId="{7F69A522-7DAF-4A02-BC46-5EFA4FA51996}" dt="2025-07-07T07:14:28.904" v="169" actId="47"/>
        <pc:sldMkLst>
          <pc:docMk/>
          <pc:sldMk cId="4036497139" sldId="338"/>
        </pc:sldMkLst>
      </pc:sldChg>
      <pc:sldChg chg="modSp del mod">
        <pc:chgData name="嘉展 張" userId="56c0cc265fef7f12" providerId="LiveId" clId="{7F69A522-7DAF-4A02-BC46-5EFA4FA51996}" dt="2025-07-07T10:47:46.757" v="882" actId="47"/>
        <pc:sldMkLst>
          <pc:docMk/>
          <pc:sldMk cId="2939669483" sldId="339"/>
        </pc:sldMkLst>
      </pc:sldChg>
      <pc:sldChg chg="del">
        <pc:chgData name="嘉展 張" userId="56c0cc265fef7f12" providerId="LiveId" clId="{7F69A522-7DAF-4A02-BC46-5EFA4FA51996}" dt="2025-07-07T10:48:34.374" v="888" actId="47"/>
        <pc:sldMkLst>
          <pc:docMk/>
          <pc:sldMk cId="1195771477" sldId="340"/>
        </pc:sldMkLst>
      </pc:sldChg>
      <pc:sldChg chg="del">
        <pc:chgData name="嘉展 張" userId="56c0cc265fef7f12" providerId="LiveId" clId="{7F69A522-7DAF-4A02-BC46-5EFA4FA51996}" dt="2025-07-07T10:48:34.374" v="888" actId="47"/>
        <pc:sldMkLst>
          <pc:docMk/>
          <pc:sldMk cId="3653896156" sldId="341"/>
        </pc:sldMkLst>
      </pc:sldChg>
      <pc:sldChg chg="modSp mod">
        <pc:chgData name="嘉展 張" userId="56c0cc265fef7f12" providerId="LiveId" clId="{7F69A522-7DAF-4A02-BC46-5EFA4FA51996}" dt="2025-07-07T11:43:59.783" v="1614" actId="20577"/>
        <pc:sldMkLst>
          <pc:docMk/>
          <pc:sldMk cId="3383698067" sldId="342"/>
        </pc:sldMkLst>
      </pc:sldChg>
      <pc:sldChg chg="modSp mod">
        <pc:chgData name="嘉展 張" userId="56c0cc265fef7f12" providerId="LiveId" clId="{7F69A522-7DAF-4A02-BC46-5EFA4FA51996}" dt="2025-07-07T11:43:47.461" v="1596" actId="20577"/>
        <pc:sldMkLst>
          <pc:docMk/>
          <pc:sldMk cId="345017411" sldId="343"/>
        </pc:sldMkLst>
      </pc:sldChg>
      <pc:sldChg chg="modSp add mod">
        <pc:chgData name="嘉展 張" userId="56c0cc265fef7f12" providerId="LiveId" clId="{7F69A522-7DAF-4A02-BC46-5EFA4FA51996}" dt="2025-07-07T10:42:22.726" v="848" actId="207"/>
        <pc:sldMkLst>
          <pc:docMk/>
          <pc:sldMk cId="919750547" sldId="344"/>
        </pc:sldMkLst>
      </pc:sldChg>
      <pc:sldChg chg="add del">
        <pc:chgData name="嘉展 張" userId="56c0cc265fef7f12" providerId="LiveId" clId="{7F69A522-7DAF-4A02-BC46-5EFA4FA51996}" dt="2025-07-07T10:47:26.562" v="877" actId="47"/>
        <pc:sldMkLst>
          <pc:docMk/>
          <pc:sldMk cId="1590898524" sldId="345"/>
        </pc:sldMkLst>
      </pc:sldChg>
      <pc:sldChg chg="addSp modSp add del">
        <pc:chgData name="嘉展 張" userId="56c0cc265fef7f12" providerId="LiveId" clId="{7F69A522-7DAF-4A02-BC46-5EFA4FA51996}" dt="2025-07-07T10:46:57.549" v="873"/>
        <pc:sldMkLst>
          <pc:docMk/>
          <pc:sldMk cId="2963216146" sldId="345"/>
        </pc:sldMkLst>
      </pc:sldChg>
      <pc:sldChg chg="addSp modSp add mod">
        <pc:chgData name="嘉展 張" userId="56c0cc265fef7f12" providerId="LiveId" clId="{7F69A522-7DAF-4A02-BC46-5EFA4FA51996}" dt="2025-07-07T10:48:51.726" v="905" actId="20577"/>
        <pc:sldMkLst>
          <pc:docMk/>
          <pc:sldMk cId="3752334464" sldId="345"/>
        </pc:sldMkLst>
      </pc:sldChg>
      <pc:sldChg chg="modSp add mod ord">
        <pc:chgData name="嘉展 張" userId="56c0cc265fef7f12" providerId="LiveId" clId="{7F69A522-7DAF-4A02-BC46-5EFA4FA51996}" dt="2025-07-07T10:50:38.949" v="944" actId="20577"/>
        <pc:sldMkLst>
          <pc:docMk/>
          <pc:sldMk cId="1115666099" sldId="346"/>
        </pc:sldMkLst>
      </pc:sldChg>
      <pc:sldChg chg="add del">
        <pc:chgData name="嘉展 張" userId="56c0cc265fef7f12" providerId="LiveId" clId="{7F69A522-7DAF-4A02-BC46-5EFA4FA51996}" dt="2025-07-07T10:48:34.374" v="888" actId="47"/>
        <pc:sldMkLst>
          <pc:docMk/>
          <pc:sldMk cId="2840440202" sldId="346"/>
        </pc:sldMkLst>
      </pc:sldChg>
      <pc:sldChg chg="addSp modSp add mod">
        <pc:chgData name="嘉展 張" userId="56c0cc265fef7f12" providerId="LiveId" clId="{7F69A522-7DAF-4A02-BC46-5EFA4FA51996}" dt="2025-07-07T10:51:30.889" v="950" actId="20577"/>
        <pc:sldMkLst>
          <pc:docMk/>
          <pc:sldMk cId="3822570613" sldId="347"/>
        </pc:sldMkLst>
      </pc:sldChg>
      <pc:sldChg chg="modSp add mod ord">
        <pc:chgData name="嘉展 張" userId="56c0cc265fef7f12" providerId="LiveId" clId="{7F69A522-7DAF-4A02-BC46-5EFA4FA51996}" dt="2025-07-07T10:52:46.104" v="983" actId="6549"/>
        <pc:sldMkLst>
          <pc:docMk/>
          <pc:sldMk cId="2652490174" sldId="348"/>
        </pc:sldMkLst>
      </pc:sldChg>
      <pc:sldChg chg="addSp modSp add mod">
        <pc:chgData name="嘉展 張" userId="56c0cc265fef7f12" providerId="LiveId" clId="{7F69A522-7DAF-4A02-BC46-5EFA4FA51996}" dt="2025-07-07T10:53:10.646" v="989" actId="207"/>
        <pc:sldMkLst>
          <pc:docMk/>
          <pc:sldMk cId="2056490660" sldId="349"/>
        </pc:sldMkLst>
      </pc:sldChg>
      <pc:sldChg chg="modSp add del mod">
        <pc:chgData name="嘉展 張" userId="56c0cc265fef7f12" providerId="LiveId" clId="{7F69A522-7DAF-4A02-BC46-5EFA4FA51996}" dt="2025-07-07T11:43:02.907" v="1552" actId="47"/>
        <pc:sldMkLst>
          <pc:docMk/>
          <pc:sldMk cId="1303398649" sldId="350"/>
        </pc:sldMkLst>
      </pc:sldChg>
      <pc:sldMasterChg chg="modSldLayout">
        <pc:chgData name="嘉展 張" userId="56c0cc265fef7f12" providerId="LiveId" clId="{7F69A522-7DAF-4A02-BC46-5EFA4FA51996}" dt="2025-07-07T06:57:29.419" v="122" actId="20577"/>
        <pc:sldMasterMkLst>
          <pc:docMk/>
          <pc:sldMasterMk cId="2733321511" sldId="2147483688"/>
        </pc:sldMasterMkLst>
        <pc:sldLayoutChg chg="delSp mod">
          <pc:chgData name="嘉展 張" userId="56c0cc265fef7f12" providerId="LiveId" clId="{7F69A522-7DAF-4A02-BC46-5EFA4FA51996}" dt="2025-07-07T04:33:12.003" v="0" actId="21"/>
          <pc:sldLayoutMkLst>
            <pc:docMk/>
            <pc:sldMasterMk cId="2733321511" sldId="2147483688"/>
            <pc:sldLayoutMk cId="810264706" sldId="2147483689"/>
          </pc:sldLayoutMkLst>
        </pc:sldLayoutChg>
        <pc:sldLayoutChg chg="modSp mod">
          <pc:chgData name="嘉展 張" userId="56c0cc265fef7f12" providerId="LiveId" clId="{7F69A522-7DAF-4A02-BC46-5EFA4FA51996}" dt="2025-07-07T06:57:29.419" v="122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CA2D70FC-5C55-47B2-99B4-B3F2BD8F9BEE}"/>
    <pc:docChg chg="undo custSel addSld delSld modSld sldOrd modMainMaster">
      <pc:chgData name="嘉展 張" userId="56c0cc265fef7f12" providerId="LiveId" clId="{CA2D70FC-5C55-47B2-99B4-B3F2BD8F9BEE}" dt="2025-07-09T09:08:13.713" v="221" actId="207"/>
      <pc:docMkLst>
        <pc:docMk/>
      </pc:docMkLst>
      <pc:sldChg chg="modSp mod">
        <pc:chgData name="嘉展 張" userId="56c0cc265fef7f12" providerId="LiveId" clId="{CA2D70FC-5C55-47B2-99B4-B3F2BD8F9BEE}" dt="2025-07-09T08:53:37.299" v="38"/>
        <pc:sldMkLst>
          <pc:docMk/>
          <pc:sldMk cId="1698366788" sldId="274"/>
        </pc:sldMkLst>
      </pc:sldChg>
      <pc:sldChg chg="modSp mod">
        <pc:chgData name="嘉展 張" userId="56c0cc265fef7f12" providerId="LiveId" clId="{CA2D70FC-5C55-47B2-99B4-B3F2BD8F9BEE}" dt="2025-07-09T09:00:47.384" v="157" actId="207"/>
        <pc:sldMkLst>
          <pc:docMk/>
          <pc:sldMk cId="3676040206" sldId="336"/>
        </pc:sldMkLst>
      </pc:sldChg>
      <pc:sldChg chg="del">
        <pc:chgData name="嘉展 張" userId="56c0cc265fef7f12" providerId="LiveId" clId="{CA2D70FC-5C55-47B2-99B4-B3F2BD8F9BEE}" dt="2025-07-09T08:58:04.032" v="107" actId="47"/>
        <pc:sldMkLst>
          <pc:docMk/>
          <pc:sldMk cId="2128628793" sldId="337"/>
        </pc:sldMkLst>
      </pc:sldChg>
      <pc:sldChg chg="modSp mod">
        <pc:chgData name="嘉展 張" userId="56c0cc265fef7f12" providerId="LiveId" clId="{CA2D70FC-5C55-47B2-99B4-B3F2BD8F9BEE}" dt="2025-07-09T09:07:36.283" v="220" actId="20577"/>
        <pc:sldMkLst>
          <pc:docMk/>
          <pc:sldMk cId="3383698067" sldId="342"/>
        </pc:sldMkLst>
      </pc:sldChg>
      <pc:sldChg chg="modSp mod ord">
        <pc:chgData name="嘉展 張" userId="56c0cc265fef7f12" providerId="LiveId" clId="{CA2D70FC-5C55-47B2-99B4-B3F2BD8F9BEE}" dt="2025-07-09T09:07:28.375" v="218" actId="20577"/>
        <pc:sldMkLst>
          <pc:docMk/>
          <pc:sldMk cId="345017411" sldId="343"/>
        </pc:sldMkLst>
      </pc:sldChg>
      <pc:sldChg chg="modSp mod">
        <pc:chgData name="嘉展 張" userId="56c0cc265fef7f12" providerId="LiveId" clId="{CA2D70FC-5C55-47B2-99B4-B3F2BD8F9BEE}" dt="2025-07-09T09:01:08.659" v="159" actId="15"/>
        <pc:sldMkLst>
          <pc:docMk/>
          <pc:sldMk cId="3752334464" sldId="345"/>
        </pc:sldMkLst>
      </pc:sldChg>
      <pc:sldChg chg="modSp mod">
        <pc:chgData name="嘉展 張" userId="56c0cc265fef7f12" providerId="LiveId" clId="{CA2D70FC-5C55-47B2-99B4-B3F2BD8F9BEE}" dt="2025-07-09T09:03:30.405" v="167" actId="15"/>
        <pc:sldMkLst>
          <pc:docMk/>
          <pc:sldMk cId="1115666099" sldId="346"/>
        </pc:sldMkLst>
      </pc:sldChg>
      <pc:sldChg chg="modSp mod">
        <pc:chgData name="嘉展 張" userId="56c0cc265fef7f12" providerId="LiveId" clId="{CA2D70FC-5C55-47B2-99B4-B3F2BD8F9BEE}" dt="2025-07-09T09:04:04.880" v="171"/>
        <pc:sldMkLst>
          <pc:docMk/>
          <pc:sldMk cId="3822570613" sldId="347"/>
        </pc:sldMkLst>
      </pc:sldChg>
      <pc:sldChg chg="modSp mod">
        <pc:chgData name="嘉展 張" userId="56c0cc265fef7f12" providerId="LiveId" clId="{CA2D70FC-5C55-47B2-99B4-B3F2BD8F9BEE}" dt="2025-07-09T08:58:00.156" v="106" actId="207"/>
        <pc:sldMkLst>
          <pc:docMk/>
          <pc:sldMk cId="732333138" sldId="351"/>
        </pc:sldMkLst>
      </pc:sldChg>
      <pc:sldChg chg="del">
        <pc:chgData name="嘉展 張" userId="56c0cc265fef7f12" providerId="LiveId" clId="{CA2D70FC-5C55-47B2-99B4-B3F2BD8F9BEE}" dt="2025-07-09T08:59:58.138" v="140" actId="47"/>
        <pc:sldMkLst>
          <pc:docMk/>
          <pc:sldMk cId="838783306" sldId="352"/>
        </pc:sldMkLst>
      </pc:sldChg>
      <pc:sldChg chg="del">
        <pc:chgData name="嘉展 張" userId="56c0cc265fef7f12" providerId="LiveId" clId="{CA2D70FC-5C55-47B2-99B4-B3F2BD8F9BEE}" dt="2025-07-09T09:01:18.660" v="162" actId="47"/>
        <pc:sldMkLst>
          <pc:docMk/>
          <pc:sldMk cId="1406075394" sldId="353"/>
        </pc:sldMkLst>
      </pc:sldChg>
      <pc:sldChg chg="modSp mod">
        <pc:chgData name="嘉展 張" userId="56c0cc265fef7f12" providerId="LiveId" clId="{CA2D70FC-5C55-47B2-99B4-B3F2BD8F9BEE}" dt="2025-07-09T09:04:26.024" v="173" actId="15"/>
        <pc:sldMkLst>
          <pc:docMk/>
          <pc:sldMk cId="2503062332" sldId="354"/>
        </pc:sldMkLst>
      </pc:sldChg>
      <pc:sldChg chg="modSp mod">
        <pc:chgData name="嘉展 張" userId="56c0cc265fef7f12" providerId="LiveId" clId="{CA2D70FC-5C55-47B2-99B4-B3F2BD8F9BEE}" dt="2025-07-09T09:04:52.828" v="176"/>
        <pc:sldMkLst>
          <pc:docMk/>
          <pc:sldMk cId="2169278876" sldId="355"/>
        </pc:sldMkLst>
      </pc:sldChg>
      <pc:sldChg chg="add">
        <pc:chgData name="嘉展 張" userId="56c0cc265fef7f12" providerId="LiveId" clId="{CA2D70FC-5C55-47B2-99B4-B3F2BD8F9BEE}" dt="2025-07-09T08:57:55.575" v="105"/>
        <pc:sldMkLst>
          <pc:docMk/>
          <pc:sldMk cId="3052656619" sldId="356"/>
        </pc:sldMkLst>
      </pc:sldChg>
      <pc:sldChg chg="add">
        <pc:chgData name="嘉展 張" userId="56c0cc265fef7f12" providerId="LiveId" clId="{CA2D70FC-5C55-47B2-99B4-B3F2BD8F9BEE}" dt="2025-07-09T09:00:43.843" v="156"/>
        <pc:sldMkLst>
          <pc:docMk/>
          <pc:sldMk cId="185642437" sldId="357"/>
        </pc:sldMkLst>
      </pc:sldChg>
      <pc:sldChg chg="addSp modSp add mod">
        <pc:chgData name="嘉展 張" userId="56c0cc265fef7f12" providerId="LiveId" clId="{CA2D70FC-5C55-47B2-99B4-B3F2BD8F9BEE}" dt="2025-07-09T09:08:13.713" v="221" actId="207"/>
        <pc:sldMkLst>
          <pc:docMk/>
          <pc:sldMk cId="4193172206" sldId="358"/>
        </pc:sldMkLst>
      </pc:sldChg>
      <pc:sldMasterChg chg="modSldLayout">
        <pc:chgData name="嘉展 張" userId="56c0cc265fef7f12" providerId="LiveId" clId="{CA2D70FC-5C55-47B2-99B4-B3F2BD8F9BEE}" dt="2025-07-09T08:54:19.509" v="64" actId="20577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CA2D70FC-5C55-47B2-99B4-B3F2BD8F9BEE}" dt="2025-07-09T08:54:19.509" v="64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871B63E1-5688-4BC9-A264-EFDDC7298B48}"/>
    <pc:docChg chg="undo custSel addSld delSld modSld modMainMaster">
      <pc:chgData name="嘉展 張" userId="56c0cc265fef7f12" providerId="LiveId" clId="{871B63E1-5688-4BC9-A264-EFDDC7298B48}" dt="2025-07-11T23:25:53.146" v="183" actId="5793"/>
      <pc:docMkLst>
        <pc:docMk/>
      </pc:docMkLst>
      <pc:sldChg chg="modSp mod">
        <pc:chgData name="嘉展 張" userId="56c0cc265fef7f12" providerId="LiveId" clId="{871B63E1-5688-4BC9-A264-EFDDC7298B48}" dt="2025-07-11T23:13:48.171" v="11"/>
        <pc:sldMkLst>
          <pc:docMk/>
          <pc:sldMk cId="1698366788" sldId="274"/>
        </pc:sldMkLst>
      </pc:sldChg>
      <pc:sldChg chg="del">
        <pc:chgData name="嘉展 張" userId="56c0cc265fef7f12" providerId="LiveId" clId="{871B63E1-5688-4BC9-A264-EFDDC7298B48}" dt="2025-07-11T23:21:07.059" v="123" actId="47"/>
        <pc:sldMkLst>
          <pc:docMk/>
          <pc:sldMk cId="3676040206" sldId="336"/>
        </pc:sldMkLst>
      </pc:sldChg>
      <pc:sldChg chg="modSp mod">
        <pc:chgData name="嘉展 張" userId="56c0cc265fef7f12" providerId="LiveId" clId="{871B63E1-5688-4BC9-A264-EFDDC7298B48}" dt="2025-07-11T23:25:53.146" v="183" actId="5793"/>
        <pc:sldMkLst>
          <pc:docMk/>
          <pc:sldMk cId="3383698067" sldId="342"/>
        </pc:sldMkLst>
      </pc:sldChg>
      <pc:sldChg chg="modSp mod">
        <pc:chgData name="嘉展 張" userId="56c0cc265fef7f12" providerId="LiveId" clId="{871B63E1-5688-4BC9-A264-EFDDC7298B48}" dt="2025-07-11T23:23:17.764" v="150" actId="20577"/>
        <pc:sldMkLst>
          <pc:docMk/>
          <pc:sldMk cId="345017411" sldId="343"/>
        </pc:sldMkLst>
      </pc:sldChg>
      <pc:sldChg chg="modSp mod">
        <pc:chgData name="嘉展 張" userId="56c0cc265fef7f12" providerId="LiveId" clId="{871B63E1-5688-4BC9-A264-EFDDC7298B48}" dt="2025-07-11T23:21:28.196" v="125" actId="15"/>
        <pc:sldMkLst>
          <pc:docMk/>
          <pc:sldMk cId="3752334464" sldId="345"/>
        </pc:sldMkLst>
      </pc:sldChg>
      <pc:sldChg chg="modSp mod">
        <pc:chgData name="嘉展 張" userId="56c0cc265fef7f12" providerId="LiveId" clId="{871B63E1-5688-4BC9-A264-EFDDC7298B48}" dt="2025-07-11T23:22:00.820" v="130" actId="15"/>
        <pc:sldMkLst>
          <pc:docMk/>
          <pc:sldMk cId="1115666099" sldId="346"/>
        </pc:sldMkLst>
      </pc:sldChg>
      <pc:sldChg chg="modSp mod">
        <pc:chgData name="嘉展 張" userId="56c0cc265fef7f12" providerId="LiveId" clId="{871B63E1-5688-4BC9-A264-EFDDC7298B48}" dt="2025-07-11T23:22:18.321" v="133"/>
        <pc:sldMkLst>
          <pc:docMk/>
          <pc:sldMk cId="3822570613" sldId="347"/>
        </pc:sldMkLst>
      </pc:sldChg>
      <pc:sldChg chg="modSp mod">
        <pc:chgData name="嘉展 張" userId="56c0cc265fef7f12" providerId="LiveId" clId="{871B63E1-5688-4BC9-A264-EFDDC7298B48}" dt="2025-07-11T23:20:59.511" v="121" actId="207"/>
        <pc:sldMkLst>
          <pc:docMk/>
          <pc:sldMk cId="732333138" sldId="351"/>
        </pc:sldMkLst>
      </pc:sldChg>
      <pc:sldChg chg="modSp mod">
        <pc:chgData name="嘉展 張" userId="56c0cc265fef7f12" providerId="LiveId" clId="{871B63E1-5688-4BC9-A264-EFDDC7298B48}" dt="2025-07-11T23:22:37.686" v="135" actId="15"/>
        <pc:sldMkLst>
          <pc:docMk/>
          <pc:sldMk cId="2503062332" sldId="354"/>
        </pc:sldMkLst>
      </pc:sldChg>
      <pc:sldChg chg="modSp mod">
        <pc:chgData name="嘉展 張" userId="56c0cc265fef7f12" providerId="LiveId" clId="{871B63E1-5688-4BC9-A264-EFDDC7298B48}" dt="2025-07-11T23:22:54.190" v="138"/>
        <pc:sldMkLst>
          <pc:docMk/>
          <pc:sldMk cId="2169278876" sldId="355"/>
        </pc:sldMkLst>
      </pc:sldChg>
      <pc:sldChg chg="modSp mod">
        <pc:chgData name="嘉展 張" userId="56c0cc265fef7f12" providerId="LiveId" clId="{871B63E1-5688-4BC9-A264-EFDDC7298B48}" dt="2025-07-11T23:21:47.926" v="128"/>
        <pc:sldMkLst>
          <pc:docMk/>
          <pc:sldMk cId="4193172206" sldId="358"/>
        </pc:sldMkLst>
      </pc:sldChg>
      <pc:sldChg chg="modSp mod">
        <pc:chgData name="嘉展 張" userId="56c0cc265fef7f12" providerId="LiveId" clId="{871B63E1-5688-4BC9-A264-EFDDC7298B48}" dt="2025-07-11T23:21:01.265" v="122" actId="207"/>
        <pc:sldMkLst>
          <pc:docMk/>
          <pc:sldMk cId="3585428774" sldId="359"/>
        </pc:sldMkLst>
      </pc:sldChg>
      <pc:sldChg chg="del">
        <pc:chgData name="嘉展 張" userId="56c0cc265fef7f12" providerId="LiveId" clId="{871B63E1-5688-4BC9-A264-EFDDC7298B48}" dt="2025-07-11T23:21:07.059" v="123" actId="47"/>
        <pc:sldMkLst>
          <pc:docMk/>
          <pc:sldMk cId="771378846" sldId="361"/>
        </pc:sldMkLst>
      </pc:sldChg>
      <pc:sldChg chg="add">
        <pc:chgData name="嘉展 張" userId="56c0cc265fef7f12" providerId="LiveId" clId="{871B63E1-5688-4BC9-A264-EFDDC7298B48}" dt="2025-07-11T23:18:10.223" v="57"/>
        <pc:sldMkLst>
          <pc:docMk/>
          <pc:sldMk cId="2643400217" sldId="362"/>
        </pc:sldMkLst>
      </pc:sldChg>
      <pc:sldChg chg="add">
        <pc:chgData name="嘉展 張" userId="56c0cc265fef7f12" providerId="LiveId" clId="{871B63E1-5688-4BC9-A264-EFDDC7298B48}" dt="2025-07-11T23:20:56.187" v="120"/>
        <pc:sldMkLst>
          <pc:docMk/>
          <pc:sldMk cId="1308011151" sldId="363"/>
        </pc:sldMkLst>
      </pc:sldChg>
      <pc:sldMasterChg chg="modSldLayout">
        <pc:chgData name="嘉展 張" userId="56c0cc265fef7f12" providerId="LiveId" clId="{871B63E1-5688-4BC9-A264-EFDDC7298B48}" dt="2025-07-11T23:18:41.043" v="80" actId="20577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871B63E1-5688-4BC9-A264-EFDDC7298B48}" dt="2025-07-11T23:18:41.043" v="80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8C17DC2B-5918-4C2A-ABAD-E0796C8BEBAA}"/>
    <pc:docChg chg="undo custSel addSld delSld modSld modMainMaster">
      <pc:chgData name="嘉展 張" userId="56c0cc265fef7f12" providerId="LiveId" clId="{8C17DC2B-5918-4C2A-ABAD-E0796C8BEBAA}" dt="2025-07-09T09:31:06.934" v="373" actId="2711"/>
      <pc:docMkLst>
        <pc:docMk/>
      </pc:docMkLst>
      <pc:sldChg chg="modSp mod">
        <pc:chgData name="嘉展 張" userId="56c0cc265fef7f12" providerId="LiveId" clId="{8C17DC2B-5918-4C2A-ABAD-E0796C8BEBAA}" dt="2025-07-09T09:14:09.580" v="41"/>
        <pc:sldMkLst>
          <pc:docMk/>
          <pc:sldMk cId="1698366788" sldId="274"/>
        </pc:sldMkLst>
      </pc:sldChg>
      <pc:sldChg chg="modSp mod">
        <pc:chgData name="嘉展 張" userId="56c0cc265fef7f12" providerId="LiveId" clId="{8C17DC2B-5918-4C2A-ABAD-E0796C8BEBAA}" dt="2025-07-09T09:23:28.904" v="318" actId="207"/>
        <pc:sldMkLst>
          <pc:docMk/>
          <pc:sldMk cId="3676040206" sldId="336"/>
        </pc:sldMkLst>
      </pc:sldChg>
      <pc:sldChg chg="modSp mod">
        <pc:chgData name="嘉展 張" userId="56c0cc265fef7f12" providerId="LiveId" clId="{8C17DC2B-5918-4C2A-ABAD-E0796C8BEBAA}" dt="2025-07-09T09:31:06.934" v="373" actId="2711"/>
        <pc:sldMkLst>
          <pc:docMk/>
          <pc:sldMk cId="3383698067" sldId="342"/>
        </pc:sldMkLst>
      </pc:sldChg>
      <pc:sldChg chg="modSp mod">
        <pc:chgData name="嘉展 張" userId="56c0cc265fef7f12" providerId="LiveId" clId="{8C17DC2B-5918-4C2A-ABAD-E0796C8BEBAA}" dt="2025-07-09T09:29:41.625" v="352" actId="20577"/>
        <pc:sldMkLst>
          <pc:docMk/>
          <pc:sldMk cId="345017411" sldId="343"/>
        </pc:sldMkLst>
      </pc:sldChg>
      <pc:sldChg chg="modSp mod">
        <pc:chgData name="嘉展 張" userId="56c0cc265fef7f12" providerId="LiveId" clId="{8C17DC2B-5918-4C2A-ABAD-E0796C8BEBAA}" dt="2025-07-09T09:25:12.609" v="320" actId="15"/>
        <pc:sldMkLst>
          <pc:docMk/>
          <pc:sldMk cId="3752334464" sldId="345"/>
        </pc:sldMkLst>
      </pc:sldChg>
      <pc:sldChg chg="modSp mod">
        <pc:chgData name="嘉展 張" userId="56c0cc265fef7f12" providerId="LiveId" clId="{8C17DC2B-5918-4C2A-ABAD-E0796C8BEBAA}" dt="2025-07-09T09:26:11.378" v="327" actId="15"/>
        <pc:sldMkLst>
          <pc:docMk/>
          <pc:sldMk cId="1115666099" sldId="346"/>
        </pc:sldMkLst>
      </pc:sldChg>
      <pc:sldChg chg="modSp mod">
        <pc:chgData name="嘉展 張" userId="56c0cc265fef7f12" providerId="LiveId" clId="{8C17DC2B-5918-4C2A-ABAD-E0796C8BEBAA}" dt="2025-07-09T09:26:39.415" v="331" actId="20577"/>
        <pc:sldMkLst>
          <pc:docMk/>
          <pc:sldMk cId="3822570613" sldId="347"/>
        </pc:sldMkLst>
      </pc:sldChg>
      <pc:sldChg chg="modSp mod">
        <pc:chgData name="嘉展 張" userId="56c0cc265fef7f12" providerId="LiveId" clId="{8C17DC2B-5918-4C2A-ABAD-E0796C8BEBAA}" dt="2025-07-09T09:19:45.557" v="174" actId="6549"/>
        <pc:sldMkLst>
          <pc:docMk/>
          <pc:sldMk cId="732333138" sldId="351"/>
        </pc:sldMkLst>
      </pc:sldChg>
      <pc:sldChg chg="modSp mod">
        <pc:chgData name="嘉展 張" userId="56c0cc265fef7f12" providerId="LiveId" clId="{8C17DC2B-5918-4C2A-ABAD-E0796C8BEBAA}" dt="2025-07-09T09:27:03.141" v="333" actId="15"/>
        <pc:sldMkLst>
          <pc:docMk/>
          <pc:sldMk cId="2503062332" sldId="354"/>
        </pc:sldMkLst>
      </pc:sldChg>
      <pc:sldChg chg="modSp mod">
        <pc:chgData name="嘉展 張" userId="56c0cc265fef7f12" providerId="LiveId" clId="{8C17DC2B-5918-4C2A-ABAD-E0796C8BEBAA}" dt="2025-07-09T09:28:04.992" v="336"/>
        <pc:sldMkLst>
          <pc:docMk/>
          <pc:sldMk cId="2169278876" sldId="355"/>
        </pc:sldMkLst>
      </pc:sldChg>
      <pc:sldChg chg="del">
        <pc:chgData name="嘉展 張" userId="56c0cc265fef7f12" providerId="LiveId" clId="{8C17DC2B-5918-4C2A-ABAD-E0796C8BEBAA}" dt="2025-07-09T09:20:12.217" v="177" actId="47"/>
        <pc:sldMkLst>
          <pc:docMk/>
          <pc:sldMk cId="3052656619" sldId="356"/>
        </pc:sldMkLst>
      </pc:sldChg>
      <pc:sldChg chg="del">
        <pc:chgData name="嘉展 張" userId="56c0cc265fef7f12" providerId="LiveId" clId="{8C17DC2B-5918-4C2A-ABAD-E0796C8BEBAA}" dt="2025-07-09T09:21:06.418" v="281" actId="47"/>
        <pc:sldMkLst>
          <pc:docMk/>
          <pc:sldMk cId="185642437" sldId="357"/>
        </pc:sldMkLst>
      </pc:sldChg>
      <pc:sldChg chg="modSp mod">
        <pc:chgData name="嘉展 張" userId="56c0cc265fef7f12" providerId="LiveId" clId="{8C17DC2B-5918-4C2A-ABAD-E0796C8BEBAA}" dt="2025-07-09T09:25:48.444" v="325" actId="207"/>
        <pc:sldMkLst>
          <pc:docMk/>
          <pc:sldMk cId="4193172206" sldId="358"/>
        </pc:sldMkLst>
      </pc:sldChg>
      <pc:sldChg chg="modSp add mod">
        <pc:chgData name="嘉展 張" userId="56c0cc265fef7f12" providerId="LiveId" clId="{8C17DC2B-5918-4C2A-ABAD-E0796C8BEBAA}" dt="2025-07-09T09:19:57.814" v="176" actId="207"/>
        <pc:sldMkLst>
          <pc:docMk/>
          <pc:sldMk cId="3585428774" sldId="359"/>
        </pc:sldMkLst>
      </pc:sldChg>
      <pc:sldChg chg="add">
        <pc:chgData name="嘉展 張" userId="56c0cc265fef7f12" providerId="LiveId" clId="{8C17DC2B-5918-4C2A-ABAD-E0796C8BEBAA}" dt="2025-07-09T09:23:26.053" v="317"/>
        <pc:sldMkLst>
          <pc:docMk/>
          <pc:sldMk cId="1907735413" sldId="360"/>
        </pc:sldMkLst>
      </pc:sldChg>
      <pc:sldMasterChg chg="modSldLayout">
        <pc:chgData name="嘉展 張" userId="56c0cc265fef7f12" providerId="LiveId" clId="{8C17DC2B-5918-4C2A-ABAD-E0796C8BEBAA}" dt="2025-07-09T09:18:08.998" v="120" actId="6549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8C17DC2B-5918-4C2A-ABAD-E0796C8BEBAA}" dt="2025-07-09T09:18:08.998" v="120" actId="6549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B8F15BBE-A2E8-4DCB-B8C2-722EEBD073BE}"/>
    <pc:docChg chg="undo redo custSel addSld delSld modSld modMainMaster">
      <pc:chgData name="嘉展 張" userId="56c0cc265fef7f12" providerId="LiveId" clId="{B8F15BBE-A2E8-4DCB-B8C2-722EEBD073BE}" dt="2025-07-12T16:18:24.027" v="219" actId="6549"/>
      <pc:docMkLst>
        <pc:docMk/>
      </pc:docMkLst>
      <pc:sldChg chg="modSp mod">
        <pc:chgData name="嘉展 張" userId="56c0cc265fef7f12" providerId="LiveId" clId="{B8F15BBE-A2E8-4DCB-B8C2-722EEBD073BE}" dt="2025-07-11T23:28:13.859" v="20"/>
        <pc:sldMkLst>
          <pc:docMk/>
          <pc:sldMk cId="1698366788" sldId="274"/>
        </pc:sldMkLst>
      </pc:sldChg>
      <pc:sldChg chg="modSp mod">
        <pc:chgData name="嘉展 張" userId="56c0cc265fef7f12" providerId="LiveId" clId="{B8F15BBE-A2E8-4DCB-B8C2-722EEBD073BE}" dt="2025-07-12T16:18:17.640" v="215" actId="6549"/>
        <pc:sldMkLst>
          <pc:docMk/>
          <pc:sldMk cId="3383698067" sldId="342"/>
        </pc:sldMkLst>
      </pc:sldChg>
      <pc:sldChg chg="modSp mod">
        <pc:chgData name="嘉展 張" userId="56c0cc265fef7f12" providerId="LiveId" clId="{B8F15BBE-A2E8-4DCB-B8C2-722EEBD073BE}" dt="2025-07-12T16:18:24.027" v="219" actId="6549"/>
        <pc:sldMkLst>
          <pc:docMk/>
          <pc:sldMk cId="345017411" sldId="343"/>
        </pc:sldMkLst>
      </pc:sldChg>
      <pc:sldChg chg="modSp mod">
        <pc:chgData name="嘉展 張" userId="56c0cc265fef7f12" providerId="LiveId" clId="{B8F15BBE-A2E8-4DCB-B8C2-722EEBD073BE}" dt="2025-07-11T23:32:06.872" v="132" actId="15"/>
        <pc:sldMkLst>
          <pc:docMk/>
          <pc:sldMk cId="3752334464" sldId="345"/>
        </pc:sldMkLst>
      </pc:sldChg>
      <pc:sldChg chg="modSp mod">
        <pc:chgData name="嘉展 張" userId="56c0cc265fef7f12" providerId="LiveId" clId="{B8F15BBE-A2E8-4DCB-B8C2-722EEBD073BE}" dt="2025-07-11T23:33:18.044" v="143" actId="15"/>
        <pc:sldMkLst>
          <pc:docMk/>
          <pc:sldMk cId="1115666099" sldId="346"/>
        </pc:sldMkLst>
      </pc:sldChg>
      <pc:sldChg chg="modSp mod">
        <pc:chgData name="嘉展 張" userId="56c0cc265fef7f12" providerId="LiveId" clId="{B8F15BBE-A2E8-4DCB-B8C2-722EEBD073BE}" dt="2025-07-11T23:33:38.101" v="146"/>
        <pc:sldMkLst>
          <pc:docMk/>
          <pc:sldMk cId="3822570613" sldId="347"/>
        </pc:sldMkLst>
      </pc:sldChg>
      <pc:sldChg chg="modSp mod">
        <pc:chgData name="嘉展 張" userId="56c0cc265fef7f12" providerId="LiveId" clId="{B8F15BBE-A2E8-4DCB-B8C2-722EEBD073BE}" dt="2025-07-11T23:31:50.127" v="130" actId="207"/>
        <pc:sldMkLst>
          <pc:docMk/>
          <pc:sldMk cId="732333138" sldId="351"/>
        </pc:sldMkLst>
      </pc:sldChg>
      <pc:sldChg chg="modSp mod">
        <pc:chgData name="嘉展 張" userId="56c0cc265fef7f12" providerId="LiveId" clId="{B8F15BBE-A2E8-4DCB-B8C2-722EEBD073BE}" dt="2025-07-11T23:33:49.051" v="148" actId="15"/>
        <pc:sldMkLst>
          <pc:docMk/>
          <pc:sldMk cId="2503062332" sldId="354"/>
        </pc:sldMkLst>
      </pc:sldChg>
      <pc:sldChg chg="modSp mod">
        <pc:chgData name="嘉展 張" userId="56c0cc265fef7f12" providerId="LiveId" clId="{B8F15BBE-A2E8-4DCB-B8C2-722EEBD073BE}" dt="2025-07-11T23:34:13.940" v="153"/>
        <pc:sldMkLst>
          <pc:docMk/>
          <pc:sldMk cId="2169278876" sldId="355"/>
        </pc:sldMkLst>
      </pc:sldChg>
      <pc:sldChg chg="modSp mod">
        <pc:chgData name="嘉展 張" userId="56c0cc265fef7f12" providerId="LiveId" clId="{B8F15BBE-A2E8-4DCB-B8C2-722EEBD073BE}" dt="2025-07-11T23:32:58.322" v="141" actId="6549"/>
        <pc:sldMkLst>
          <pc:docMk/>
          <pc:sldMk cId="4193172206" sldId="358"/>
        </pc:sldMkLst>
      </pc:sldChg>
      <pc:sldChg chg="modSp mod">
        <pc:chgData name="嘉展 張" userId="56c0cc265fef7f12" providerId="LiveId" clId="{B8F15BBE-A2E8-4DCB-B8C2-722EEBD073BE}" dt="2025-07-11T23:29:58.509" v="83" actId="207"/>
        <pc:sldMkLst>
          <pc:docMk/>
          <pc:sldMk cId="3585428774" sldId="359"/>
        </pc:sldMkLst>
      </pc:sldChg>
      <pc:sldChg chg="del">
        <pc:chgData name="嘉展 張" userId="56c0cc265fef7f12" providerId="LiveId" clId="{B8F15BBE-A2E8-4DCB-B8C2-722EEBD073BE}" dt="2025-07-11T23:29:53.142" v="81" actId="47"/>
        <pc:sldMkLst>
          <pc:docMk/>
          <pc:sldMk cId="2643400217" sldId="362"/>
        </pc:sldMkLst>
      </pc:sldChg>
      <pc:sldChg chg="del">
        <pc:chgData name="嘉展 張" userId="56c0cc265fef7f12" providerId="LiveId" clId="{B8F15BBE-A2E8-4DCB-B8C2-722EEBD073BE}" dt="2025-07-11T23:31:42.132" v="129" actId="47"/>
        <pc:sldMkLst>
          <pc:docMk/>
          <pc:sldMk cId="1308011151" sldId="363"/>
        </pc:sldMkLst>
      </pc:sldChg>
      <pc:sldChg chg="add">
        <pc:chgData name="嘉展 張" userId="56c0cc265fef7f12" providerId="LiveId" clId="{B8F15BBE-A2E8-4DCB-B8C2-722EEBD073BE}" dt="2025-07-11T23:29:54.524" v="82"/>
        <pc:sldMkLst>
          <pc:docMk/>
          <pc:sldMk cId="2901890192" sldId="364"/>
        </pc:sldMkLst>
      </pc:sldChg>
      <pc:sldChg chg="add">
        <pc:chgData name="嘉展 張" userId="56c0cc265fef7f12" providerId="LiveId" clId="{B8F15BBE-A2E8-4DCB-B8C2-722EEBD073BE}" dt="2025-07-11T23:31:40.443" v="128"/>
        <pc:sldMkLst>
          <pc:docMk/>
          <pc:sldMk cId="4208653585" sldId="365"/>
        </pc:sldMkLst>
      </pc:sldChg>
      <pc:sldChg chg="addSp delSp modSp add del mod">
        <pc:chgData name="嘉展 張" userId="56c0cc265fef7f12" providerId="LiveId" clId="{B8F15BBE-A2E8-4DCB-B8C2-722EEBD073BE}" dt="2025-07-11T23:35:29.456" v="171" actId="47"/>
        <pc:sldMkLst>
          <pc:docMk/>
          <pc:sldMk cId="2529413341" sldId="366"/>
        </pc:sldMkLst>
      </pc:sldChg>
      <pc:sldMasterChg chg="modSldLayout">
        <pc:chgData name="嘉展 張" userId="56c0cc265fef7f12" providerId="LiveId" clId="{B8F15BBE-A2E8-4DCB-B8C2-722EEBD073BE}" dt="2025-07-11T23:28:47.104" v="52" actId="20577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B8F15BBE-A2E8-4DCB-B8C2-722EEBD073BE}" dt="2025-07-11T23:28:47.104" v="52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0BB0EFE5-82D4-4395-89A8-40A71B510EC6}"/>
    <pc:docChg chg="undo custSel addSld delSld modSld modMainMaster">
      <pc:chgData name="嘉展 張" userId="56c0cc265fef7f12" providerId="LiveId" clId="{0BB0EFE5-82D4-4395-89A8-40A71B510EC6}" dt="2025-07-10T11:02:24.083" v="259" actId="108"/>
      <pc:docMkLst>
        <pc:docMk/>
      </pc:docMkLst>
      <pc:sldChg chg="modSp mod">
        <pc:chgData name="嘉展 張" userId="56c0cc265fef7f12" providerId="LiveId" clId="{0BB0EFE5-82D4-4395-89A8-40A71B510EC6}" dt="2025-07-10T08:46:27.999" v="29"/>
        <pc:sldMkLst>
          <pc:docMk/>
          <pc:sldMk cId="1698366788" sldId="274"/>
        </pc:sldMkLst>
      </pc:sldChg>
      <pc:sldChg chg="modSp mod">
        <pc:chgData name="嘉展 張" userId="56c0cc265fef7f12" providerId="LiveId" clId="{0BB0EFE5-82D4-4395-89A8-40A71B510EC6}" dt="2025-07-10T10:47:54.091" v="120" actId="207"/>
        <pc:sldMkLst>
          <pc:docMk/>
          <pc:sldMk cId="3676040206" sldId="336"/>
        </pc:sldMkLst>
      </pc:sldChg>
      <pc:sldChg chg="modSp mod">
        <pc:chgData name="嘉展 張" userId="56c0cc265fef7f12" providerId="LiveId" clId="{0BB0EFE5-82D4-4395-89A8-40A71B510EC6}" dt="2025-07-10T11:02:24.083" v="259" actId="108"/>
        <pc:sldMkLst>
          <pc:docMk/>
          <pc:sldMk cId="3383698067" sldId="342"/>
        </pc:sldMkLst>
      </pc:sldChg>
      <pc:sldChg chg="modSp mod">
        <pc:chgData name="嘉展 張" userId="56c0cc265fef7f12" providerId="LiveId" clId="{0BB0EFE5-82D4-4395-89A8-40A71B510EC6}" dt="2025-07-10T10:59:58.793" v="190" actId="20577"/>
        <pc:sldMkLst>
          <pc:docMk/>
          <pc:sldMk cId="345017411" sldId="343"/>
        </pc:sldMkLst>
      </pc:sldChg>
      <pc:sldChg chg="modSp mod">
        <pc:chgData name="嘉展 張" userId="56c0cc265fef7f12" providerId="LiveId" clId="{0BB0EFE5-82D4-4395-89A8-40A71B510EC6}" dt="2025-07-10T10:53:44.580" v="152" actId="15"/>
        <pc:sldMkLst>
          <pc:docMk/>
          <pc:sldMk cId="3752334464" sldId="345"/>
        </pc:sldMkLst>
      </pc:sldChg>
      <pc:sldChg chg="modSp mod">
        <pc:chgData name="嘉展 張" userId="56c0cc265fef7f12" providerId="LiveId" clId="{0BB0EFE5-82D4-4395-89A8-40A71B510EC6}" dt="2025-07-10T10:55:02.259" v="162" actId="15"/>
        <pc:sldMkLst>
          <pc:docMk/>
          <pc:sldMk cId="1115666099" sldId="346"/>
        </pc:sldMkLst>
      </pc:sldChg>
      <pc:sldChg chg="modSp mod">
        <pc:chgData name="嘉展 張" userId="56c0cc265fef7f12" providerId="LiveId" clId="{0BB0EFE5-82D4-4395-89A8-40A71B510EC6}" dt="2025-07-10T10:55:31.608" v="165"/>
        <pc:sldMkLst>
          <pc:docMk/>
          <pc:sldMk cId="3822570613" sldId="347"/>
        </pc:sldMkLst>
      </pc:sldChg>
      <pc:sldChg chg="modSp mod">
        <pc:chgData name="嘉展 張" userId="56c0cc265fef7f12" providerId="LiveId" clId="{0BB0EFE5-82D4-4395-89A8-40A71B510EC6}" dt="2025-07-10T09:31:21.243" v="73"/>
        <pc:sldMkLst>
          <pc:docMk/>
          <pc:sldMk cId="732333138" sldId="351"/>
        </pc:sldMkLst>
      </pc:sldChg>
      <pc:sldChg chg="modSp mod">
        <pc:chgData name="嘉展 張" userId="56c0cc265fef7f12" providerId="LiveId" clId="{0BB0EFE5-82D4-4395-89A8-40A71B510EC6}" dt="2025-07-10T10:57:53.903" v="167" actId="15"/>
        <pc:sldMkLst>
          <pc:docMk/>
          <pc:sldMk cId="2503062332" sldId="354"/>
        </pc:sldMkLst>
      </pc:sldChg>
      <pc:sldChg chg="modSp mod">
        <pc:chgData name="嘉展 張" userId="56c0cc265fef7f12" providerId="LiveId" clId="{0BB0EFE5-82D4-4395-89A8-40A71B510EC6}" dt="2025-07-10T10:58:11.544" v="170"/>
        <pc:sldMkLst>
          <pc:docMk/>
          <pc:sldMk cId="2169278876" sldId="355"/>
        </pc:sldMkLst>
      </pc:sldChg>
      <pc:sldChg chg="modSp mod">
        <pc:chgData name="嘉展 張" userId="56c0cc265fef7f12" providerId="LiveId" clId="{0BB0EFE5-82D4-4395-89A8-40A71B510EC6}" dt="2025-07-10T10:54:17.972" v="160" actId="20577"/>
        <pc:sldMkLst>
          <pc:docMk/>
          <pc:sldMk cId="4193172206" sldId="358"/>
        </pc:sldMkLst>
      </pc:sldChg>
      <pc:sldChg chg="modSp mod">
        <pc:chgData name="嘉展 張" userId="56c0cc265fef7f12" providerId="LiveId" clId="{0BB0EFE5-82D4-4395-89A8-40A71B510EC6}" dt="2025-07-10T10:45:23.104" v="91" actId="207"/>
        <pc:sldMkLst>
          <pc:docMk/>
          <pc:sldMk cId="3585428774" sldId="359"/>
        </pc:sldMkLst>
      </pc:sldChg>
      <pc:sldChg chg="del">
        <pc:chgData name="嘉展 張" userId="56c0cc265fef7f12" providerId="LiveId" clId="{0BB0EFE5-82D4-4395-89A8-40A71B510EC6}" dt="2025-07-10T10:48:02.987" v="121" actId="47"/>
        <pc:sldMkLst>
          <pc:docMk/>
          <pc:sldMk cId="1907735413" sldId="360"/>
        </pc:sldMkLst>
      </pc:sldChg>
      <pc:sldChg chg="add">
        <pc:chgData name="嘉展 張" userId="56c0cc265fef7f12" providerId="LiveId" clId="{0BB0EFE5-82D4-4395-89A8-40A71B510EC6}" dt="2025-07-10T10:47:50.439" v="119"/>
        <pc:sldMkLst>
          <pc:docMk/>
          <pc:sldMk cId="771378846" sldId="361"/>
        </pc:sldMkLst>
      </pc:sldChg>
      <pc:sldMasterChg chg="modSldLayout">
        <pc:chgData name="嘉展 張" userId="56c0cc265fef7f12" providerId="LiveId" clId="{0BB0EFE5-82D4-4395-89A8-40A71B510EC6}" dt="2025-07-10T10:53:10.532" v="150" actId="20577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0BB0EFE5-82D4-4395-89A8-40A71B510EC6}" dt="2025-07-10T10:53:10.532" v="150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08BF25A6-087F-D6D2-267D-B40DBA7EE1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A0814FC-58BC-3550-CD96-55E744A2254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02A62F-168C-441A-BD3A-3CBD0D8996EF}" type="datetimeFigureOut">
              <a:rPr lang="zh-TW" altLang="en-US" smtClean="0"/>
              <a:t>2025/8/23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9AE01F6-5383-DDC4-7D41-985AFCC1FBA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4AF33B8-A6BA-F9CB-9D1A-F0E8411475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F976BC-45D2-4837-B745-B3BC93427B1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84510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BIZ UDGothic" panose="020B0400000000000000" pitchFamily="33" charset="-128"/>
        <a:ea typeface="BIZ UDGothic" panose="020B0400000000000000" pitchFamily="33" charset="-128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B9D73-044F-2A37-3F4E-8335B5A05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97F75CE-88EA-850A-CECC-F4C2561DA6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6137BD8-B183-DD95-DE6C-D859B1C88A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694335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331E7-72C9-CA9D-E30A-931FD6B67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E8EA63D-9AA2-A070-8F31-F1276FD5A1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10840B2-4DC1-4C41-3A63-841581720D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256429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1D298-6422-5CD8-401B-52AFAA872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EF98A0D-F23B-2562-A086-FB7474258D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E11E9A7-44F6-0342-8D0D-BDF1850FB1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013013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78FDB-2A1E-8814-2AD3-7EFCCF107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1097FEE-D107-EDCF-458A-3D543FE2E3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57D2031-AB3E-84FB-9D65-8DD6600FCB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128644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85468-5212-06C2-1093-089D532FF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B7D9929-8008-244F-F7A1-B41948405D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D56B6BE-7444-4031-D537-371867FF17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138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6B379-66A6-8293-506C-29E51887A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9A3887-4357-E0FE-7DDD-A2FAFC324C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37AB0E6-6396-E25F-0096-5941418CD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287842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9704E-7EED-C2D2-AB0C-9735446DF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EC38AC2-0366-3164-A5DC-828EC5C85F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21BE83F-F2D0-7D4D-6FCD-F1A7DC9883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394766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C7D44-8515-EA05-78FF-A15CE5600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7F962DF-1858-3443-38F9-00426D5514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4104576-44CB-1017-4E20-3C5F49A08F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328854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1817C-F287-F065-8882-D7A4DE98C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EDAC0BE-EE20-BA6B-0516-1B9B0FE685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C8B431F-7A24-FB64-CF33-07FADF8305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806188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4A324-9DB8-AC60-0E9A-029499D2E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1DF6703-231F-DDD2-45EC-4808961509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7D0AAFB-663D-8EC1-EF20-326EBDA863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174942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BE18B-9284-4C34-1C60-E918802CD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E8BB489-F93C-819E-5985-79CFC6810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2245CC0-BD14-DF5C-7A17-EFCD00FFE3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968629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9F13D-1ED7-DF52-F6AD-DA3481E6A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17BBF0B-7D7D-D6A0-63D5-6153918B72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5CD1C0-0BA9-E1F1-B6A8-BEA3D120E6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243089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  <p:sp>
        <p:nvSpPr>
          <p:cNvPr id="301" name="Google Shape;30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24893-DBDA-4BFA-9CE1-4BFE7CD0F8CF}" type="datetime1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  <p:sp>
        <p:nvSpPr>
          <p:cNvPr id="7" name="Google Shape;173;p15">
            <a:extLst>
              <a:ext uri="{FF2B5EF4-FFF2-40B4-BE49-F238E27FC236}">
                <a16:creationId xmlns:a16="http://schemas.microsoft.com/office/drawing/2014/main" id="{1EA53AEF-F2B1-0F4B-39E7-2C1000323C5C}"/>
              </a:ext>
            </a:extLst>
          </p:cNvPr>
          <p:cNvSpPr/>
          <p:nvPr userDrawn="1"/>
        </p:nvSpPr>
        <p:spPr>
          <a:xfrm>
            <a:off x="-1" y="12529696"/>
            <a:ext cx="24384001" cy="1188793"/>
          </a:xfrm>
          <a:prstGeom prst="rect">
            <a:avLst/>
          </a:prstGeom>
          <a:solidFill>
            <a:srgbClr val="288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endParaRPr sz="3600" b="0" i="0" u="none" strike="noStrike" cap="none" dirty="0">
              <a:solidFill>
                <a:srgbClr val="000000"/>
              </a:solidFill>
              <a:latin typeface="Gen Jyuu GothicL Bold" panose="020B0602020203020207" pitchFamily="34" charset="-120"/>
              <a:ea typeface="Gen Jyuu GothicL Bold" panose="020B0602020203020207" pitchFamily="34" charset="-120"/>
              <a:cs typeface="Gen Jyuu GothicL Bold" panose="020B0602020203020207" pitchFamily="34" charset="-120"/>
              <a:sym typeface="Calibri"/>
            </a:endParaRPr>
          </a:p>
        </p:txBody>
      </p:sp>
      <p:pic>
        <p:nvPicPr>
          <p:cNvPr id="8" name="Google Shape;175;p15" descr="00新品牌元素-55.png">
            <a:extLst>
              <a:ext uri="{FF2B5EF4-FFF2-40B4-BE49-F238E27FC236}">
                <a16:creationId xmlns:a16="http://schemas.microsoft.com/office/drawing/2014/main" id="{A1C6D771-7D6B-48B8-4879-512D53716F0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661141" y="12716794"/>
            <a:ext cx="4686527" cy="84908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77;p15">
            <a:extLst>
              <a:ext uri="{FF2B5EF4-FFF2-40B4-BE49-F238E27FC236}">
                <a16:creationId xmlns:a16="http://schemas.microsoft.com/office/drawing/2014/main" id="{F6E91BB9-A0CF-7DC6-E565-0F8D841B8D6A}"/>
              </a:ext>
            </a:extLst>
          </p:cNvPr>
          <p:cNvSpPr txBox="1"/>
          <p:nvPr userDrawn="1"/>
        </p:nvSpPr>
        <p:spPr>
          <a:xfrm>
            <a:off x="1779473" y="4241866"/>
            <a:ext cx="5726816" cy="1415743"/>
          </a:xfrm>
          <a:prstGeom prst="rect">
            <a:avLst/>
          </a:prstGeom>
          <a:solidFill>
            <a:srgbClr val="288CCC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Arial"/>
              <a:buNone/>
            </a:pPr>
            <a:r>
              <a:rPr lang="en-US" sz="8000" b="0" i="0" u="none" strike="noStrike" cap="none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  <a:sym typeface="Arial"/>
              </a:rPr>
              <a:t>本課文型</a:t>
            </a:r>
            <a:endParaRPr sz="1400" b="0" i="0" u="none" strike="noStrike" cap="none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n Jyuu GothicL Bold" panose="020B0602020203020207" pitchFamily="34" charset="-120"/>
              <a:ea typeface="Gen Jyuu GothicL Bold" panose="020B0602020203020207" pitchFamily="34" charset="-120"/>
              <a:cs typeface="Gen Jyuu GothicL Bold" panose="020B0602020203020207" pitchFamily="34" charset="-120"/>
              <a:sym typeface="Arial"/>
            </a:endParaRPr>
          </a:p>
        </p:txBody>
      </p:sp>
      <p:pic>
        <p:nvPicPr>
          <p:cNvPr id="11" name="Google Shape;180;p15" descr="新品牌元素-04.png">
            <a:extLst>
              <a:ext uri="{FF2B5EF4-FFF2-40B4-BE49-F238E27FC236}">
                <a16:creationId xmlns:a16="http://schemas.microsoft.com/office/drawing/2014/main" id="{9706B59E-0CCB-A03D-5962-B885D023C539}"/>
              </a:ext>
            </a:extLst>
          </p:cNvPr>
          <p:cNvPicPr preferRelativeResize="0"/>
          <p:nvPr userDrawn="1"/>
        </p:nvPicPr>
        <p:blipFill rotWithShape="1">
          <a:blip r:embed="rId3">
            <a:alphaModFix amt="70000"/>
          </a:blip>
          <a:srcRect/>
          <a:stretch/>
        </p:blipFill>
        <p:spPr>
          <a:xfrm>
            <a:off x="21137221" y="1024091"/>
            <a:ext cx="2776561" cy="1589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81;p15" descr="00新品牌元素-47.png">
            <a:extLst>
              <a:ext uri="{FF2B5EF4-FFF2-40B4-BE49-F238E27FC236}">
                <a16:creationId xmlns:a16="http://schemas.microsoft.com/office/drawing/2014/main" id="{816445DC-2A49-15E8-A162-AB44553F104E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0832421" y="8763000"/>
            <a:ext cx="3780876" cy="4361092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文字版面配置區 17">
            <a:extLst>
              <a:ext uri="{FF2B5EF4-FFF2-40B4-BE49-F238E27FC236}">
                <a16:creationId xmlns:a16="http://schemas.microsoft.com/office/drawing/2014/main" id="{945131EA-FBA2-5A69-36FD-4A242A80AB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9070" y="6660848"/>
            <a:ext cx="17113623" cy="5032117"/>
          </a:xfrm>
        </p:spPr>
        <p:txBody>
          <a:bodyPr numCol="2">
            <a:normAutofit/>
          </a:bodyPr>
          <a:lstStyle>
            <a:lvl1pPr marL="0" indent="0">
              <a:buNone/>
              <a:defRPr sz="4200">
                <a:solidFill>
                  <a:srgbClr val="3B3838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  <a:lvl2pPr marL="914400" indent="0">
              <a:buNone/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2pPr>
            <a:lvl3pPr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3pPr>
            <a:lvl4pPr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4pPr>
            <a:lvl5pPr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  <a:endParaRPr lang="en-US" altLang="zh-TW" dirty="0"/>
          </a:p>
        </p:txBody>
      </p:sp>
      <p:sp>
        <p:nvSpPr>
          <p:cNvPr id="19" name="Google Shape;179;p15">
            <a:extLst>
              <a:ext uri="{FF2B5EF4-FFF2-40B4-BE49-F238E27FC236}">
                <a16:creationId xmlns:a16="http://schemas.microsoft.com/office/drawing/2014/main" id="{3F54C1E6-3D7F-502D-6C15-E0DC042557B2}"/>
              </a:ext>
            </a:extLst>
          </p:cNvPr>
          <p:cNvSpPr txBox="1"/>
          <p:nvPr userDrawn="1"/>
        </p:nvSpPr>
        <p:spPr>
          <a:xfrm>
            <a:off x="18036333" y="12735798"/>
            <a:ext cx="5266463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lang="ja-JP" altLang="en-US" sz="4200" b="1" i="0" u="none" strike="noStrike" kern="1200" cap="none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n Jyuu Gothic Bold" panose="020B0602020203020207" pitchFamily="50" charset="-128"/>
                <a:ea typeface="Gen Jyuu Gothic Bold" panose="020B0602020203020207" pitchFamily="50" charset="-128"/>
                <a:cs typeface="Gen Jyuu Gothic Bold" panose="020B0602020203020207" pitchFamily="50" charset="-128"/>
                <a:sym typeface="Arial"/>
              </a:rPr>
              <a:t>學習導師・中級</a:t>
            </a:r>
            <a:endParaRPr lang="ja-JP" altLang="en-US" sz="4200" b="1" i="0" u="none" strike="noStrike" kern="1200" cap="none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n Jyuu Gothic Bold" panose="020B0602020203020207" pitchFamily="50" charset="-128"/>
              <a:ea typeface="Gen Jyuu Gothic Bold" panose="020B0602020203020207" pitchFamily="50" charset="-128"/>
              <a:cs typeface="Gen Jyuu Gothic Bold" panose="020B0602020203020207" pitchFamily="50" charset="-128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1026470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81500" y="-36844"/>
            <a:ext cx="19983450" cy="114873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zh-TW" altLang="en-US"/>
              <a:t>按一下以編輯母片標題樣式 </a:t>
            </a:r>
            <a:endParaRPr 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AC0EF03-D6B3-CE56-533B-535D9DFA0793}"/>
              </a:ext>
            </a:extLst>
          </p:cNvPr>
          <p:cNvSpPr/>
          <p:nvPr userDrawn="1"/>
        </p:nvSpPr>
        <p:spPr>
          <a:xfrm>
            <a:off x="-38100" y="-151233"/>
            <a:ext cx="24403050" cy="189136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Google Shape;191;p60" descr="00新品牌元素-50.png">
            <a:extLst>
              <a:ext uri="{FF2B5EF4-FFF2-40B4-BE49-F238E27FC236}">
                <a16:creationId xmlns:a16="http://schemas.microsoft.com/office/drawing/2014/main" id="{30CA417C-C8B7-0AFC-3F11-7B07400254AC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76200" y="-165077"/>
            <a:ext cx="1371600" cy="1469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90;p60" descr="浮水印.png">
            <a:extLst>
              <a:ext uri="{FF2B5EF4-FFF2-40B4-BE49-F238E27FC236}">
                <a16:creationId xmlns:a16="http://schemas.microsoft.com/office/drawing/2014/main" id="{151502A3-5726-B337-1182-245A2ADF7D85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22574250" y="145476"/>
            <a:ext cx="1580320" cy="88698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286F6F29-2332-3D9E-E40D-AF2D204D300D}"/>
              </a:ext>
            </a:extLst>
          </p:cNvPr>
          <p:cNvSpPr txBox="1"/>
          <p:nvPr userDrawn="1"/>
        </p:nvSpPr>
        <p:spPr>
          <a:xfrm>
            <a:off x="1346200" y="-1056222"/>
            <a:ext cx="30988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96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0</a:t>
            </a:r>
            <a:r>
              <a:rPr kumimoji="1" lang="en-US" altLang="ja-JP" sz="96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9</a:t>
            </a:r>
            <a:r>
              <a:rPr kumimoji="1" lang="zh-TW" altLang="en-US" sz="166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    </a:t>
            </a:r>
            <a:endParaRPr kumimoji="1" lang="ja-JP" altLang="en-US" sz="16600" b="1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666ED131-2A2B-58C7-4569-0A0957402ACC}"/>
              </a:ext>
            </a:extLst>
          </p:cNvPr>
          <p:cNvSpPr txBox="1"/>
          <p:nvPr userDrawn="1"/>
        </p:nvSpPr>
        <p:spPr>
          <a:xfrm>
            <a:off x="2952115" y="355598"/>
            <a:ext cx="808082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0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大阪城公園で</a:t>
            </a:r>
            <a:endParaRPr kumimoji="1" lang="en-US" altLang="ja-JP" sz="2800" b="0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  <a:p>
            <a:r>
              <a:rPr kumimoji="1" lang="ja-JP" altLang="en-US" sz="2400" b="0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Cascadia Mono SemiBold" panose="020B0609020000020004" pitchFamily="49" charset="0"/>
              </a:rPr>
              <a:t>第九課</a:t>
            </a:r>
          </a:p>
        </p:txBody>
      </p:sp>
    </p:spTree>
    <p:extLst>
      <p:ext uri="{BB962C8B-B14F-4D97-AF65-F5344CB8AC3E}">
        <p14:creationId xmlns:p14="http://schemas.microsoft.com/office/powerpoint/2010/main" val="2749409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24846"/>
            <a:ext cx="21031200" cy="570241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120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05267"/>
            <a:ext cx="21031200" cy="300037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4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9144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F84E2-2D7A-43CF-AC90-352A289A783A}" type="datetime1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966184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90254" y="3657601"/>
            <a:ext cx="10363200" cy="870267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4400" y="3657601"/>
            <a:ext cx="10363200" cy="870267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1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8611464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90254" y="3363701"/>
            <a:ext cx="10312400" cy="165139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90254" y="5015101"/>
            <a:ext cx="10312400" cy="73610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1" y="3363702"/>
            <a:ext cx="10363202" cy="1651396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1" y="5015101"/>
            <a:ext cx="10363202" cy="73610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1">
              <a:rPr lang="en-US" smtClean="0"/>
              <a:t>8/23/2025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4357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7E00A-486F-4252-8B1D-E32645521F49}" type="datetime1">
              <a:rPr lang="en-US" smtClean="0"/>
              <a:t>8/23/2025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1635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5F92-E675-4B36-9A60-69A962A68675}" type="datetime1">
              <a:rPr lang="en-US" smtClean="0"/>
              <a:t>8/23/2025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466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2496" y="914401"/>
            <a:ext cx="7863840" cy="320039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4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3200" y="1981200"/>
            <a:ext cx="12344400" cy="9753600"/>
          </a:xfrm>
          <a:prstGeom prst="rect">
            <a:avLst/>
          </a:prstGeo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82496" y="4114799"/>
            <a:ext cx="7863840" cy="762000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32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2C9B-5FA2-460D-9BE7-B0812FC2A6FF}" type="datetime1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6117873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2496" y="914400"/>
            <a:ext cx="7863840" cy="32004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4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363200" y="1981200"/>
            <a:ext cx="12344400" cy="9753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82496" y="4114800"/>
            <a:ext cx="7863840" cy="762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32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74940-A916-4C8B-9648-02A2D3898F9E}" type="datetime1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635085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90254" y="3657601"/>
            <a:ext cx="21031200" cy="870267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1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8898673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20724"/>
            <a:ext cx="5257800" cy="11623676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720725"/>
            <a:ext cx="15468600" cy="1162367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1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99469385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90254" y="3657601"/>
            <a:ext cx="21031200" cy="87026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586B75A-687E-405C-8A0B-8D00578BA2C3}" type="datetime1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35054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3321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hf sldNum="0" hdr="0" ft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Wingdings 2" pitchFamily="18" charset="2"/>
        <a:buChar char="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1">
            <a:extLst>
              <a:ext uri="{FF2B5EF4-FFF2-40B4-BE49-F238E27FC236}">
                <a16:creationId xmlns:a16="http://schemas.microsoft.com/office/drawing/2014/main" id="{42978BFF-C9BA-D65A-A597-87A395CE7C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1679070" y="6660848"/>
            <a:ext cx="21314280" cy="5032117"/>
          </a:xfrm>
        </p:spPr>
        <p:txBody>
          <a:bodyPr numCol="2">
            <a:norm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見える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～当たり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A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代わり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B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～とのこと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中（ちゅう／じゅう）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～せいか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～に当たる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なぜなら～からだ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～つつある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～を込める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D9B722B-1BEB-4A9C-1D65-143E67B5ABB6}"/>
              </a:ext>
            </a:extLst>
          </p:cNvPr>
          <p:cNvSpPr txBox="1"/>
          <p:nvPr/>
        </p:nvSpPr>
        <p:spPr>
          <a:xfrm>
            <a:off x="1544081" y="-821209"/>
            <a:ext cx="3098800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38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09</a:t>
            </a:r>
            <a:r>
              <a:rPr kumimoji="1" lang="zh-TW" altLang="en-US" sz="239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    </a:t>
            </a:r>
            <a:endParaRPr kumimoji="1" lang="ja-JP" altLang="en-US" sz="23900" b="1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E093256-7AFB-4FC3-3F91-43D09072FD5D}"/>
              </a:ext>
            </a:extLst>
          </p:cNvPr>
          <p:cNvSpPr txBox="1"/>
          <p:nvPr/>
        </p:nvSpPr>
        <p:spPr>
          <a:xfrm>
            <a:off x="4036785" y="1239585"/>
            <a:ext cx="808082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b="0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大阪城公園で</a:t>
            </a:r>
            <a:endParaRPr kumimoji="1" lang="en-US" altLang="ja-JP" sz="4000" b="0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  <a:p>
            <a:r>
              <a:rPr kumimoji="1" lang="ja-JP" altLang="en-US" sz="3600" b="0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Cascadia Mono SemiBold" panose="020B0609020000020004" pitchFamily="49" charset="0"/>
              </a:rPr>
              <a:t>第</a:t>
            </a:r>
            <a:r>
              <a:rPr kumimoji="1" lang="ja-JP" altLang="en-US" sz="3600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Cascadia Mono SemiBold" panose="020B0609020000020004" pitchFamily="49" charset="0"/>
              </a:rPr>
              <a:t>九</a:t>
            </a:r>
            <a:r>
              <a:rPr kumimoji="1" lang="ja-JP" altLang="en-US" sz="3600" b="0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Cascadia Mono SemiBold" panose="020B0609020000020004" pitchFamily="49" charset="0"/>
              </a:rPr>
              <a:t>課</a:t>
            </a:r>
          </a:p>
        </p:txBody>
      </p:sp>
    </p:spTree>
    <p:extLst>
      <p:ext uri="{BB962C8B-B14F-4D97-AF65-F5344CB8AC3E}">
        <p14:creationId xmlns:p14="http://schemas.microsoft.com/office/powerpoint/2010/main" val="1698366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766D7-6258-EEE9-6FE5-561ED561E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432CC06D-D1D4-CA4B-A06A-3D4A7EC9DC00}"/>
              </a:ext>
            </a:extLst>
          </p:cNvPr>
          <p:cNvSpPr txBox="1"/>
          <p:nvPr/>
        </p:nvSpPr>
        <p:spPr>
          <a:xfrm>
            <a:off x="1041143" y="2344617"/>
            <a:ext cx="22301713" cy="7260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この服は値段のわりに</a:t>
            </a:r>
            <a:r>
              <a:rPr lang="ja-JP" altLang="en-US" sz="4800" u="sng" dirty="0"/>
              <a:t>　　　　　　　　　　　　　　　　　　</a:t>
            </a:r>
            <a:r>
              <a:rPr lang="ja-JP" altLang="en-US" sz="4800" dirty="0"/>
              <a:t>ね。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このイベントは</a:t>
            </a:r>
            <a:r>
              <a:rPr lang="en-US" altLang="ja-JP" sz="4800" dirty="0"/>
              <a:t>1</a:t>
            </a:r>
            <a:r>
              <a:rPr lang="ja-JP" altLang="en-US" sz="4800" dirty="0"/>
              <a:t>人</a:t>
            </a:r>
            <a:r>
              <a:rPr lang="ja-JP" altLang="en-US" sz="4800" u="sng" dirty="0"/>
              <a:t>　　　　　　　　　　　　　　　　　　　　　</a:t>
            </a:r>
            <a:r>
              <a:rPr lang="ja-JP" altLang="en-US" sz="4800" dirty="0"/>
              <a:t>５００円を集めています。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彼は父</a:t>
            </a:r>
            <a:r>
              <a:rPr lang="ja-JP" altLang="en-US" sz="4800" u="sng" dirty="0"/>
              <a:t>　　　　　　　　　　　　　　　　　　　　　　　　</a:t>
            </a:r>
            <a:r>
              <a:rPr lang="ja-JP" altLang="en-US" sz="4800" dirty="0"/>
              <a:t>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明日の会議は中止にする</a:t>
            </a:r>
            <a:r>
              <a:rPr lang="ja-JP" altLang="en-US" sz="4800" u="sng" dirty="0"/>
              <a:t>　　　　　　　　　　　　　　　　　　　　　　　　</a:t>
            </a:r>
            <a:r>
              <a:rPr lang="ja-JP" altLang="en-US" sz="4800" dirty="0"/>
              <a:t>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この映画はゴールデンウィーク</a:t>
            </a:r>
            <a:r>
              <a:rPr lang="ja-JP" altLang="en-US" sz="4800" u="sng" dirty="0"/>
              <a:t>　　　　　　　　　　　　　　　　　　　　　　　　</a:t>
            </a:r>
            <a:r>
              <a:rPr lang="ja-JP" altLang="en-US" sz="4800" dirty="0"/>
              <a:t>予定です。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05101F6F-BEBC-0585-A232-ADF959350CAF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3" name="文字方塊 5">
            <a:extLst>
              <a:ext uri="{FF2B5EF4-FFF2-40B4-BE49-F238E27FC236}">
                <a16:creationId xmlns:a16="http://schemas.microsoft.com/office/drawing/2014/main" id="{257CD7DE-7805-7A36-6799-B8394D67644C}"/>
              </a:ext>
            </a:extLst>
          </p:cNvPr>
          <p:cNvSpPr txBox="1"/>
          <p:nvPr/>
        </p:nvSpPr>
        <p:spPr>
          <a:xfrm>
            <a:off x="3235214" y="11448072"/>
            <a:ext cx="15148699" cy="830997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4800" dirty="0"/>
              <a:t>～代わりに　</a:t>
            </a:r>
            <a:r>
              <a:rPr lang="en-US" altLang="ja-JP" sz="4800" dirty="0"/>
              <a:t>/</a:t>
            </a:r>
            <a:r>
              <a:rPr lang="ja-JP" altLang="en-US" sz="4800" dirty="0"/>
              <a:t>　見える　</a:t>
            </a:r>
            <a:r>
              <a:rPr lang="en-US" altLang="ja-JP" sz="4800" dirty="0"/>
              <a:t>/</a:t>
            </a:r>
            <a:r>
              <a:rPr lang="ja-JP" altLang="en-US" sz="4800" dirty="0"/>
              <a:t>　～中　</a:t>
            </a:r>
            <a:r>
              <a:rPr lang="en-US" altLang="ja-JP" sz="4800" dirty="0"/>
              <a:t>/</a:t>
            </a:r>
            <a:r>
              <a:rPr lang="ja-JP" altLang="en-US" sz="4800" dirty="0"/>
              <a:t>　～当たり　</a:t>
            </a:r>
            <a:r>
              <a:rPr lang="en-US" altLang="ja-JP" sz="4800" dirty="0"/>
              <a:t>/</a:t>
            </a:r>
            <a:r>
              <a:rPr lang="ja-JP" altLang="en-US" sz="4800" dirty="0"/>
              <a:t>　～とのこと</a:t>
            </a:r>
            <a:endParaRPr kumimoji="1" lang="ja-JP" altLang="en-US" sz="4800" dirty="0"/>
          </a:p>
        </p:txBody>
      </p:sp>
    </p:spTree>
    <p:extLst>
      <p:ext uri="{BB962C8B-B14F-4D97-AF65-F5344CB8AC3E}">
        <p14:creationId xmlns:p14="http://schemas.microsoft.com/office/powerpoint/2010/main" val="2901890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6AD95-72A1-4F77-9A2A-4FF6EEFF9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E74C1347-841E-99FA-EA63-1AA671AF1566}"/>
              </a:ext>
            </a:extLst>
          </p:cNvPr>
          <p:cNvSpPr txBox="1"/>
          <p:nvPr/>
        </p:nvSpPr>
        <p:spPr>
          <a:xfrm>
            <a:off x="1041143" y="2344617"/>
            <a:ext cx="22301713" cy="7260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この服は値段のわりに</a:t>
            </a:r>
            <a:r>
              <a:rPr lang="ja-JP" altLang="en-US" sz="4800" u="sng" dirty="0"/>
              <a:t>　　　　　　　　　　　　　　　　　　</a:t>
            </a:r>
            <a:r>
              <a:rPr lang="ja-JP" altLang="en-US" sz="4800" dirty="0"/>
              <a:t>ね。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このイベントは</a:t>
            </a:r>
            <a:r>
              <a:rPr lang="en-US" altLang="ja-JP" sz="4800" dirty="0"/>
              <a:t>1</a:t>
            </a:r>
            <a:r>
              <a:rPr lang="ja-JP" altLang="en-US" sz="4800" dirty="0"/>
              <a:t>人</a:t>
            </a:r>
            <a:r>
              <a:rPr lang="ja-JP" altLang="en-US" sz="4800" u="sng" dirty="0"/>
              <a:t>　　　　　　　　　　　　　　　　　　　　　</a:t>
            </a:r>
            <a:r>
              <a:rPr lang="ja-JP" altLang="en-US" sz="4800" dirty="0"/>
              <a:t>５００円を集めています。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彼は父</a:t>
            </a:r>
            <a:r>
              <a:rPr lang="ja-JP" altLang="en-US" sz="4800" u="sng" dirty="0"/>
              <a:t>　　　　　　　　　　　　　　　　　　　　　　　　</a:t>
            </a:r>
            <a:r>
              <a:rPr lang="ja-JP" altLang="en-US" sz="4800" dirty="0"/>
              <a:t>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明日の会議は中止にする</a:t>
            </a:r>
            <a:r>
              <a:rPr lang="ja-JP" altLang="en-US" sz="4800" u="sng" dirty="0"/>
              <a:t>　　　　　　　　　　　　　　　　　　　　　　　　</a:t>
            </a:r>
            <a:r>
              <a:rPr lang="ja-JP" altLang="en-US" sz="4800" dirty="0"/>
              <a:t>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この映画はゴールデンウィーク</a:t>
            </a:r>
            <a:r>
              <a:rPr lang="ja-JP" altLang="en-US" sz="4800" u="sng" dirty="0"/>
              <a:t>　　　　　　　　　　　　　　　　　　　　　　　　</a:t>
            </a:r>
            <a:r>
              <a:rPr lang="ja-JP" altLang="en-US" sz="4800" dirty="0"/>
              <a:t>予定です。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A0767316-4B47-9DF1-4D5C-0F275AA39888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3" name="文字方塊 5">
            <a:extLst>
              <a:ext uri="{FF2B5EF4-FFF2-40B4-BE49-F238E27FC236}">
                <a16:creationId xmlns:a16="http://schemas.microsoft.com/office/drawing/2014/main" id="{82D49956-47C7-EADB-8B00-42C7DAD4F7E5}"/>
              </a:ext>
            </a:extLst>
          </p:cNvPr>
          <p:cNvSpPr txBox="1"/>
          <p:nvPr/>
        </p:nvSpPr>
        <p:spPr>
          <a:xfrm>
            <a:off x="3235214" y="11448072"/>
            <a:ext cx="15148699" cy="830997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4800" dirty="0"/>
              <a:t>～代わりに　</a:t>
            </a:r>
            <a:r>
              <a:rPr lang="en-US" altLang="ja-JP" sz="4800" dirty="0"/>
              <a:t>/</a:t>
            </a:r>
            <a:r>
              <a:rPr lang="ja-JP" altLang="en-US" sz="4800" dirty="0"/>
              <a:t>　見える　</a:t>
            </a:r>
            <a:r>
              <a:rPr lang="en-US" altLang="ja-JP" sz="4800" dirty="0"/>
              <a:t>/</a:t>
            </a:r>
            <a:r>
              <a:rPr lang="ja-JP" altLang="en-US" sz="4800" dirty="0"/>
              <a:t>　～中　</a:t>
            </a:r>
            <a:r>
              <a:rPr lang="en-US" altLang="ja-JP" sz="4800" dirty="0"/>
              <a:t>/</a:t>
            </a:r>
            <a:r>
              <a:rPr lang="ja-JP" altLang="en-US" sz="4800" dirty="0"/>
              <a:t>　～当たり　</a:t>
            </a:r>
            <a:r>
              <a:rPr lang="en-US" altLang="ja-JP" sz="4800" dirty="0"/>
              <a:t>/</a:t>
            </a:r>
            <a:r>
              <a:rPr lang="ja-JP" altLang="en-US" sz="4800" dirty="0"/>
              <a:t>　～とのこと</a:t>
            </a:r>
            <a:endParaRPr kumimoji="1" lang="ja-JP" altLang="en-US" sz="4800" dirty="0"/>
          </a:p>
        </p:txBody>
      </p:sp>
      <p:sp>
        <p:nvSpPr>
          <p:cNvPr id="4" name="文字方塊 6">
            <a:extLst>
              <a:ext uri="{FF2B5EF4-FFF2-40B4-BE49-F238E27FC236}">
                <a16:creationId xmlns:a16="http://schemas.microsoft.com/office/drawing/2014/main" id="{25D10E8D-F151-3576-8505-4C1F96D577E5}"/>
              </a:ext>
            </a:extLst>
          </p:cNvPr>
          <p:cNvSpPr txBox="1"/>
          <p:nvPr/>
        </p:nvSpPr>
        <p:spPr>
          <a:xfrm>
            <a:off x="8233217" y="2769616"/>
            <a:ext cx="28793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安く見える</a:t>
            </a:r>
          </a:p>
        </p:txBody>
      </p:sp>
      <p:sp>
        <p:nvSpPr>
          <p:cNvPr id="5" name="文字方塊 6">
            <a:extLst>
              <a:ext uri="{FF2B5EF4-FFF2-40B4-BE49-F238E27FC236}">
                <a16:creationId xmlns:a16="http://schemas.microsoft.com/office/drawing/2014/main" id="{8B5F771C-1443-D3E9-E70F-30DCBCADDEC1}"/>
              </a:ext>
            </a:extLst>
          </p:cNvPr>
          <p:cNvSpPr txBox="1"/>
          <p:nvPr/>
        </p:nvSpPr>
        <p:spPr>
          <a:xfrm>
            <a:off x="7261505" y="4140117"/>
            <a:ext cx="18357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当たり</a:t>
            </a:r>
          </a:p>
        </p:txBody>
      </p:sp>
      <p:sp>
        <p:nvSpPr>
          <p:cNvPr id="6" name="文字方塊 6">
            <a:extLst>
              <a:ext uri="{FF2B5EF4-FFF2-40B4-BE49-F238E27FC236}">
                <a16:creationId xmlns:a16="http://schemas.microsoft.com/office/drawing/2014/main" id="{9355FCB3-80CB-FDB2-0C5F-073C4F8ED71F}"/>
              </a:ext>
            </a:extLst>
          </p:cNvPr>
          <p:cNvSpPr txBox="1"/>
          <p:nvPr/>
        </p:nvSpPr>
        <p:spPr>
          <a:xfrm>
            <a:off x="4317187" y="5559214"/>
            <a:ext cx="86517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の代わりに会社を経営している　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29C1401-C0A0-6B87-87D8-F0A16E207066}"/>
              </a:ext>
            </a:extLst>
          </p:cNvPr>
          <p:cNvSpPr txBox="1"/>
          <p:nvPr/>
        </p:nvSpPr>
        <p:spPr>
          <a:xfrm>
            <a:off x="9097264" y="7140448"/>
            <a:ext cx="422263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　とのことです　</a:t>
            </a:r>
          </a:p>
        </p:txBody>
      </p:sp>
      <p:sp>
        <p:nvSpPr>
          <p:cNvPr id="8" name="文字方塊 6">
            <a:extLst>
              <a:ext uri="{FF2B5EF4-FFF2-40B4-BE49-F238E27FC236}">
                <a16:creationId xmlns:a16="http://schemas.microsoft.com/office/drawing/2014/main" id="{5061C989-6D1E-A1F2-3854-222C50C13AFB}"/>
              </a:ext>
            </a:extLst>
          </p:cNvPr>
          <p:cNvSpPr txBox="1"/>
          <p:nvPr/>
        </p:nvSpPr>
        <p:spPr>
          <a:xfrm>
            <a:off x="10121392" y="8535443"/>
            <a:ext cx="46618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中に上映される　</a:t>
            </a:r>
          </a:p>
        </p:txBody>
      </p:sp>
    </p:spTree>
    <p:extLst>
      <p:ext uri="{BB962C8B-B14F-4D97-AF65-F5344CB8AC3E}">
        <p14:creationId xmlns:p14="http://schemas.microsoft.com/office/powerpoint/2010/main" val="4279737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D7B00-6145-DBEE-1016-A13143833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B2927B0E-9ACF-CB3E-8173-D2D2B14174F0}"/>
              </a:ext>
            </a:extLst>
          </p:cNvPr>
          <p:cNvSpPr txBox="1"/>
          <p:nvPr/>
        </p:nvSpPr>
        <p:spPr>
          <a:xfrm>
            <a:off x="1041143" y="2344617"/>
            <a:ext cx="22301713" cy="7260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寝不足</a:t>
            </a:r>
            <a:r>
              <a:rPr lang="ja-JP" altLang="en-US" sz="4800" u="sng" dirty="0"/>
              <a:t>　　　　　　　　　　　　　　　　　</a:t>
            </a:r>
            <a:r>
              <a:rPr lang="ja-JP" altLang="en-US" sz="4800" dirty="0"/>
              <a:t>、今日は集中できない。「せいか」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この出来事は、歴史上の革命に</a:t>
            </a:r>
            <a:r>
              <a:rPr lang="ja-JP" altLang="en-US" sz="4800" u="sng" dirty="0"/>
              <a:t>　　　　　　　　　　　　　　　　　</a:t>
            </a:r>
            <a:r>
              <a:rPr lang="ja-JP" altLang="en-US" sz="4800" dirty="0"/>
              <a:t>ものだ。「に当たる」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彼女の意見は正しい。なぜなら、</a:t>
            </a:r>
            <a:r>
              <a:rPr lang="ja-JP" altLang="en-US" sz="4800" u="sng" dirty="0"/>
              <a:t>　　　　　　　　　　　　　　　　　　　　　　</a:t>
            </a:r>
            <a:r>
              <a:rPr lang="ja-JP" altLang="en-US" sz="4800" dirty="0"/>
              <a:t>。「からだ」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日本でも、電子マネーの使用が</a:t>
            </a:r>
            <a:r>
              <a:rPr lang="ja-JP" altLang="en-US" sz="4800" u="sng" dirty="0"/>
              <a:t>　　　　　　　　　　　　　　　　　　　　　　</a:t>
            </a:r>
            <a:r>
              <a:rPr lang="ja-JP" altLang="en-US" sz="4800" dirty="0"/>
              <a:t>。「つつある」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母は合格のお祝いに、手紙に</a:t>
            </a:r>
            <a:r>
              <a:rPr lang="ja-JP" altLang="en-US" sz="4800" u="sng" dirty="0"/>
              <a:t>　　　　　　　　　　　　　　　　　　　　</a:t>
            </a:r>
            <a:r>
              <a:rPr lang="ja-JP" altLang="en-US" sz="4800" dirty="0"/>
              <a:t>。 「を込める」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22C366D3-DF9C-01D7-A26E-4BDF75266E9A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08653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F6720-4E7B-BC42-A489-40AFD4300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D8AD210E-9A01-7D89-DA73-0B7651AC6977}"/>
              </a:ext>
            </a:extLst>
          </p:cNvPr>
          <p:cNvSpPr txBox="1"/>
          <p:nvPr/>
        </p:nvSpPr>
        <p:spPr>
          <a:xfrm>
            <a:off x="1041143" y="2344617"/>
            <a:ext cx="22301713" cy="7260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寝不足</a:t>
            </a:r>
            <a:r>
              <a:rPr lang="ja-JP" altLang="en-US" sz="4800" u="sng" dirty="0"/>
              <a:t>　　　　　　　　　　　　　　　　　</a:t>
            </a:r>
            <a:r>
              <a:rPr lang="ja-JP" altLang="en-US" sz="4800" dirty="0"/>
              <a:t>、今日は集中できない。「せいか」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この出来事は、歴史上の革命に</a:t>
            </a:r>
            <a:r>
              <a:rPr lang="ja-JP" altLang="en-US" sz="4800" u="sng" dirty="0"/>
              <a:t>　　　　　　　　　　　　　　　　　</a:t>
            </a:r>
            <a:r>
              <a:rPr lang="ja-JP" altLang="en-US" sz="4800" dirty="0"/>
              <a:t>ものだ。「に当たる」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彼女の意見は正しい。なぜなら、</a:t>
            </a:r>
            <a:r>
              <a:rPr lang="ja-JP" altLang="en-US" sz="4800" u="sng" dirty="0"/>
              <a:t>　　　　　　　　　　　　　　　　　　　　　　</a:t>
            </a:r>
            <a:r>
              <a:rPr lang="ja-JP" altLang="en-US" sz="4800" dirty="0"/>
              <a:t>。「からだ」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日本でも、電子マネーの使用が</a:t>
            </a:r>
            <a:r>
              <a:rPr lang="ja-JP" altLang="en-US" sz="4800" u="sng" dirty="0"/>
              <a:t>　　　　　　　　　　　　　　　　　　　　　　</a:t>
            </a:r>
            <a:r>
              <a:rPr lang="ja-JP" altLang="en-US" sz="4800" dirty="0"/>
              <a:t>。「つつある」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母は合格のお祝いに、手紙に</a:t>
            </a:r>
            <a:r>
              <a:rPr lang="ja-JP" altLang="en-US" sz="4800" u="sng" dirty="0"/>
              <a:t>　　　　　　　　　　　　　　　　　　　　</a:t>
            </a:r>
            <a:r>
              <a:rPr lang="ja-JP" altLang="en-US" sz="4800" dirty="0"/>
              <a:t>。 「を込める」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033E38AB-CFEE-3738-D955-B594622BB380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3" name="文字方塊 6">
            <a:extLst>
              <a:ext uri="{FF2B5EF4-FFF2-40B4-BE49-F238E27FC236}">
                <a16:creationId xmlns:a16="http://schemas.microsoft.com/office/drawing/2014/main" id="{10D7E876-F54F-CD37-480B-AFB3BABC6682}"/>
              </a:ext>
            </a:extLst>
          </p:cNvPr>
          <p:cNvSpPr txBox="1"/>
          <p:nvPr/>
        </p:nvSpPr>
        <p:spPr>
          <a:xfrm>
            <a:off x="4482311" y="2732293"/>
            <a:ext cx="26260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のせいか</a:t>
            </a:r>
          </a:p>
        </p:txBody>
      </p:sp>
      <p:sp>
        <p:nvSpPr>
          <p:cNvPr id="4" name="文字方塊 6">
            <a:extLst>
              <a:ext uri="{FF2B5EF4-FFF2-40B4-BE49-F238E27FC236}">
                <a16:creationId xmlns:a16="http://schemas.microsoft.com/office/drawing/2014/main" id="{086F918F-CBCF-19DF-1E25-F4052D48525B}"/>
              </a:ext>
            </a:extLst>
          </p:cNvPr>
          <p:cNvSpPr txBox="1"/>
          <p:nvPr/>
        </p:nvSpPr>
        <p:spPr>
          <a:xfrm>
            <a:off x="10883111" y="4219153"/>
            <a:ext cx="190789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当たる</a:t>
            </a:r>
          </a:p>
        </p:txBody>
      </p:sp>
      <p:sp>
        <p:nvSpPr>
          <p:cNvPr id="5" name="文字方塊 6">
            <a:extLst>
              <a:ext uri="{FF2B5EF4-FFF2-40B4-BE49-F238E27FC236}">
                <a16:creationId xmlns:a16="http://schemas.microsoft.com/office/drawing/2014/main" id="{60EE97A9-017A-A202-CEDF-16044E2AC731}"/>
              </a:ext>
            </a:extLst>
          </p:cNvPr>
          <p:cNvSpPr txBox="1"/>
          <p:nvPr/>
        </p:nvSpPr>
        <p:spPr>
          <a:xfrm>
            <a:off x="10752342" y="5753982"/>
            <a:ext cx="76706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具体的な根拠があるからだ　</a:t>
            </a:r>
          </a:p>
        </p:txBody>
      </p:sp>
      <p:sp>
        <p:nvSpPr>
          <p:cNvPr id="6" name="文字方塊 6">
            <a:extLst>
              <a:ext uri="{FF2B5EF4-FFF2-40B4-BE49-F238E27FC236}">
                <a16:creationId xmlns:a16="http://schemas.microsoft.com/office/drawing/2014/main" id="{45414C21-726D-3286-B678-42EDF774AF9F}"/>
              </a:ext>
            </a:extLst>
          </p:cNvPr>
          <p:cNvSpPr txBox="1"/>
          <p:nvPr/>
        </p:nvSpPr>
        <p:spPr>
          <a:xfrm>
            <a:off x="10752342" y="7161646"/>
            <a:ext cx="41793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広がりつつある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CD69024-8B0C-8B83-E896-3B8F3A8D995B}"/>
              </a:ext>
            </a:extLst>
          </p:cNvPr>
          <p:cNvSpPr txBox="1"/>
          <p:nvPr/>
        </p:nvSpPr>
        <p:spPr>
          <a:xfrm>
            <a:off x="10229968" y="8569310"/>
            <a:ext cx="37465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愛情を込めた</a:t>
            </a:r>
          </a:p>
        </p:txBody>
      </p:sp>
    </p:spTree>
    <p:extLst>
      <p:ext uri="{BB962C8B-B14F-4D97-AF65-F5344CB8AC3E}">
        <p14:creationId xmlns:p14="http://schemas.microsoft.com/office/powerpoint/2010/main" val="1765721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E2514-EE97-0466-C267-A86BF7F13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45A33E10-0925-FAFA-4123-41616063520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讀解練習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8F0A653-E125-10F4-6790-C8025C1EBB43}"/>
              </a:ext>
            </a:extLst>
          </p:cNvPr>
          <p:cNvSpPr txBox="1"/>
          <p:nvPr/>
        </p:nvSpPr>
        <p:spPr>
          <a:xfrm>
            <a:off x="1041143" y="2048947"/>
            <a:ext cx="2230171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問題１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中谷さんが急にジョギングを始めた理由は何ですか。</a:t>
            </a:r>
          </a:p>
          <a:p>
            <a:pPr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</p:spTree>
    <p:extLst>
      <p:ext uri="{BB962C8B-B14F-4D97-AF65-F5344CB8AC3E}">
        <p14:creationId xmlns:p14="http://schemas.microsoft.com/office/powerpoint/2010/main" val="3752334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86629-D459-37DB-FF59-12980ED2C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09D2EFBA-A6CD-CA14-0243-3CB99AB2B30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讀解練習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E42E57B-1BE0-21FA-52A0-358900141028}"/>
              </a:ext>
            </a:extLst>
          </p:cNvPr>
          <p:cNvSpPr txBox="1"/>
          <p:nvPr/>
        </p:nvSpPr>
        <p:spPr>
          <a:xfrm>
            <a:off x="1041143" y="2048947"/>
            <a:ext cx="2230171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問題１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中谷さんが急にジョギングを始めた理由は何ですか。</a:t>
            </a:r>
          </a:p>
          <a:p>
            <a:pPr lvl="1" algn="just">
              <a:lnSpc>
                <a:spcPct val="150000"/>
              </a:lnSpc>
            </a:pPr>
            <a:r>
              <a:rPr lang="ja-JP" altLang="en-US" sz="4800" dirty="0">
                <a:solidFill>
                  <a:srgbClr val="1C85C9"/>
                </a:solidFill>
              </a:rPr>
              <a:t>正解：岡本さんに会いたくて、ダイエットを始めたから。</a:t>
            </a:r>
          </a:p>
          <a:p>
            <a:pPr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7387907C-4FF0-D60B-5B22-CC1EE6A1DD01}"/>
              </a:ext>
            </a:extLst>
          </p:cNvPr>
          <p:cNvSpPr txBox="1"/>
          <p:nvPr/>
        </p:nvSpPr>
        <p:spPr>
          <a:xfrm>
            <a:off x="1043652" y="10049322"/>
            <a:ext cx="22299204" cy="3289875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800" dirty="0"/>
              <a:t>【</a:t>
            </a:r>
            <a:r>
              <a:rPr lang="ja-JP" altLang="en-US" sz="4800" dirty="0"/>
              <a:t>解析</a:t>
            </a:r>
            <a:r>
              <a:rPr lang="en-US" altLang="ja-JP" sz="4800" dirty="0"/>
              <a:t>】</a:t>
            </a:r>
            <a:br>
              <a:rPr lang="en-US" altLang="ja-JP" sz="4800" dirty="0"/>
            </a:br>
            <a:r>
              <a:rPr lang="ja-JP" altLang="en-US" sz="4800" dirty="0"/>
              <a:t>本文に「どうしていきなりダイエットなんて始めようと思ったんだろう」や、「岡本さんというそうだ。高まる気持ちを抑えきれないようで</a:t>
            </a:r>
            <a:r>
              <a:rPr lang="en-US" altLang="ja-JP" sz="4800" dirty="0"/>
              <a:t>…</a:t>
            </a:r>
            <a:r>
              <a:rPr lang="ja-JP" altLang="en-US" sz="4800" dirty="0"/>
              <a:t>」とあり、好意が動機であることがわかる。</a:t>
            </a:r>
          </a:p>
        </p:txBody>
      </p:sp>
    </p:spTree>
    <p:extLst>
      <p:ext uri="{BB962C8B-B14F-4D97-AF65-F5344CB8AC3E}">
        <p14:creationId xmlns:p14="http://schemas.microsoft.com/office/powerpoint/2010/main" val="4193172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F482E-7812-EAAF-8E06-502F877D3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F076D3C2-E036-1E0D-8390-8EEEFA171CC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讀解練習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B496C4D5-B9D6-E310-239F-160421EC28E2}"/>
              </a:ext>
            </a:extLst>
          </p:cNvPr>
          <p:cNvSpPr txBox="1"/>
          <p:nvPr/>
        </p:nvSpPr>
        <p:spPr>
          <a:xfrm>
            <a:off x="1041143" y="2048947"/>
            <a:ext cx="2230171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問題２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筆者が岡本さんの友達・木村さんにドキッとした理由は何ですか。</a:t>
            </a:r>
          </a:p>
          <a:p>
            <a:pPr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</p:spTree>
    <p:extLst>
      <p:ext uri="{BB962C8B-B14F-4D97-AF65-F5344CB8AC3E}">
        <p14:creationId xmlns:p14="http://schemas.microsoft.com/office/powerpoint/2010/main" val="1115666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D37D0-1F5C-E2F5-5621-6869245E8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B8881DE8-02EF-A5E2-CC8D-D8965604619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讀解練習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CF0AAA5-7B5F-5A35-EF73-2142F862E9C8}"/>
              </a:ext>
            </a:extLst>
          </p:cNvPr>
          <p:cNvSpPr txBox="1"/>
          <p:nvPr/>
        </p:nvSpPr>
        <p:spPr>
          <a:xfrm>
            <a:off x="1041143" y="2048947"/>
            <a:ext cx="2230171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問題２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筆者が岡本さんの友達・木村さんにドキッとした理由は何ですか。</a:t>
            </a:r>
          </a:p>
          <a:p>
            <a:pPr lvl="1" algn="just">
              <a:lnSpc>
                <a:spcPct val="150000"/>
              </a:lnSpc>
            </a:pPr>
            <a:r>
              <a:rPr lang="ja-JP" altLang="en-US" sz="4800" dirty="0">
                <a:solidFill>
                  <a:srgbClr val="1C85C9"/>
                </a:solidFill>
              </a:rPr>
              <a:t>正解：木村さんが筆者のタイプだったから。</a:t>
            </a:r>
          </a:p>
          <a:p>
            <a:pPr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40AB3AB-6369-0CED-A7A5-8957EC06D562}"/>
              </a:ext>
            </a:extLst>
          </p:cNvPr>
          <p:cNvSpPr txBox="1"/>
          <p:nvPr/>
        </p:nvSpPr>
        <p:spPr>
          <a:xfrm>
            <a:off x="1043652" y="10049322"/>
            <a:ext cx="22299204" cy="2181879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800" dirty="0"/>
              <a:t>【</a:t>
            </a:r>
            <a:r>
              <a:rPr lang="ja-JP" altLang="en-US" sz="4800" dirty="0"/>
              <a:t>解析</a:t>
            </a:r>
            <a:r>
              <a:rPr lang="en-US" altLang="ja-JP" sz="4800" dirty="0"/>
              <a:t>】</a:t>
            </a:r>
            <a:br>
              <a:rPr lang="en-US" altLang="ja-JP" sz="4800" dirty="0"/>
            </a:br>
            <a:r>
              <a:rPr lang="ja-JP" altLang="en-US" sz="4800" dirty="0"/>
              <a:t>本文に「なぜなら、ものすごくタイプの人だったからだ。」と明記されている。</a:t>
            </a:r>
          </a:p>
        </p:txBody>
      </p:sp>
    </p:spTree>
    <p:extLst>
      <p:ext uri="{BB962C8B-B14F-4D97-AF65-F5344CB8AC3E}">
        <p14:creationId xmlns:p14="http://schemas.microsoft.com/office/powerpoint/2010/main" val="3822570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A1BC2-4FF8-13B8-2B87-4C59F2302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D0DC7B53-0103-E1A0-F1F3-15DFF822DA2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讀解練習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811F5A94-0B0C-504F-DC25-BE08E6B5923F}"/>
              </a:ext>
            </a:extLst>
          </p:cNvPr>
          <p:cNvSpPr txBox="1"/>
          <p:nvPr/>
        </p:nvSpPr>
        <p:spPr>
          <a:xfrm>
            <a:off x="1041143" y="2048947"/>
            <a:ext cx="22939734" cy="8460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問題３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altLang="ja-JP" sz="4800" dirty="0"/>
              <a:t>1</a:t>
            </a:r>
            <a:r>
              <a:rPr lang="ja-JP" altLang="en-US" sz="4800" dirty="0"/>
              <a:t>）あなたは運動中や外出中に知り合った人はいますか。そのとき、どんな出会いでしたか。</a:t>
            </a:r>
            <a:endParaRPr lang="en-US" altLang="ja-JP" sz="4800" dirty="0"/>
          </a:p>
          <a:p>
            <a:pPr algn="just">
              <a:lnSpc>
                <a:spcPct val="150000"/>
              </a:lnSpc>
              <a:buNone/>
            </a:pPr>
            <a:endParaRPr lang="en-US" altLang="ja-JP" sz="4800" dirty="0"/>
          </a:p>
          <a:p>
            <a:pPr algn="just">
              <a:lnSpc>
                <a:spcPct val="150000"/>
              </a:lnSpc>
              <a:buNone/>
            </a:pPr>
            <a:endParaRPr lang="en-US" altLang="ja-JP" sz="4800" dirty="0"/>
          </a:p>
          <a:p>
            <a:pPr algn="just">
              <a:lnSpc>
                <a:spcPct val="150000"/>
              </a:lnSpc>
              <a:buNone/>
            </a:pPr>
            <a:r>
              <a:rPr lang="en-US" altLang="ja-JP" sz="4800" dirty="0"/>
              <a:t>2</a:t>
            </a:r>
            <a:r>
              <a:rPr lang="ja-JP" altLang="en-US" sz="4800" dirty="0"/>
              <a:t>）あなたが誰かに声をかけたいけれど、緊張してなかなかできなかった経験はありますか。</a:t>
            </a:r>
            <a:endParaRPr lang="en-US" altLang="ja-JP" sz="4800" dirty="0"/>
          </a:p>
          <a:p>
            <a:pPr algn="just">
              <a:lnSpc>
                <a:spcPct val="150000"/>
              </a:lnSpc>
              <a:buNone/>
            </a:pPr>
            <a:endParaRPr lang="en-US" altLang="ja-JP" sz="4800" dirty="0"/>
          </a:p>
          <a:p>
            <a:pPr algn="just">
              <a:lnSpc>
                <a:spcPct val="150000"/>
              </a:lnSpc>
              <a:buNone/>
            </a:pPr>
            <a:endParaRPr lang="en-US" altLang="ja-JP" sz="4800" dirty="0"/>
          </a:p>
          <a:p>
            <a:pPr algn="just">
              <a:lnSpc>
                <a:spcPct val="150000"/>
              </a:lnSpc>
              <a:buNone/>
            </a:pPr>
            <a:r>
              <a:rPr lang="en-US" altLang="ja-JP" sz="4800" dirty="0"/>
              <a:t>3</a:t>
            </a:r>
            <a:r>
              <a:rPr lang="ja-JP" altLang="en-US" sz="4800" dirty="0"/>
              <a:t>）あなたは友達が恋をしているとき、どんなふうに応援しますか。</a:t>
            </a:r>
            <a:endParaRPr lang="en-US" altLang="ja-JP" sz="4800" b="1" dirty="0"/>
          </a:p>
        </p:txBody>
      </p:sp>
    </p:spTree>
    <p:extLst>
      <p:ext uri="{BB962C8B-B14F-4D97-AF65-F5344CB8AC3E}">
        <p14:creationId xmlns:p14="http://schemas.microsoft.com/office/powerpoint/2010/main" val="25030623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0E19B-3926-AA65-E30A-10A7B6011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7751AD80-BE96-42C1-452B-29E0AEE3332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讀解練習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06C4C8FD-8D0D-7169-0AC9-72A343A260BF}"/>
              </a:ext>
            </a:extLst>
          </p:cNvPr>
          <p:cNvSpPr txBox="1"/>
          <p:nvPr/>
        </p:nvSpPr>
        <p:spPr>
          <a:xfrm>
            <a:off x="1041143" y="2048947"/>
            <a:ext cx="22939734" cy="8460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問題３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altLang="ja-JP" sz="4800" dirty="0"/>
              <a:t>1</a:t>
            </a:r>
            <a:r>
              <a:rPr lang="ja-JP" altLang="en-US" sz="4800" dirty="0"/>
              <a:t>）あなたは運動中や外出中に知り合った人はいますか。そのとき、どんな出会いでしたか。</a:t>
            </a:r>
            <a:endParaRPr lang="en-US" altLang="ja-JP" sz="4800" dirty="0"/>
          </a:p>
          <a:p>
            <a:pPr algn="just">
              <a:lnSpc>
                <a:spcPct val="150000"/>
              </a:lnSpc>
              <a:buNone/>
            </a:pPr>
            <a:endParaRPr lang="en-US" altLang="ja-JP" sz="4800" dirty="0"/>
          </a:p>
          <a:p>
            <a:pPr algn="just">
              <a:lnSpc>
                <a:spcPct val="150000"/>
              </a:lnSpc>
              <a:buNone/>
            </a:pPr>
            <a:endParaRPr lang="en-US" altLang="ja-JP" sz="4800" dirty="0"/>
          </a:p>
          <a:p>
            <a:pPr algn="just">
              <a:lnSpc>
                <a:spcPct val="150000"/>
              </a:lnSpc>
              <a:buNone/>
            </a:pPr>
            <a:r>
              <a:rPr lang="en-US" altLang="ja-JP" sz="4800" dirty="0"/>
              <a:t>2</a:t>
            </a:r>
            <a:r>
              <a:rPr lang="ja-JP" altLang="en-US" sz="4800" dirty="0"/>
              <a:t>）あなたが誰かに声をかけたいけれど、緊張してなかなかできなかった経験はありますか。</a:t>
            </a:r>
            <a:endParaRPr lang="en-US" altLang="ja-JP" sz="4800" dirty="0"/>
          </a:p>
          <a:p>
            <a:pPr algn="just">
              <a:lnSpc>
                <a:spcPct val="150000"/>
              </a:lnSpc>
              <a:buNone/>
            </a:pPr>
            <a:endParaRPr lang="en-US" altLang="ja-JP" sz="4800" dirty="0"/>
          </a:p>
          <a:p>
            <a:pPr algn="just">
              <a:lnSpc>
                <a:spcPct val="150000"/>
              </a:lnSpc>
              <a:buNone/>
            </a:pPr>
            <a:endParaRPr lang="en-US" altLang="ja-JP" sz="4800" dirty="0"/>
          </a:p>
          <a:p>
            <a:pPr algn="just">
              <a:lnSpc>
                <a:spcPct val="150000"/>
              </a:lnSpc>
              <a:buNone/>
            </a:pPr>
            <a:r>
              <a:rPr lang="en-US" altLang="ja-JP" sz="4800" dirty="0"/>
              <a:t>3</a:t>
            </a:r>
            <a:r>
              <a:rPr lang="ja-JP" altLang="en-US" sz="4800" dirty="0"/>
              <a:t>）あなたは友達が恋をしているとき、どんなふうに応援しますか。</a:t>
            </a:r>
            <a:endParaRPr lang="en-US" altLang="ja-JP" sz="4800" b="1" dirty="0"/>
          </a:p>
        </p:txBody>
      </p:sp>
      <p:sp>
        <p:nvSpPr>
          <p:cNvPr id="3" name="文字方塊 1">
            <a:extLst>
              <a:ext uri="{FF2B5EF4-FFF2-40B4-BE49-F238E27FC236}">
                <a16:creationId xmlns:a16="http://schemas.microsoft.com/office/drawing/2014/main" id="{08EDE2D3-D087-1727-A632-68704EB93E0C}"/>
              </a:ext>
            </a:extLst>
          </p:cNvPr>
          <p:cNvSpPr txBox="1"/>
          <p:nvPr/>
        </p:nvSpPr>
        <p:spPr>
          <a:xfrm>
            <a:off x="1565909" y="4672856"/>
            <a:ext cx="1694245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はい、公園で散歩していたときに犬を連れた人と知り合いました。</a:t>
            </a:r>
          </a:p>
        </p:txBody>
      </p:sp>
      <p:sp>
        <p:nvSpPr>
          <p:cNvPr id="4" name="文字方塊 1">
            <a:extLst>
              <a:ext uri="{FF2B5EF4-FFF2-40B4-BE49-F238E27FC236}">
                <a16:creationId xmlns:a16="http://schemas.microsoft.com/office/drawing/2014/main" id="{C4F3AA0B-B126-5A07-7A84-4B8BDE1895DB}"/>
              </a:ext>
            </a:extLst>
          </p:cNvPr>
          <p:cNvSpPr txBox="1"/>
          <p:nvPr/>
        </p:nvSpPr>
        <p:spPr>
          <a:xfrm>
            <a:off x="1565909" y="7796649"/>
            <a:ext cx="231444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はい、学校で新しいクラスメートに話しかけたいと思ったけど、緊張してできませんでした。</a:t>
            </a:r>
          </a:p>
        </p:txBody>
      </p:sp>
      <p:sp>
        <p:nvSpPr>
          <p:cNvPr id="5" name="文字方塊 1">
            <a:extLst>
              <a:ext uri="{FF2B5EF4-FFF2-40B4-BE49-F238E27FC236}">
                <a16:creationId xmlns:a16="http://schemas.microsoft.com/office/drawing/2014/main" id="{781A45E5-B351-29FD-5E56-38587FAD9374}"/>
              </a:ext>
            </a:extLst>
          </p:cNvPr>
          <p:cNvSpPr txBox="1"/>
          <p:nvPr/>
        </p:nvSpPr>
        <p:spPr>
          <a:xfrm>
            <a:off x="1565909" y="11240367"/>
            <a:ext cx="123466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背中を押して「話しかけてみよう」と励まします。</a:t>
            </a:r>
          </a:p>
        </p:txBody>
      </p:sp>
    </p:spTree>
    <p:extLst>
      <p:ext uri="{BB962C8B-B14F-4D97-AF65-F5344CB8AC3E}">
        <p14:creationId xmlns:p14="http://schemas.microsoft.com/office/powerpoint/2010/main" val="35086731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F746B-A71A-5831-AE7E-4BDEAAF6F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CBBDA580-651C-4AFA-39BC-9F7B54D9DFBA}"/>
              </a:ext>
            </a:extLst>
          </p:cNvPr>
          <p:cNvSpPr txBox="1"/>
          <p:nvPr/>
        </p:nvSpPr>
        <p:spPr>
          <a:xfrm>
            <a:off x="1041143" y="2911401"/>
            <a:ext cx="22301713" cy="7712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150000"/>
              </a:lnSpc>
              <a:buAutoNum type="arabicPeriod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每人一天三顆藥，請照著服用。（～当たり）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endParaRPr lang="ja-JP" altLang="en-US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不知道是不是因為沒睡飽，今天頭很痛。（～せいか）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endParaRPr lang="ja-JP" altLang="en-US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這個國家的經濟正在慢慢改善中。（～つつある）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endParaRPr lang="ja-JP" altLang="en-US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我代替部長出席了那場會議</a:t>
            </a:r>
            <a:r>
              <a:rPr lang="ja-JP" altLang="en-US" sz="4800" b="1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。（～代わり</a:t>
            </a: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に）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EF006DD-708A-A917-58CA-597F9BD1007A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3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 翻譯練習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　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5017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C9886-A626-60D2-71B1-29A110E7C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0CAF9C41-14FE-17B0-CE76-741338CCF4CA}"/>
              </a:ext>
            </a:extLst>
          </p:cNvPr>
          <p:cNvSpPr txBox="1"/>
          <p:nvPr/>
        </p:nvSpPr>
        <p:spPr>
          <a:xfrm>
            <a:off x="1041143" y="2911401"/>
            <a:ext cx="22301713" cy="8820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150000"/>
              </a:lnSpc>
              <a:buAutoNum type="arabicPeriod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每人一天三顆藥，請照著服用。（～当たり）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solidFill>
                  <a:srgbClr val="1C85C9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	</a:t>
            </a:r>
            <a:r>
              <a:rPr lang="en-US" altLang="ja-JP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1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日当たり</a:t>
            </a:r>
            <a:r>
              <a:rPr lang="en-US" altLang="ja-JP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3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錠の薬を飲んでください。</a:t>
            </a:r>
          </a:p>
          <a:p>
            <a:pPr marL="914400" indent="-914400">
              <a:lnSpc>
                <a:spcPct val="150000"/>
              </a:lnSpc>
              <a:buAutoNum type="arabicPeriod" startAt="2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不知道是不是因為沒睡飽，今天頭很痛。（～せいか）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	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寝不足のせいか、今日は頭が痛いです。</a:t>
            </a:r>
          </a:p>
          <a:p>
            <a:pPr marL="914400" indent="-914400">
              <a:lnSpc>
                <a:spcPct val="150000"/>
              </a:lnSpc>
              <a:buAutoNum type="arabicPeriod" startAt="3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這個國家的經濟正在慢慢改善中。（～つつある）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solidFill>
                  <a:srgbClr val="1C85C9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	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この国の経済は、少しずつ回復しつつあります。</a:t>
            </a:r>
          </a:p>
          <a:p>
            <a:pPr marL="914400" indent="-914400">
              <a:lnSpc>
                <a:spcPct val="150000"/>
              </a:lnSpc>
              <a:buAutoNum type="arabicPeriod" startAt="4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我代替部長出席了那場會議。（～代わりに）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	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部長の代わりに、その会議に出席しました。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03D1CF9-DD25-80A8-9AAB-6951F4DE9ADC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3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 翻譯練習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　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836980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9"/>
          <p:cNvSpPr/>
          <p:nvPr/>
        </p:nvSpPr>
        <p:spPr>
          <a:xfrm>
            <a:off x="-1800" y="0"/>
            <a:ext cx="24387600" cy="1371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SimSun"/>
              <a:buNone/>
            </a:pPr>
            <a:endParaRPr sz="3600" b="0" i="0" u="none" strike="noStrike" cap="none" dirty="0">
              <a:solidFill>
                <a:srgbClr val="FFFFFF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304" name="Google Shape;304;p19"/>
          <p:cNvSpPr txBox="1">
            <a:spLocks noGrp="1"/>
          </p:cNvSpPr>
          <p:nvPr>
            <p:ph type="ctrTitle" idx="4294967295"/>
          </p:nvPr>
        </p:nvSpPr>
        <p:spPr>
          <a:xfrm>
            <a:off x="3048000" y="6874950"/>
            <a:ext cx="18288000" cy="387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50" tIns="91350" rIns="91350" bIns="9135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0"/>
              <a:buFont typeface="Microsoft JhengHei"/>
              <a:buNone/>
            </a:pPr>
            <a:r>
              <a:rPr lang="en-US" sz="880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  <a:sym typeface="Microsoft JhengHei"/>
              </a:rPr>
              <a:t>また次回の授業でお会いしましょう</a:t>
            </a:r>
            <a:endParaRPr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n Jyuu GothicL Bold" panose="020B0602020203020207" pitchFamily="34" charset="-120"/>
              <a:ea typeface="Gen Jyuu GothicL Bold" panose="020B0602020203020207" pitchFamily="34" charset="-120"/>
              <a:cs typeface="Gen Jyuu GothicL Bold" panose="020B0602020203020207" pitchFamily="34" charset="-120"/>
            </a:endParaRPr>
          </a:p>
        </p:txBody>
      </p:sp>
      <p:grpSp>
        <p:nvGrpSpPr>
          <p:cNvPr id="305" name="Google Shape;305;p19"/>
          <p:cNvGrpSpPr/>
          <p:nvPr/>
        </p:nvGrpSpPr>
        <p:grpSpPr>
          <a:xfrm>
            <a:off x="10521949" y="2253139"/>
            <a:ext cx="3340119" cy="4440061"/>
            <a:chOff x="-1" y="-2"/>
            <a:chExt cx="3340118" cy="4440059"/>
          </a:xfrm>
        </p:grpSpPr>
        <p:cxnSp>
          <p:nvCxnSpPr>
            <p:cNvPr id="306" name="Google Shape;306;p19"/>
            <p:cNvCxnSpPr/>
            <p:nvPr/>
          </p:nvCxnSpPr>
          <p:spPr>
            <a:xfrm rot="10800000">
              <a:off x="319467" y="1446531"/>
              <a:ext cx="1179133" cy="1"/>
            </a:xfrm>
            <a:prstGeom prst="straightConnector1">
              <a:avLst/>
            </a:prstGeom>
            <a:noFill/>
            <a:ln w="25400" cap="flat" cmpd="sng">
              <a:solidFill>
                <a:srgbClr val="FFFFFF"/>
              </a:solidFill>
              <a:prstDash val="dash"/>
              <a:bevel/>
              <a:headEnd type="none" w="sm" len="sm"/>
              <a:tailEnd type="oval" w="med" len="med"/>
            </a:ln>
          </p:spPr>
        </p:cxnSp>
        <p:grpSp>
          <p:nvGrpSpPr>
            <p:cNvPr id="307" name="Google Shape;307;p19"/>
            <p:cNvGrpSpPr/>
            <p:nvPr/>
          </p:nvGrpSpPr>
          <p:grpSpPr>
            <a:xfrm>
              <a:off x="-1" y="-2"/>
              <a:ext cx="3340118" cy="2879716"/>
              <a:chOff x="-1" y="-1"/>
              <a:chExt cx="3340117" cy="2879714"/>
            </a:xfrm>
          </p:grpSpPr>
          <p:sp>
            <p:nvSpPr>
              <p:cNvPr id="308" name="Google Shape;308;p19"/>
              <p:cNvSpPr/>
              <p:nvPr/>
            </p:nvSpPr>
            <p:spPr>
              <a:xfrm>
                <a:off x="-1" y="-1"/>
                <a:ext cx="3340117" cy="287971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10800"/>
                    </a:moveTo>
                    <a:lnTo>
                      <a:pt x="4656" y="0"/>
                    </a:lnTo>
                    <a:lnTo>
                      <a:pt x="16944" y="0"/>
                    </a:lnTo>
                    <a:lnTo>
                      <a:pt x="21600" y="10800"/>
                    </a:lnTo>
                    <a:lnTo>
                      <a:pt x="16944" y="21600"/>
                    </a:lnTo>
                    <a:lnTo>
                      <a:pt x="4656" y="2160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SimSun"/>
                  <a:buNone/>
                </a:pPr>
                <a:endParaRPr sz="3600" b="0" i="0" u="none" strike="noStrike" cap="none">
                  <a:solidFill>
                    <a:srgbClr val="FFFFFF"/>
                  </a:solidFill>
                  <a:latin typeface="SimSun"/>
                  <a:ea typeface="SimSun"/>
                  <a:cs typeface="SimSun"/>
                  <a:sym typeface="SimSun"/>
                </a:endParaRPr>
              </a:p>
            </p:txBody>
          </p:sp>
          <p:sp>
            <p:nvSpPr>
              <p:cNvPr id="309" name="Google Shape;309;p19"/>
              <p:cNvSpPr/>
              <p:nvPr/>
            </p:nvSpPr>
            <p:spPr>
              <a:xfrm>
                <a:off x="894020" y="719932"/>
                <a:ext cx="1495801" cy="149580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SimSun"/>
                  <a:buNone/>
                </a:pPr>
                <a:endParaRPr sz="3600" b="0" i="0" u="none" strike="noStrike" cap="none">
                  <a:solidFill>
                    <a:srgbClr val="FFFFFF"/>
                  </a:solidFill>
                  <a:latin typeface="SimSun"/>
                  <a:ea typeface="SimSun"/>
                  <a:cs typeface="SimSun"/>
                  <a:sym typeface="SimSun"/>
                </a:endParaRPr>
              </a:p>
            </p:txBody>
          </p:sp>
          <p:sp>
            <p:nvSpPr>
              <p:cNvPr id="310" name="Google Shape;310;p19"/>
              <p:cNvSpPr/>
              <p:nvPr/>
            </p:nvSpPr>
            <p:spPr>
              <a:xfrm>
                <a:off x="140105" y="105120"/>
                <a:ext cx="3048625" cy="262839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10800"/>
                    </a:moveTo>
                    <a:lnTo>
                      <a:pt x="4656" y="0"/>
                    </a:lnTo>
                    <a:lnTo>
                      <a:pt x="16944" y="0"/>
                    </a:lnTo>
                    <a:lnTo>
                      <a:pt x="21600" y="10800"/>
                    </a:lnTo>
                    <a:lnTo>
                      <a:pt x="16944" y="21600"/>
                    </a:lnTo>
                    <a:lnTo>
                      <a:pt x="4656" y="21600"/>
                    </a:lnTo>
                    <a:close/>
                  </a:path>
                </a:pathLst>
              </a:custGeom>
              <a:noFill/>
              <a:ln w="12700" cap="flat" cmpd="sng">
                <a:solidFill>
                  <a:srgbClr val="7F7F7F"/>
                </a:solidFill>
                <a:prstDash val="dot"/>
                <a:bevel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SimSun"/>
                  <a:buNone/>
                </a:pPr>
                <a:endParaRPr sz="3600" b="0" i="0" u="none" strike="noStrike" cap="none">
                  <a:solidFill>
                    <a:srgbClr val="FFFFFF"/>
                  </a:solidFill>
                  <a:latin typeface="SimSun"/>
                  <a:ea typeface="SimSun"/>
                  <a:cs typeface="SimSun"/>
                  <a:sym typeface="SimSun"/>
                </a:endParaRPr>
              </a:p>
            </p:txBody>
          </p:sp>
        </p:grpSp>
        <p:sp>
          <p:nvSpPr>
            <p:cNvPr id="313" name="Google Shape;313;p19"/>
            <p:cNvSpPr txBox="1"/>
            <p:nvPr/>
          </p:nvSpPr>
          <p:spPr>
            <a:xfrm>
              <a:off x="244517" y="2606355"/>
              <a:ext cx="2839800" cy="1833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350" tIns="91350" rIns="91350" bIns="91350" anchor="t" anchorCtr="0">
              <a:sp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79B6"/>
                </a:buClr>
                <a:buSzPts val="10800"/>
                <a:buFont typeface="Microsoft Yahei"/>
                <a:buNone/>
              </a:pPr>
              <a:r>
                <a:rPr lang="en-US" sz="10800" b="1" i="0" u="none" strike="noStrike" cap="none" dirty="0">
                  <a:solidFill>
                    <a:srgbClr val="4079B6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·</a:t>
              </a:r>
              <a:r>
                <a:rPr lang="en-US" sz="10800" b="1" i="0" u="none" strike="noStrike" cap="none" dirty="0">
                  <a:solidFill>
                    <a:srgbClr val="3F3F3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 </a:t>
              </a:r>
              <a:r>
                <a:rPr lang="en-US" sz="10800" b="1" i="0" u="none" strike="noStrike" cap="none" dirty="0">
                  <a:solidFill>
                    <a:srgbClr val="FFC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·</a:t>
              </a:r>
              <a:r>
                <a:rPr lang="en-US" sz="10800" b="1" i="0" u="none" strike="noStrike" cap="none" dirty="0">
                  <a:solidFill>
                    <a:srgbClr val="3F3F3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 </a:t>
              </a:r>
              <a:r>
                <a:rPr lang="en-US" sz="10800" b="1" i="0" u="none" strike="noStrike" cap="none" dirty="0">
                  <a:solidFill>
                    <a:srgbClr val="FD5229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·</a:t>
              </a:r>
              <a:endParaRPr sz="1400" b="0" i="0" u="none" strike="noStrike" cap="none" dirty="0">
                <a:solidFill>
                  <a:srgbClr val="000000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Arial"/>
                <a:sym typeface="Arial"/>
              </a:endParaRPr>
            </a:p>
          </p:txBody>
        </p:sp>
        <p:pic>
          <p:nvPicPr>
            <p:cNvPr id="314" name="Google Shape;314;p19" descr="Google Shape;425;p5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25868" y="955041"/>
              <a:ext cx="1888364" cy="106268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8F8F8F"/>
      </a:accent3>
      <a:accent4>
        <a:srgbClr val="707070"/>
      </a:accent4>
      <a:accent5>
        <a:srgbClr val="B2C1DB"/>
      </a:accent5>
      <a:accent6>
        <a:srgbClr val="AE4845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TM02900720[[fn=要素]]</Template>
  <TotalTime>909</TotalTime>
  <Words>1368</Words>
  <Application>Microsoft Office PowerPoint</Application>
  <PresentationFormat>ユーザー設定</PresentationFormat>
  <Paragraphs>105</Paragraphs>
  <Slides>14</Slides>
  <Notes>13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28" baseType="lpstr">
      <vt:lpstr>SimSun</vt:lpstr>
      <vt:lpstr>Microsoft JhengHei Light</vt:lpstr>
      <vt:lpstr>Gen Jyuu Gothic Bold</vt:lpstr>
      <vt:lpstr>HGPSoeiKakugothicUB</vt:lpstr>
      <vt:lpstr>Microsoft Yahei</vt:lpstr>
      <vt:lpstr>Calibri</vt:lpstr>
      <vt:lpstr>Wingdings 2</vt:lpstr>
      <vt:lpstr>BIZ UDGothic</vt:lpstr>
      <vt:lpstr>BIZ UDPGothic</vt:lpstr>
      <vt:lpstr>Microsoft JhengHei</vt:lpstr>
      <vt:lpstr>Gen Jyuu GothicL Bold</vt:lpstr>
      <vt:lpstr>Arial</vt:lpstr>
      <vt:lpstr>Calibri Light</vt:lpstr>
      <vt:lpstr>HDOfficeLightV0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また次回の授業でお会いしましょう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嘉展 張</cp:lastModifiedBy>
  <cp:revision>2</cp:revision>
  <dcterms:modified xsi:type="dcterms:W3CDTF">2025-08-23T07:52:47Z</dcterms:modified>
</cp:coreProperties>
</file>