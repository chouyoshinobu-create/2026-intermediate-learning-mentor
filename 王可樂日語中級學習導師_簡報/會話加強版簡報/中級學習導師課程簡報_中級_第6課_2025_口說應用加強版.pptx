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5"/>
  </p:notesMasterIdLst>
  <p:handoutMasterIdLst>
    <p:handoutMasterId r:id="rId16"/>
  </p:handoutMasterIdLst>
  <p:sldIdLst>
    <p:sldId id="274" r:id="rId2"/>
    <p:sldId id="359" r:id="rId3"/>
    <p:sldId id="361" r:id="rId4"/>
    <p:sldId id="360" r:id="rId5"/>
    <p:sldId id="362" r:id="rId6"/>
    <p:sldId id="345" r:id="rId7"/>
    <p:sldId id="358" r:id="rId8"/>
    <p:sldId id="346" r:id="rId9"/>
    <p:sldId id="347" r:id="rId10"/>
    <p:sldId id="354" r:id="rId11"/>
    <p:sldId id="343" r:id="rId12"/>
    <p:sldId id="342" r:id="rId13"/>
    <p:sldId id="264" r:id="rId14"/>
  </p:sldIdLst>
  <p:sldSz cx="24384000" cy="13716000"/>
  <p:notesSz cx="6858000" cy="9144000"/>
  <p:embeddedFontLst>
    <p:embeddedFont>
      <p:font typeface="BIZ UDPGothic" panose="020B0400000000000000" pitchFamily="50" charset="-128"/>
      <p:regular r:id="rId17"/>
      <p:bold r:id="rId18"/>
    </p:embeddedFont>
    <p:embeddedFont>
      <p:font typeface="BIZ UDGothic" panose="020B0400000000000000" pitchFamily="49" charset="-128"/>
      <p:regular r:id="rId19"/>
      <p:bold r:id="rId20"/>
    </p:embeddedFont>
    <p:embeddedFont>
      <p:font typeface="Gen Jyuu GothicL Bold" panose="020B0600070205080204" charset="-128"/>
      <p:bold r:id="rId21"/>
    </p:embeddedFont>
    <p:embeddedFont>
      <p:font typeface="HGPSoeiKakugothicUB" panose="020B0900000000000000" pitchFamily="50" charset="-128"/>
      <p:regular r:id="rId22"/>
    </p:embeddedFont>
    <p:embeddedFont>
      <p:font typeface="Gen Jyuu Gothic Bold" panose="020B0602020203020207" pitchFamily="50" charset="-128"/>
      <p:bold r:id="rId23"/>
    </p:embeddedFont>
    <p:embeddedFont>
      <p:font typeface="Microsoft JhengHei" panose="020B0604030504040204" pitchFamily="34" charset="-120"/>
      <p:regular r:id="rId24"/>
      <p:bold r:id="rId25"/>
    </p:embeddedFont>
    <p:embeddedFont>
      <p:font typeface="Microsoft JhengHei Light" panose="020B0304030504040204" pitchFamily="34" charset="-120"/>
      <p:regular r:id="rId26"/>
    </p:embeddedFont>
    <p:embeddedFont>
      <p:font typeface="Microsoft Yahei" panose="020B0503020204020204" pitchFamily="34" charset="-122"/>
      <p:regular r:id="rId27"/>
      <p:bold r:id="rId28"/>
    </p:embeddedFont>
    <p:embeddedFont>
      <p:font typeface="Wingdings 2" panose="05020102010507070707" pitchFamily="18" charset="2"/>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D7D5D8-5F65-423C-9E80-D3A9869B7250}" v="45" dt="2025-08-23T02:58:07.75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33" d="100"/>
          <a:sy n="33" d="100"/>
        </p:scale>
        <p:origin x="2316" y="9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font" Target="fonts/font12.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3.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5CD7D5D8-5F65-423C-9E80-D3A9869B7250}"/>
    <pc:docChg chg="undo custSel addSld delSld modSld sldOrd">
      <pc:chgData name="嘉展 張" userId="56c0cc265fef7f12" providerId="LiveId" clId="{5CD7D5D8-5F65-423C-9E80-D3A9869B7250}" dt="2025-08-23T02:58:07.757" v="560"/>
      <pc:docMkLst>
        <pc:docMk/>
      </pc:docMkLst>
      <pc:sldChg chg="del">
        <pc:chgData name="嘉展 張" userId="56c0cc265fef7f12" providerId="LiveId" clId="{5CD7D5D8-5F65-423C-9E80-D3A9869B7250}" dt="2025-08-23T02:21:33.245" v="174" actId="47"/>
        <pc:sldMkLst>
          <pc:docMk/>
          <pc:sldMk cId="3676040206" sldId="336"/>
        </pc:sldMkLst>
      </pc:sldChg>
      <pc:sldChg chg="modSp mod">
        <pc:chgData name="嘉展 張" userId="56c0cc265fef7f12" providerId="LiveId" clId="{5CD7D5D8-5F65-423C-9E80-D3A9869B7250}" dt="2025-08-23T02:27:18.585" v="505" actId="6549"/>
        <pc:sldMkLst>
          <pc:docMk/>
          <pc:sldMk cId="3752334464" sldId="345"/>
        </pc:sldMkLst>
        <pc:spChg chg="mod">
          <ac:chgData name="嘉展 張" userId="56c0cc265fef7f12" providerId="LiveId" clId="{5CD7D5D8-5F65-423C-9E80-D3A9869B7250}" dt="2025-08-23T02:27:18.585" v="505" actId="6549"/>
          <ac:spMkLst>
            <pc:docMk/>
            <pc:sldMk cId="3752334464" sldId="345"/>
            <ac:spMk id="3" creationId="{28F0A653-E125-10F4-6790-C8025C1EBB43}"/>
          </ac:spMkLst>
        </pc:spChg>
      </pc:sldChg>
      <pc:sldChg chg="modSp mod">
        <pc:chgData name="嘉展 張" userId="56c0cc265fef7f12" providerId="LiveId" clId="{5CD7D5D8-5F65-423C-9E80-D3A9869B7250}" dt="2025-08-23T02:27:41.343" v="521" actId="6549"/>
        <pc:sldMkLst>
          <pc:docMk/>
          <pc:sldMk cId="1115666099" sldId="346"/>
        </pc:sldMkLst>
        <pc:spChg chg="mod">
          <ac:chgData name="嘉展 張" userId="56c0cc265fef7f12" providerId="LiveId" clId="{5CD7D5D8-5F65-423C-9E80-D3A9869B7250}" dt="2025-08-23T02:27:41.343" v="521" actId="6549"/>
          <ac:spMkLst>
            <pc:docMk/>
            <pc:sldMk cId="1115666099" sldId="346"/>
            <ac:spMk id="2" creationId="{B496C4D5-B9D6-E310-239F-160421EC28E2}"/>
          </ac:spMkLst>
        </pc:spChg>
      </pc:sldChg>
      <pc:sldChg chg="modSp mod">
        <pc:chgData name="嘉展 張" userId="56c0cc265fef7f12" providerId="LiveId" clId="{5CD7D5D8-5F65-423C-9E80-D3A9869B7250}" dt="2025-08-23T02:27:51.892" v="538" actId="6549"/>
        <pc:sldMkLst>
          <pc:docMk/>
          <pc:sldMk cId="3822570613" sldId="347"/>
        </pc:sldMkLst>
        <pc:spChg chg="mod">
          <ac:chgData name="嘉展 張" userId="56c0cc265fef7f12" providerId="LiveId" clId="{5CD7D5D8-5F65-423C-9E80-D3A9869B7250}" dt="2025-08-23T02:27:51.892" v="538" actId="6549"/>
          <ac:spMkLst>
            <pc:docMk/>
            <pc:sldMk cId="3822570613" sldId="347"/>
            <ac:spMk id="4" creationId="{7CF0AAA5-7B5F-5A35-EF73-2142F862E9C8}"/>
          </ac:spMkLst>
        </pc:spChg>
      </pc:sldChg>
      <pc:sldChg chg="addSp modSp del mod">
        <pc:chgData name="嘉展 張" userId="56c0cc265fef7f12" providerId="LiveId" clId="{5CD7D5D8-5F65-423C-9E80-D3A9869B7250}" dt="2025-08-23T02:21:25.984" v="171" actId="47"/>
        <pc:sldMkLst>
          <pc:docMk/>
          <pc:sldMk cId="732333138" sldId="351"/>
        </pc:sldMkLst>
        <pc:spChg chg="add mod">
          <ac:chgData name="嘉展 張" userId="56c0cc265fef7f12" providerId="LiveId" clId="{5CD7D5D8-5F65-423C-9E80-D3A9869B7250}" dt="2025-08-23T02:17:24.130" v="102" actId="20577"/>
          <ac:spMkLst>
            <pc:docMk/>
            <pc:sldMk cId="732333138" sldId="351"/>
            <ac:spMk id="3" creationId="{26DD4E17-4305-2371-AB5C-9BB9B5FCE210}"/>
          </ac:spMkLst>
        </pc:spChg>
        <pc:spChg chg="mod">
          <ac:chgData name="嘉展 張" userId="56c0cc265fef7f12" providerId="LiveId" clId="{5CD7D5D8-5F65-423C-9E80-D3A9869B7250}" dt="2025-08-23T02:16:06.568" v="24" actId="1076"/>
          <ac:spMkLst>
            <pc:docMk/>
            <pc:sldMk cId="732333138" sldId="351"/>
            <ac:spMk id="9" creationId="{DA69BD8C-0913-B381-ABCA-CA713C77BC80}"/>
          </ac:spMkLst>
        </pc:spChg>
      </pc:sldChg>
      <pc:sldChg chg="addSp modSp mod">
        <pc:chgData name="嘉展 張" userId="56c0cc265fef7f12" providerId="LiveId" clId="{5CD7D5D8-5F65-423C-9E80-D3A9869B7250}" dt="2025-08-23T02:57:01.377" v="556"/>
        <pc:sldMkLst>
          <pc:docMk/>
          <pc:sldMk cId="2503062332" sldId="354"/>
        </pc:sldMkLst>
        <pc:spChg chg="mod">
          <ac:chgData name="嘉展 張" userId="56c0cc265fef7f12" providerId="LiveId" clId="{5CD7D5D8-5F65-423C-9E80-D3A9869B7250}" dt="2025-08-23T02:56:08.624" v="545" actId="6549"/>
          <ac:spMkLst>
            <pc:docMk/>
            <pc:sldMk cId="2503062332" sldId="354"/>
            <ac:spMk id="2" creationId="{811F5A94-0B0C-504F-DC25-BE08E6B5923F}"/>
          </ac:spMkLst>
        </pc:spChg>
        <pc:spChg chg="add mod">
          <ac:chgData name="嘉展 張" userId="56c0cc265fef7f12" providerId="LiveId" clId="{5CD7D5D8-5F65-423C-9E80-D3A9869B7250}" dt="2025-08-23T02:56:51.057" v="554"/>
          <ac:spMkLst>
            <pc:docMk/>
            <pc:sldMk cId="2503062332" sldId="354"/>
            <ac:spMk id="3" creationId="{C25232AE-6BD1-C9A6-93FB-A3462F99F84C}"/>
          </ac:spMkLst>
        </pc:spChg>
        <pc:spChg chg="add mod">
          <ac:chgData name="嘉展 張" userId="56c0cc265fef7f12" providerId="LiveId" clId="{5CD7D5D8-5F65-423C-9E80-D3A9869B7250}" dt="2025-08-23T02:56:56.298" v="555"/>
          <ac:spMkLst>
            <pc:docMk/>
            <pc:sldMk cId="2503062332" sldId="354"/>
            <ac:spMk id="4" creationId="{E40CE9AA-2411-3B42-A39A-8F6356D66F72}"/>
          </ac:spMkLst>
        </pc:spChg>
        <pc:spChg chg="add mod">
          <ac:chgData name="嘉展 張" userId="56c0cc265fef7f12" providerId="LiveId" clId="{5CD7D5D8-5F65-423C-9E80-D3A9869B7250}" dt="2025-08-23T02:57:01.377" v="556"/>
          <ac:spMkLst>
            <pc:docMk/>
            <pc:sldMk cId="2503062332" sldId="354"/>
            <ac:spMk id="5" creationId="{7FAE8DA6-B32F-01C2-A982-DB0DED5B34B6}"/>
          </ac:spMkLst>
        </pc:spChg>
      </pc:sldChg>
      <pc:sldChg chg="del">
        <pc:chgData name="嘉展 張" userId="56c0cc265fef7f12" providerId="LiveId" clId="{5CD7D5D8-5F65-423C-9E80-D3A9869B7250}" dt="2025-08-23T02:55:34.348" v="539" actId="47"/>
        <pc:sldMkLst>
          <pc:docMk/>
          <pc:sldMk cId="2169278876" sldId="355"/>
        </pc:sldMkLst>
      </pc:sldChg>
      <pc:sldChg chg="modSp mod">
        <pc:chgData name="嘉展 張" userId="56c0cc265fef7f12" providerId="LiveId" clId="{5CD7D5D8-5F65-423C-9E80-D3A9869B7250}" dt="2025-08-23T02:58:07.757" v="560"/>
        <pc:sldMkLst>
          <pc:docMk/>
          <pc:sldMk cId="4193172206" sldId="358"/>
        </pc:sldMkLst>
        <pc:spChg chg="mod">
          <ac:chgData name="嘉展 張" userId="56c0cc265fef7f12" providerId="LiveId" clId="{5CD7D5D8-5F65-423C-9E80-D3A9869B7250}" dt="2025-08-23T02:58:07.757" v="560"/>
          <ac:spMkLst>
            <pc:docMk/>
            <pc:sldMk cId="4193172206" sldId="358"/>
            <ac:spMk id="3" creationId="{CE42E57B-1BE0-21FA-52A0-358900141028}"/>
          </ac:spMkLst>
        </pc:spChg>
      </pc:sldChg>
      <pc:sldChg chg="addSp delSp modSp mod">
        <pc:chgData name="嘉展 張" userId="56c0cc265fef7f12" providerId="LiveId" clId="{5CD7D5D8-5F65-423C-9E80-D3A9869B7250}" dt="2025-08-23T02:20:00.035" v="135"/>
        <pc:sldMkLst>
          <pc:docMk/>
          <pc:sldMk cId="3585428774" sldId="359"/>
        </pc:sldMkLst>
        <pc:spChg chg="add del mod">
          <ac:chgData name="嘉展 張" userId="56c0cc265fef7f12" providerId="LiveId" clId="{5CD7D5D8-5F65-423C-9E80-D3A9869B7250}" dt="2025-08-23T02:17:31.030" v="103" actId="478"/>
          <ac:spMkLst>
            <pc:docMk/>
            <pc:sldMk cId="3585428774" sldId="359"/>
            <ac:spMk id="3" creationId="{0319AC37-B771-B294-981F-B02D8E653900}"/>
          </ac:spMkLst>
        </pc:spChg>
        <pc:spChg chg="add mod">
          <ac:chgData name="嘉展 張" userId="56c0cc265fef7f12" providerId="LiveId" clId="{5CD7D5D8-5F65-423C-9E80-D3A9869B7250}" dt="2025-08-23T02:18:29.179" v="107" actId="1076"/>
          <ac:spMkLst>
            <pc:docMk/>
            <pc:sldMk cId="3585428774" sldId="359"/>
            <ac:spMk id="4" creationId="{FCDD4F7B-00A4-0B2A-68ED-3A4542189AFE}"/>
          </ac:spMkLst>
        </pc:spChg>
        <pc:spChg chg="add mod">
          <ac:chgData name="嘉展 張" userId="56c0cc265fef7f12" providerId="LiveId" clId="{5CD7D5D8-5F65-423C-9E80-D3A9869B7250}" dt="2025-08-23T02:18:07.837" v="105"/>
          <ac:spMkLst>
            <pc:docMk/>
            <pc:sldMk cId="3585428774" sldId="359"/>
            <ac:spMk id="5" creationId="{4523202E-B013-DD3A-4BF8-D40FD7CD95CF}"/>
          </ac:spMkLst>
        </pc:spChg>
        <pc:spChg chg="mod">
          <ac:chgData name="嘉展 張" userId="56c0cc265fef7f12" providerId="LiveId" clId="{5CD7D5D8-5F65-423C-9E80-D3A9869B7250}" dt="2025-08-23T02:20:00.035" v="135"/>
          <ac:spMkLst>
            <pc:docMk/>
            <pc:sldMk cId="3585428774" sldId="359"/>
            <ac:spMk id="9" creationId="{9755469E-80FB-6066-BBDC-2B5FD43DC006}"/>
          </ac:spMkLst>
        </pc:spChg>
      </pc:sldChg>
      <pc:sldChg chg="modSp mod ord">
        <pc:chgData name="嘉展 張" userId="56c0cc265fef7f12" providerId="LiveId" clId="{5CD7D5D8-5F65-423C-9E80-D3A9869B7250}" dt="2025-08-23T02:24:11.885" v="290" actId="207"/>
        <pc:sldMkLst>
          <pc:docMk/>
          <pc:sldMk cId="1907735413" sldId="360"/>
        </pc:sldMkLst>
        <pc:spChg chg="mod">
          <ac:chgData name="嘉展 張" userId="56c0cc265fef7f12" providerId="LiveId" clId="{5CD7D5D8-5F65-423C-9E80-D3A9869B7250}" dt="2025-08-23T02:24:11.885" v="290" actId="207"/>
          <ac:spMkLst>
            <pc:docMk/>
            <pc:sldMk cId="1907735413" sldId="360"/>
            <ac:spMk id="9" creationId="{159DA3FC-D6F6-70BB-A750-90CD88EFC966}"/>
          </ac:spMkLst>
        </pc:spChg>
      </pc:sldChg>
      <pc:sldChg chg="addSp modSp add mod">
        <pc:chgData name="嘉展 張" userId="56c0cc265fef7f12" providerId="LiveId" clId="{5CD7D5D8-5F65-423C-9E80-D3A9869B7250}" dt="2025-08-23T02:21:21.970" v="170" actId="1076"/>
        <pc:sldMkLst>
          <pc:docMk/>
          <pc:sldMk cId="124431084" sldId="361"/>
        </pc:sldMkLst>
        <pc:spChg chg="add mod">
          <ac:chgData name="嘉展 張" userId="56c0cc265fef7f12" providerId="LiveId" clId="{5CD7D5D8-5F65-423C-9E80-D3A9869B7250}" dt="2025-08-23T02:20:38.727" v="147"/>
          <ac:spMkLst>
            <pc:docMk/>
            <pc:sldMk cId="124431084" sldId="361"/>
            <ac:spMk id="3" creationId="{1E94783A-947F-D16B-3780-3E19AE6D7649}"/>
          </ac:spMkLst>
        </pc:spChg>
        <pc:spChg chg="add mod">
          <ac:chgData name="嘉展 張" userId="56c0cc265fef7f12" providerId="LiveId" clId="{5CD7D5D8-5F65-423C-9E80-D3A9869B7250}" dt="2025-08-23T02:21:20.410" v="169" actId="1076"/>
          <ac:spMkLst>
            <pc:docMk/>
            <pc:sldMk cId="124431084" sldId="361"/>
            <ac:spMk id="5" creationId="{4DDF3D04-153C-6A52-EDFA-8511991FC6D6}"/>
          </ac:spMkLst>
        </pc:spChg>
        <pc:spChg chg="add mod">
          <ac:chgData name="嘉展 張" userId="56c0cc265fef7f12" providerId="LiveId" clId="{5CD7D5D8-5F65-423C-9E80-D3A9869B7250}" dt="2025-08-23T02:21:21.970" v="170" actId="1076"/>
          <ac:spMkLst>
            <pc:docMk/>
            <pc:sldMk cId="124431084" sldId="361"/>
            <ac:spMk id="6" creationId="{4FD56F35-4BF1-EE47-A290-05A2A8E574EE}"/>
          </ac:spMkLst>
        </pc:spChg>
        <pc:spChg chg="add mod">
          <ac:chgData name="嘉展 張" userId="56c0cc265fef7f12" providerId="LiveId" clId="{5CD7D5D8-5F65-423C-9E80-D3A9869B7250}" dt="2025-08-23T02:21:16.591" v="167" actId="1076"/>
          <ac:spMkLst>
            <pc:docMk/>
            <pc:sldMk cId="124431084" sldId="361"/>
            <ac:spMk id="7" creationId="{713DE200-6ACD-0E41-278E-E0FE9CE623BA}"/>
          </ac:spMkLst>
        </pc:spChg>
        <pc:spChg chg="add mod">
          <ac:chgData name="嘉展 張" userId="56c0cc265fef7f12" providerId="LiveId" clId="{5CD7D5D8-5F65-423C-9E80-D3A9869B7250}" dt="2025-08-23T02:21:18.226" v="168" actId="1076"/>
          <ac:spMkLst>
            <pc:docMk/>
            <pc:sldMk cId="124431084" sldId="361"/>
            <ac:spMk id="8" creationId="{9424BEA9-6D59-5157-581C-050832BF64E8}"/>
          </ac:spMkLst>
        </pc:spChg>
      </pc:sldChg>
      <pc:sldChg chg="addSp modSp add mod">
        <pc:chgData name="嘉展 張" userId="56c0cc265fef7f12" providerId="LiveId" clId="{5CD7D5D8-5F65-423C-9E80-D3A9869B7250}" dt="2025-08-23T02:27:03.744" v="489" actId="1076"/>
        <pc:sldMkLst>
          <pc:docMk/>
          <pc:sldMk cId="2766024710" sldId="362"/>
        </pc:sldMkLst>
        <pc:spChg chg="add mod">
          <ac:chgData name="嘉展 張" userId="56c0cc265fef7f12" providerId="LiveId" clId="{5CD7D5D8-5F65-423C-9E80-D3A9869B7250}" dt="2025-08-23T02:25:13.546" v="327" actId="1076"/>
          <ac:spMkLst>
            <pc:docMk/>
            <pc:sldMk cId="2766024710" sldId="362"/>
            <ac:spMk id="3" creationId="{5AE4896C-0E03-A223-979A-EB136A356B4B}"/>
          </ac:spMkLst>
        </pc:spChg>
        <pc:spChg chg="add mod">
          <ac:chgData name="嘉展 張" userId="56c0cc265fef7f12" providerId="LiveId" clId="{5CD7D5D8-5F65-423C-9E80-D3A9869B7250}" dt="2025-08-23T02:26:12.347" v="385" actId="20577"/>
          <ac:spMkLst>
            <pc:docMk/>
            <pc:sldMk cId="2766024710" sldId="362"/>
            <ac:spMk id="4" creationId="{2A32B8FD-B761-BC9C-E2B7-F859775FA1CF}"/>
          </ac:spMkLst>
        </pc:spChg>
        <pc:spChg chg="add mod">
          <ac:chgData name="嘉展 張" userId="56c0cc265fef7f12" providerId="LiveId" clId="{5CD7D5D8-5F65-423C-9E80-D3A9869B7250}" dt="2025-08-23T02:26:34.254" v="431" actId="14100"/>
          <ac:spMkLst>
            <pc:docMk/>
            <pc:sldMk cId="2766024710" sldId="362"/>
            <ac:spMk id="5" creationId="{0A1DAC71-CF59-0A76-83D3-C4C931B9AE23}"/>
          </ac:spMkLst>
        </pc:spChg>
        <pc:spChg chg="add mod">
          <ac:chgData name="嘉展 張" userId="56c0cc265fef7f12" providerId="LiveId" clId="{5CD7D5D8-5F65-423C-9E80-D3A9869B7250}" dt="2025-08-23T02:26:55.995" v="474" actId="1076"/>
          <ac:spMkLst>
            <pc:docMk/>
            <pc:sldMk cId="2766024710" sldId="362"/>
            <ac:spMk id="6" creationId="{8A416FF9-3E33-4F71-55AA-FCC4B3826073}"/>
          </ac:spMkLst>
        </pc:spChg>
        <pc:spChg chg="add mod">
          <ac:chgData name="嘉展 張" userId="56c0cc265fef7f12" providerId="LiveId" clId="{5CD7D5D8-5F65-423C-9E80-D3A9869B7250}" dt="2025-08-23T02:27:03.744" v="489" actId="1076"/>
          <ac:spMkLst>
            <pc:docMk/>
            <pc:sldMk cId="2766024710" sldId="362"/>
            <ac:spMk id="7" creationId="{70C4CF49-10E0-D96B-2E35-628E3A83C52D}"/>
          </ac:spMkLst>
        </pc:spChg>
      </pc:sld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9D1E94D5-7B7B-4955-9E2D-4F18085248D8}"/>
    <pc:docChg chg="modMainMaster">
      <pc:chgData name="嘉展 張" userId="56c0cc265fef7f12" providerId="LiveId" clId="{9D1E94D5-7B7B-4955-9E2D-4F18085248D8}" dt="2025-08-20T12:39:57.796" v="0"/>
      <pc:docMkLst>
        <pc:docMk/>
      </pc:docMkLst>
      <pc:sldMasterChg chg="modSldLayout">
        <pc:chgData name="嘉展 張" userId="56c0cc265fef7f12" providerId="LiveId" clId="{9D1E94D5-7B7B-4955-9E2D-4F18085248D8}" dt="2025-08-20T12:39:57.796" v="0"/>
        <pc:sldMasterMkLst>
          <pc:docMk/>
          <pc:sldMasterMk cId="2733321511" sldId="2147483688"/>
        </pc:sldMasterMkLst>
        <pc:sldLayoutChg chg="modSp">
          <pc:chgData name="嘉展 張" userId="56c0cc265fef7f12" providerId="LiveId" clId="{9D1E94D5-7B7B-4955-9E2D-4F18085248D8}" dt="2025-08-20T12:39:57.796" v="0"/>
          <pc:sldLayoutMkLst>
            <pc:docMk/>
            <pc:sldMasterMk cId="2733321511" sldId="2147483688"/>
            <pc:sldLayoutMk cId="810264706" sldId="2147483689"/>
          </pc:sldLayoutMkLst>
          <pc:spChg chg="mod">
            <ac:chgData name="嘉展 張" userId="56c0cc265fef7f12" providerId="LiveId" clId="{9D1E94D5-7B7B-4955-9E2D-4F18085248D8}" dt="2025-08-20T12:39:57.796" v="0"/>
            <ac:spMkLst>
              <pc:docMk/>
              <pc:sldMasterMk cId="2733321511" sldId="2147483688"/>
              <pc:sldLayoutMk cId="810264706" sldId="2147483689"/>
              <ac:spMk id="19" creationId="{3F54C1E6-3D7F-502D-6C15-E0DC042557B2}"/>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2025/8/23</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0E598-A4B9-B9B6-5580-5B0D8D8E6AA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D1A3714-7007-5F5F-136D-2F3EA5CEC67F}"/>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8593B3F-EA08-3A21-4602-AA4BE0AA4F6F}"/>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866805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BCB30-04EE-D347-64C9-1620D0BBA1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F32E18-573B-F48E-775D-8DB0518908ED}"/>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029598F-8A6A-847B-5BFA-E51250DC951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814893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B48E-E91A-67B6-0C8C-8811E66BD1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115D5C7-94CE-F771-68FB-5F3A1B0A0642}"/>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53DDEB8A-F0B9-5845-5553-2905DC7844A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91875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endPar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6</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会社の同僚</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第六課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8/23/2025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～てならない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～がる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～できるようになる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実に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に（基準）</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～ということだ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なんだか</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にまつわる</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～始める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～出す</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とは</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だ</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06</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会社の同僚</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第六課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1667961"/>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彼の成功を聞いて、自分のことのように</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子どもたちが寒そうにしていたので、先生はジャンパーを</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失敗ばかりだったが、ようやく</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彼の発表は</a:t>
            </a:r>
            <a:r>
              <a:rPr lang="ja-JP" altLang="en-US" sz="4800" u="sng" dirty="0"/>
              <a:t>　　　　　　　　　　　　　　　　　</a:t>
            </a:r>
            <a:r>
              <a:rPr lang="ja-JP" altLang="en-US" sz="4800" dirty="0"/>
              <a:t>堂々としていて、感心した。</a:t>
            </a:r>
          </a:p>
          <a:p>
            <a:pPr marL="914400" indent="-914400">
              <a:lnSpc>
                <a:spcPct val="200000"/>
              </a:lnSpc>
              <a:buFont typeface="+mj-lt"/>
              <a:buAutoNum type="arabicPeriod"/>
            </a:pPr>
            <a:r>
              <a:rPr lang="ja-JP" altLang="en-US" sz="4800" dirty="0"/>
              <a:t>この資料はすべて、国際基準</a:t>
            </a:r>
            <a:r>
              <a:rPr lang="ja-JP" altLang="en-US" sz="4800" u="sng" dirty="0"/>
              <a:t>　　　　　　　　　　　　　　　　　　　　　　</a:t>
            </a:r>
            <a:r>
              <a:rPr lang="ja-JP" altLang="en-US" sz="4800" dirty="0"/>
              <a:t>作られています。</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5">
            <a:extLst>
              <a:ext uri="{FF2B5EF4-FFF2-40B4-BE49-F238E27FC236}">
                <a16:creationId xmlns:a16="http://schemas.microsoft.com/office/drawing/2014/main" id="{FCDD4F7B-00A4-0B2A-68ED-3A4542189AFE}"/>
              </a:ext>
            </a:extLst>
          </p:cNvPr>
          <p:cNvSpPr txBox="1"/>
          <p:nvPr/>
        </p:nvSpPr>
        <p:spPr>
          <a:xfrm>
            <a:off x="3390551" y="10867083"/>
            <a:ext cx="17602896" cy="830997"/>
          </a:xfrm>
          <a:prstGeom prst="rect">
            <a:avLst/>
          </a:prstGeom>
          <a:noFill/>
          <a:ln>
            <a:solidFill>
              <a:srgbClr val="000000"/>
            </a:solidFill>
          </a:ln>
        </p:spPr>
        <p:txBody>
          <a:bodyPr wrap="none" rtlCol="0">
            <a:spAutoFit/>
          </a:bodyPr>
          <a:lstStyle/>
          <a:p>
            <a:r>
              <a:rPr lang="ja-JP" altLang="en-US" sz="4800" dirty="0"/>
              <a:t>～がる　</a:t>
            </a:r>
            <a:r>
              <a:rPr lang="en-US" altLang="ja-JP" sz="4800" dirty="0"/>
              <a:t>/</a:t>
            </a:r>
            <a:r>
              <a:rPr lang="ja-JP" altLang="en-US" sz="4800" dirty="0"/>
              <a:t>　実に　</a:t>
            </a:r>
            <a:r>
              <a:rPr lang="en-US" altLang="ja-JP" sz="4800" dirty="0"/>
              <a:t>/</a:t>
            </a:r>
            <a:r>
              <a:rPr lang="ja-JP" altLang="en-US" sz="4800" dirty="0"/>
              <a:t>　に（基準）　</a:t>
            </a:r>
            <a:r>
              <a:rPr lang="en-US" altLang="ja-JP" sz="4800" dirty="0"/>
              <a:t>/</a:t>
            </a:r>
            <a:r>
              <a:rPr lang="ja-JP" altLang="en-US" sz="4800" dirty="0"/>
              <a:t>～てならない　</a:t>
            </a:r>
            <a:r>
              <a:rPr lang="en-US" altLang="ja-JP" sz="4800" dirty="0"/>
              <a:t>/</a:t>
            </a:r>
            <a:r>
              <a:rPr lang="ja-JP" altLang="en-US" sz="4800" dirty="0"/>
              <a:t>　～できるようになる</a:t>
            </a:r>
            <a:endParaRPr kumimoji="1" lang="ja-JP" altLang="en-US" sz="4800" dirty="0"/>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CDD77-5AD7-0C15-9240-5386DC2A4A86}"/>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33C01AD-26A8-7452-1F53-ADD04CBDF611}"/>
              </a:ext>
            </a:extLst>
          </p:cNvPr>
          <p:cNvSpPr txBox="1"/>
          <p:nvPr/>
        </p:nvSpPr>
        <p:spPr>
          <a:xfrm>
            <a:off x="1041143" y="1667961"/>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彼の成功を聞いて、自分のことのように</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子どもたちが寒そうにしていたので、先生はジャンパーを</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失敗ばかりだったが、ようやく</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彼の発表は</a:t>
            </a:r>
            <a:r>
              <a:rPr lang="ja-JP" altLang="en-US" sz="4800" u="sng" dirty="0"/>
              <a:t>　　　　　　　　　　　　　　　　　</a:t>
            </a:r>
            <a:r>
              <a:rPr lang="ja-JP" altLang="en-US" sz="4800" dirty="0"/>
              <a:t>堂々としていて、感心した。</a:t>
            </a:r>
          </a:p>
          <a:p>
            <a:pPr marL="914400" indent="-914400">
              <a:lnSpc>
                <a:spcPct val="200000"/>
              </a:lnSpc>
              <a:buFont typeface="+mj-lt"/>
              <a:buAutoNum type="arabicPeriod"/>
            </a:pPr>
            <a:r>
              <a:rPr lang="ja-JP" altLang="en-US" sz="4800" dirty="0"/>
              <a:t>この資料はすべて、国際基準</a:t>
            </a:r>
            <a:r>
              <a:rPr lang="ja-JP" altLang="en-US" sz="4800" u="sng" dirty="0"/>
              <a:t>　　　　　　　　　　　　　　　　　　　　　　</a:t>
            </a:r>
            <a:r>
              <a:rPr lang="ja-JP" altLang="en-US" sz="4800" dirty="0"/>
              <a:t>作られています。</a:t>
            </a:r>
          </a:p>
        </p:txBody>
      </p:sp>
      <p:sp>
        <p:nvSpPr>
          <p:cNvPr id="2" name="標題 1">
            <a:extLst>
              <a:ext uri="{FF2B5EF4-FFF2-40B4-BE49-F238E27FC236}">
                <a16:creationId xmlns:a16="http://schemas.microsoft.com/office/drawing/2014/main" id="{6ADC43C9-6AF5-2231-7EA8-25490BB29D6B}"/>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5">
            <a:extLst>
              <a:ext uri="{FF2B5EF4-FFF2-40B4-BE49-F238E27FC236}">
                <a16:creationId xmlns:a16="http://schemas.microsoft.com/office/drawing/2014/main" id="{40812C4E-2782-9817-DA08-07973AA647F9}"/>
              </a:ext>
            </a:extLst>
          </p:cNvPr>
          <p:cNvSpPr txBox="1"/>
          <p:nvPr/>
        </p:nvSpPr>
        <p:spPr>
          <a:xfrm>
            <a:off x="3390551" y="10867083"/>
            <a:ext cx="17602896" cy="830997"/>
          </a:xfrm>
          <a:prstGeom prst="rect">
            <a:avLst/>
          </a:prstGeom>
          <a:noFill/>
          <a:ln>
            <a:solidFill>
              <a:srgbClr val="000000"/>
            </a:solidFill>
          </a:ln>
        </p:spPr>
        <p:txBody>
          <a:bodyPr wrap="none" rtlCol="0">
            <a:spAutoFit/>
          </a:bodyPr>
          <a:lstStyle/>
          <a:p>
            <a:r>
              <a:rPr lang="ja-JP" altLang="en-US" sz="4800" dirty="0"/>
              <a:t>～がる　</a:t>
            </a:r>
            <a:r>
              <a:rPr lang="en-US" altLang="ja-JP" sz="4800" dirty="0"/>
              <a:t>/</a:t>
            </a:r>
            <a:r>
              <a:rPr lang="ja-JP" altLang="en-US" sz="4800" dirty="0"/>
              <a:t>　実に　</a:t>
            </a:r>
            <a:r>
              <a:rPr lang="en-US" altLang="ja-JP" sz="4800" dirty="0"/>
              <a:t>/</a:t>
            </a:r>
            <a:r>
              <a:rPr lang="ja-JP" altLang="en-US" sz="4800" dirty="0"/>
              <a:t>　に（基準）　</a:t>
            </a:r>
            <a:r>
              <a:rPr lang="en-US" altLang="ja-JP" sz="4800" dirty="0"/>
              <a:t>/</a:t>
            </a:r>
            <a:r>
              <a:rPr lang="ja-JP" altLang="en-US" sz="4800" dirty="0"/>
              <a:t>～てならない　</a:t>
            </a:r>
            <a:r>
              <a:rPr lang="en-US" altLang="ja-JP" sz="4800" dirty="0"/>
              <a:t>/</a:t>
            </a:r>
            <a:r>
              <a:rPr lang="ja-JP" altLang="en-US" sz="4800" dirty="0"/>
              <a:t>　～できるようになる</a:t>
            </a:r>
            <a:endParaRPr kumimoji="1" lang="ja-JP" altLang="en-US" sz="4800" dirty="0"/>
          </a:p>
        </p:txBody>
      </p:sp>
      <p:sp>
        <p:nvSpPr>
          <p:cNvPr id="3" name="文字方塊 6">
            <a:extLst>
              <a:ext uri="{FF2B5EF4-FFF2-40B4-BE49-F238E27FC236}">
                <a16:creationId xmlns:a16="http://schemas.microsoft.com/office/drawing/2014/main" id="{1E94783A-947F-D16B-3780-3E19AE6D7649}"/>
              </a:ext>
            </a:extLst>
          </p:cNvPr>
          <p:cNvSpPr txBox="1"/>
          <p:nvPr/>
        </p:nvSpPr>
        <p:spPr>
          <a:xfrm>
            <a:off x="12646660" y="2017920"/>
            <a:ext cx="5941050" cy="830997"/>
          </a:xfrm>
          <a:prstGeom prst="rect">
            <a:avLst/>
          </a:prstGeom>
          <a:noFill/>
        </p:spPr>
        <p:txBody>
          <a:bodyPr wrap="none" rtlCol="0">
            <a:spAutoFit/>
          </a:bodyPr>
          <a:lstStyle/>
          <a:p>
            <a:r>
              <a:rPr kumimoji="1" lang="ja-JP" altLang="en-US" sz="4800" b="1" dirty="0">
                <a:solidFill>
                  <a:srgbClr val="1C85C9"/>
                </a:solidFill>
              </a:rPr>
              <a:t>うれしくてならなかった</a:t>
            </a:r>
          </a:p>
        </p:txBody>
      </p:sp>
      <p:sp>
        <p:nvSpPr>
          <p:cNvPr id="5" name="文字方塊 6">
            <a:extLst>
              <a:ext uri="{FF2B5EF4-FFF2-40B4-BE49-F238E27FC236}">
                <a16:creationId xmlns:a16="http://schemas.microsoft.com/office/drawing/2014/main" id="{4DDF3D04-153C-6A52-EDFA-8511991FC6D6}"/>
              </a:ext>
            </a:extLst>
          </p:cNvPr>
          <p:cNvSpPr txBox="1"/>
          <p:nvPr/>
        </p:nvSpPr>
        <p:spPr>
          <a:xfrm>
            <a:off x="17312631" y="3450239"/>
            <a:ext cx="3680816" cy="830997"/>
          </a:xfrm>
          <a:prstGeom prst="rect">
            <a:avLst/>
          </a:prstGeom>
          <a:noFill/>
        </p:spPr>
        <p:txBody>
          <a:bodyPr wrap="none" rtlCol="0">
            <a:spAutoFit/>
          </a:bodyPr>
          <a:lstStyle/>
          <a:p>
            <a:r>
              <a:rPr kumimoji="1" lang="ja-JP" altLang="en-US" sz="4800" b="1" dirty="0">
                <a:solidFill>
                  <a:srgbClr val="1C85C9"/>
                </a:solidFill>
              </a:rPr>
              <a:t>着せたがった</a:t>
            </a:r>
          </a:p>
        </p:txBody>
      </p:sp>
      <p:sp>
        <p:nvSpPr>
          <p:cNvPr id="6" name="文字方塊 6">
            <a:extLst>
              <a:ext uri="{FF2B5EF4-FFF2-40B4-BE49-F238E27FC236}">
                <a16:creationId xmlns:a16="http://schemas.microsoft.com/office/drawing/2014/main" id="{4FD56F35-4BF1-EE47-A290-05A2A8E574EE}"/>
              </a:ext>
            </a:extLst>
          </p:cNvPr>
          <p:cNvSpPr txBox="1"/>
          <p:nvPr/>
        </p:nvSpPr>
        <p:spPr>
          <a:xfrm>
            <a:off x="10741660" y="4882558"/>
            <a:ext cx="5535490" cy="830997"/>
          </a:xfrm>
          <a:prstGeom prst="rect">
            <a:avLst/>
          </a:prstGeom>
          <a:noFill/>
        </p:spPr>
        <p:txBody>
          <a:bodyPr wrap="none" rtlCol="0">
            <a:spAutoFit/>
          </a:bodyPr>
          <a:lstStyle/>
          <a:p>
            <a:r>
              <a:rPr kumimoji="1" lang="ja-JP" altLang="en-US" sz="4800" b="1" dirty="0">
                <a:solidFill>
                  <a:srgbClr val="1C85C9"/>
                </a:solidFill>
              </a:rPr>
              <a:t>泳げるようになった　</a:t>
            </a:r>
          </a:p>
        </p:txBody>
      </p:sp>
      <p:sp>
        <p:nvSpPr>
          <p:cNvPr id="7" name="文字方塊 6">
            <a:extLst>
              <a:ext uri="{FF2B5EF4-FFF2-40B4-BE49-F238E27FC236}">
                <a16:creationId xmlns:a16="http://schemas.microsoft.com/office/drawing/2014/main" id="{713DE200-6ACD-0E41-278E-E0FE9CE623BA}"/>
              </a:ext>
            </a:extLst>
          </p:cNvPr>
          <p:cNvSpPr txBox="1"/>
          <p:nvPr/>
        </p:nvSpPr>
        <p:spPr>
          <a:xfrm>
            <a:off x="7026910" y="6442501"/>
            <a:ext cx="2209259" cy="830997"/>
          </a:xfrm>
          <a:prstGeom prst="rect">
            <a:avLst/>
          </a:prstGeom>
          <a:noFill/>
        </p:spPr>
        <p:txBody>
          <a:bodyPr wrap="none" rtlCol="0">
            <a:spAutoFit/>
          </a:bodyPr>
          <a:lstStyle/>
          <a:p>
            <a:r>
              <a:rPr kumimoji="1" lang="ja-JP" altLang="en-US" sz="4800" b="1" dirty="0">
                <a:solidFill>
                  <a:srgbClr val="1C85C9"/>
                </a:solidFill>
              </a:rPr>
              <a:t>　実に　</a:t>
            </a:r>
          </a:p>
        </p:txBody>
      </p:sp>
      <p:sp>
        <p:nvSpPr>
          <p:cNvPr id="8" name="文字方塊 6">
            <a:extLst>
              <a:ext uri="{FF2B5EF4-FFF2-40B4-BE49-F238E27FC236}">
                <a16:creationId xmlns:a16="http://schemas.microsoft.com/office/drawing/2014/main" id="{9424BEA9-6D59-5157-581C-050832BF64E8}"/>
              </a:ext>
            </a:extLst>
          </p:cNvPr>
          <p:cNvSpPr txBox="1"/>
          <p:nvPr/>
        </p:nvSpPr>
        <p:spPr>
          <a:xfrm>
            <a:off x="12436506" y="7747196"/>
            <a:ext cx="3180679" cy="830997"/>
          </a:xfrm>
          <a:prstGeom prst="rect">
            <a:avLst/>
          </a:prstGeom>
          <a:noFill/>
        </p:spPr>
        <p:txBody>
          <a:bodyPr wrap="none" rtlCol="0">
            <a:spAutoFit/>
          </a:bodyPr>
          <a:lstStyle/>
          <a:p>
            <a:r>
              <a:rPr kumimoji="1" lang="ja-JP" altLang="en-US" sz="4800" b="1" dirty="0">
                <a:solidFill>
                  <a:srgbClr val="1C85C9"/>
                </a:solidFill>
              </a:rPr>
              <a:t>に合わせて</a:t>
            </a:r>
          </a:p>
        </p:txBody>
      </p:sp>
    </p:spTree>
    <p:extLst>
      <p:ext uri="{BB962C8B-B14F-4D97-AF65-F5344CB8AC3E}">
        <p14:creationId xmlns:p14="http://schemas.microsoft.com/office/powerpoint/2010/main" val="12443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12BE-4E9A-872B-558B-A7DBEEC49246}"/>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159DA3FC-D6F6-70BB-A750-90CD88EFC966}"/>
              </a:ext>
            </a:extLst>
          </p:cNvPr>
          <p:cNvSpPr txBox="1"/>
          <p:nvPr/>
        </p:nvSpPr>
        <p:spPr>
          <a:xfrm>
            <a:off x="1183163" y="2225601"/>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このようなニュースが出るということは、彼が</a:t>
            </a:r>
            <a:r>
              <a:rPr lang="ja-JP" altLang="en-US" sz="4800" u="sng" dirty="0"/>
              <a:t>　　　　　　　　　　　　　　　　　　　</a:t>
            </a:r>
            <a:r>
              <a:rPr lang="ja-JP" altLang="en-US" sz="4800" dirty="0"/>
              <a:t>だろう。「ということだ」</a:t>
            </a:r>
            <a:endParaRPr lang="en-US" altLang="ja-JP" sz="4800" dirty="0"/>
          </a:p>
          <a:p>
            <a:pPr marL="914400" indent="-914400">
              <a:lnSpc>
                <a:spcPct val="200000"/>
              </a:lnSpc>
              <a:buFont typeface="+mj-lt"/>
              <a:buAutoNum type="arabicPeriod" startAt="6"/>
            </a:pPr>
            <a:r>
              <a:rPr lang="ja-JP" altLang="en-US" sz="4800" dirty="0"/>
              <a:t>今日の空は</a:t>
            </a:r>
            <a:r>
              <a:rPr lang="ja-JP" altLang="en-US" sz="4800" u="sng" dirty="0"/>
              <a:t>　　　　　　　　　　　　　　　　　　　</a:t>
            </a:r>
            <a:r>
              <a:rPr lang="ja-JP" altLang="en-US" sz="4800" dirty="0"/>
              <a:t>そうな感じですね。「なんだか」</a:t>
            </a:r>
          </a:p>
          <a:p>
            <a:pPr marL="914400" indent="-914400">
              <a:lnSpc>
                <a:spcPct val="200000"/>
              </a:lnSpc>
              <a:buFont typeface="+mj-lt"/>
              <a:buAutoNum type="arabicPeriod" startAt="6"/>
            </a:pPr>
            <a:r>
              <a:rPr lang="ja-JP" altLang="en-US" sz="4800" dirty="0"/>
              <a:t>この映画は、</a:t>
            </a:r>
            <a:r>
              <a:rPr lang="ja-JP" altLang="en-US" sz="4800" u="sng" dirty="0"/>
              <a:t>　　　　　　　　　　　　　　　　　　　</a:t>
            </a:r>
            <a:r>
              <a:rPr lang="ja-JP" altLang="en-US" sz="4800" dirty="0"/>
              <a:t>感動的な物語です。「にまつわる」</a:t>
            </a:r>
          </a:p>
          <a:p>
            <a:pPr marL="914400" indent="-914400">
              <a:lnSpc>
                <a:spcPct val="200000"/>
              </a:lnSpc>
              <a:buFont typeface="+mj-lt"/>
              <a:buAutoNum type="arabicPeriod" startAt="6"/>
            </a:pPr>
            <a:r>
              <a:rPr lang="ja-JP" altLang="en-US" sz="4800" dirty="0"/>
              <a:t>突然彼が</a:t>
            </a:r>
            <a:r>
              <a:rPr lang="ja-JP" altLang="en-US" sz="4800" u="sng" dirty="0"/>
              <a:t>　　　　　　　　　　　　　　　　　　　</a:t>
            </a:r>
            <a:r>
              <a:rPr lang="ja-JP" altLang="en-US" sz="4800" dirty="0"/>
              <a:t>ので、みんな驚いた。「～出す」</a:t>
            </a:r>
          </a:p>
          <a:p>
            <a:pPr marL="914400" indent="-914400">
              <a:lnSpc>
                <a:spcPct val="200000"/>
              </a:lnSpc>
              <a:buFont typeface="+mj-lt"/>
              <a:buAutoNum type="arabicPeriod" startAt="6"/>
            </a:pPr>
            <a:r>
              <a:rPr lang="ja-JP" altLang="en-US" sz="4800" u="sng" dirty="0"/>
              <a:t>　　　　　　　　　　　　　　　</a:t>
            </a:r>
            <a:r>
              <a:rPr lang="ja-JP" altLang="en-US" sz="4800" dirty="0"/>
              <a:t>文化の鏡であり、人々の価値観を映すものである。「とは」</a:t>
            </a:r>
          </a:p>
        </p:txBody>
      </p:sp>
      <p:sp>
        <p:nvSpPr>
          <p:cNvPr id="2" name="標題 1">
            <a:extLst>
              <a:ext uri="{FF2B5EF4-FFF2-40B4-BE49-F238E27FC236}">
                <a16:creationId xmlns:a16="http://schemas.microsoft.com/office/drawing/2014/main" id="{C0837F9F-BA9E-19FB-8155-7F1E6DA3B157}"/>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907735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385E-2C3D-FBF6-F995-F6AC3FD9F76B}"/>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6B098909-978B-F0B3-0F08-6EEB5BDDD274}"/>
              </a:ext>
            </a:extLst>
          </p:cNvPr>
          <p:cNvSpPr txBox="1"/>
          <p:nvPr/>
        </p:nvSpPr>
        <p:spPr>
          <a:xfrm>
            <a:off x="1183163" y="2225601"/>
            <a:ext cx="22301713"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このようなニュースが出るということは、彼が</a:t>
            </a:r>
            <a:r>
              <a:rPr lang="ja-JP" altLang="en-US" sz="4800" u="sng" dirty="0"/>
              <a:t>　　　　　　　　　　　　　　　　　　　</a:t>
            </a:r>
            <a:r>
              <a:rPr lang="ja-JP" altLang="en-US" sz="4800" dirty="0"/>
              <a:t>だろう。「ということだ」</a:t>
            </a:r>
            <a:endParaRPr lang="en-US" altLang="ja-JP" sz="4800" dirty="0"/>
          </a:p>
          <a:p>
            <a:pPr marL="914400" indent="-914400">
              <a:lnSpc>
                <a:spcPct val="200000"/>
              </a:lnSpc>
              <a:buFont typeface="+mj-lt"/>
              <a:buAutoNum type="arabicPeriod" startAt="6"/>
            </a:pPr>
            <a:r>
              <a:rPr lang="ja-JP" altLang="en-US" sz="4800" dirty="0"/>
              <a:t>今日の空は</a:t>
            </a:r>
            <a:r>
              <a:rPr lang="ja-JP" altLang="en-US" sz="4800" u="sng" dirty="0"/>
              <a:t>　　　　　　　　　　　　　　　　　　　</a:t>
            </a:r>
            <a:r>
              <a:rPr lang="ja-JP" altLang="en-US" sz="4800" dirty="0"/>
              <a:t>そうな感じですね。「なんだか」</a:t>
            </a:r>
          </a:p>
          <a:p>
            <a:pPr marL="914400" indent="-914400">
              <a:lnSpc>
                <a:spcPct val="200000"/>
              </a:lnSpc>
              <a:buFont typeface="+mj-lt"/>
              <a:buAutoNum type="arabicPeriod" startAt="6"/>
            </a:pPr>
            <a:r>
              <a:rPr lang="ja-JP" altLang="en-US" sz="4800" dirty="0"/>
              <a:t>この映画は、</a:t>
            </a:r>
            <a:r>
              <a:rPr lang="ja-JP" altLang="en-US" sz="4800" u="sng" dirty="0"/>
              <a:t>　　　　　　　　　　　　　　　　　　　</a:t>
            </a:r>
            <a:r>
              <a:rPr lang="ja-JP" altLang="en-US" sz="4800" dirty="0"/>
              <a:t>感動的な物語です。「にまつわる」</a:t>
            </a:r>
          </a:p>
          <a:p>
            <a:pPr marL="914400" indent="-914400">
              <a:lnSpc>
                <a:spcPct val="200000"/>
              </a:lnSpc>
              <a:buFont typeface="+mj-lt"/>
              <a:buAutoNum type="arabicPeriod" startAt="6"/>
            </a:pPr>
            <a:r>
              <a:rPr lang="ja-JP" altLang="en-US" sz="4800" dirty="0"/>
              <a:t>突然彼が</a:t>
            </a:r>
            <a:r>
              <a:rPr lang="ja-JP" altLang="en-US" sz="4800" u="sng" dirty="0"/>
              <a:t>　　　　　　　　　　　　　　　　　　　</a:t>
            </a:r>
            <a:r>
              <a:rPr lang="ja-JP" altLang="en-US" sz="4800" dirty="0"/>
              <a:t>ので、みんな驚いた。「～出す」</a:t>
            </a:r>
          </a:p>
          <a:p>
            <a:pPr marL="914400" indent="-914400">
              <a:lnSpc>
                <a:spcPct val="200000"/>
              </a:lnSpc>
              <a:buFont typeface="+mj-lt"/>
              <a:buAutoNum type="arabicPeriod" startAt="6"/>
            </a:pPr>
            <a:r>
              <a:rPr lang="ja-JP" altLang="en-US" sz="4800" u="sng" dirty="0"/>
              <a:t>　　　　　　　　　　　　　　　</a:t>
            </a:r>
            <a:r>
              <a:rPr lang="ja-JP" altLang="en-US" sz="4800" dirty="0"/>
              <a:t>文化の鏡であり、人々の価値観を映すものである。「とは」</a:t>
            </a:r>
          </a:p>
        </p:txBody>
      </p:sp>
      <p:sp>
        <p:nvSpPr>
          <p:cNvPr id="2" name="標題 1">
            <a:extLst>
              <a:ext uri="{FF2B5EF4-FFF2-40B4-BE49-F238E27FC236}">
                <a16:creationId xmlns:a16="http://schemas.microsoft.com/office/drawing/2014/main" id="{4419F071-58E6-8E61-ECF2-EAD30514725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6">
            <a:extLst>
              <a:ext uri="{FF2B5EF4-FFF2-40B4-BE49-F238E27FC236}">
                <a16:creationId xmlns:a16="http://schemas.microsoft.com/office/drawing/2014/main" id="{5AE4896C-0E03-A223-979A-EB136A356B4B}"/>
              </a:ext>
            </a:extLst>
          </p:cNvPr>
          <p:cNvSpPr txBox="1"/>
          <p:nvPr/>
        </p:nvSpPr>
        <p:spPr>
          <a:xfrm>
            <a:off x="14170660" y="2539408"/>
            <a:ext cx="5016117" cy="830997"/>
          </a:xfrm>
          <a:prstGeom prst="rect">
            <a:avLst/>
          </a:prstGeom>
          <a:noFill/>
        </p:spPr>
        <p:txBody>
          <a:bodyPr wrap="none" rtlCol="0">
            <a:spAutoFit/>
          </a:bodyPr>
          <a:lstStyle/>
          <a:p>
            <a:r>
              <a:rPr kumimoji="1" lang="ja-JP" altLang="en-US" sz="4800" b="1" dirty="0">
                <a:solidFill>
                  <a:srgbClr val="1C85C9"/>
                </a:solidFill>
              </a:rPr>
              <a:t>辞職するということ</a:t>
            </a:r>
          </a:p>
        </p:txBody>
      </p:sp>
      <p:sp>
        <p:nvSpPr>
          <p:cNvPr id="4" name="文字方塊 6">
            <a:extLst>
              <a:ext uri="{FF2B5EF4-FFF2-40B4-BE49-F238E27FC236}">
                <a16:creationId xmlns:a16="http://schemas.microsoft.com/office/drawing/2014/main" id="{2A32B8FD-B761-BC9C-E2B7-F859775FA1CF}"/>
              </a:ext>
            </a:extLst>
          </p:cNvPr>
          <p:cNvSpPr txBox="1"/>
          <p:nvPr/>
        </p:nvSpPr>
        <p:spPr>
          <a:xfrm>
            <a:off x="6346204" y="5454058"/>
            <a:ext cx="4852610" cy="830997"/>
          </a:xfrm>
          <a:prstGeom prst="rect">
            <a:avLst/>
          </a:prstGeom>
          <a:noFill/>
        </p:spPr>
        <p:txBody>
          <a:bodyPr wrap="none" rtlCol="0">
            <a:spAutoFit/>
          </a:bodyPr>
          <a:lstStyle/>
          <a:p>
            <a:r>
              <a:rPr kumimoji="1" lang="ja-JP" altLang="en-US" sz="4800" b="1" dirty="0">
                <a:solidFill>
                  <a:srgbClr val="1C85C9"/>
                </a:solidFill>
              </a:rPr>
              <a:t>なんだか雪が降り</a:t>
            </a:r>
          </a:p>
        </p:txBody>
      </p:sp>
      <p:sp>
        <p:nvSpPr>
          <p:cNvPr id="5" name="文字方塊 6">
            <a:extLst>
              <a:ext uri="{FF2B5EF4-FFF2-40B4-BE49-F238E27FC236}">
                <a16:creationId xmlns:a16="http://schemas.microsoft.com/office/drawing/2014/main" id="{0A1DAC71-CF59-0A76-83D3-C4C931B9AE23}"/>
              </a:ext>
            </a:extLst>
          </p:cNvPr>
          <p:cNvSpPr txBox="1"/>
          <p:nvPr/>
        </p:nvSpPr>
        <p:spPr>
          <a:xfrm>
            <a:off x="5676900" y="6877683"/>
            <a:ext cx="8629650" cy="830997"/>
          </a:xfrm>
          <a:prstGeom prst="rect">
            <a:avLst/>
          </a:prstGeom>
          <a:noFill/>
        </p:spPr>
        <p:txBody>
          <a:bodyPr wrap="square" rtlCol="0">
            <a:spAutoFit/>
          </a:bodyPr>
          <a:lstStyle/>
          <a:p>
            <a:r>
              <a:rPr kumimoji="1" lang="ja-JP" altLang="en-US" sz="4800" b="1" dirty="0">
                <a:solidFill>
                  <a:srgbClr val="1C85C9"/>
                </a:solidFill>
              </a:rPr>
              <a:t>ある家族の歴史にまつわる</a:t>
            </a:r>
          </a:p>
        </p:txBody>
      </p:sp>
      <p:sp>
        <p:nvSpPr>
          <p:cNvPr id="6" name="文字方塊 6">
            <a:extLst>
              <a:ext uri="{FF2B5EF4-FFF2-40B4-BE49-F238E27FC236}">
                <a16:creationId xmlns:a16="http://schemas.microsoft.com/office/drawing/2014/main" id="{8A416FF9-3E33-4F71-55AA-FCC4B3826073}"/>
              </a:ext>
            </a:extLst>
          </p:cNvPr>
          <p:cNvSpPr txBox="1"/>
          <p:nvPr/>
        </p:nvSpPr>
        <p:spPr>
          <a:xfrm>
            <a:off x="6216517" y="8460220"/>
            <a:ext cx="3547766" cy="830997"/>
          </a:xfrm>
          <a:prstGeom prst="rect">
            <a:avLst/>
          </a:prstGeom>
          <a:noFill/>
        </p:spPr>
        <p:txBody>
          <a:bodyPr wrap="none" rtlCol="0">
            <a:spAutoFit/>
          </a:bodyPr>
          <a:lstStyle/>
          <a:p>
            <a:r>
              <a:rPr kumimoji="1" lang="ja-JP" altLang="en-US" sz="4800" b="1" dirty="0">
                <a:solidFill>
                  <a:srgbClr val="1C85C9"/>
                </a:solidFill>
              </a:rPr>
              <a:t>怒鳴り出した</a:t>
            </a:r>
          </a:p>
        </p:txBody>
      </p:sp>
      <p:sp>
        <p:nvSpPr>
          <p:cNvPr id="7" name="文字方塊 6">
            <a:extLst>
              <a:ext uri="{FF2B5EF4-FFF2-40B4-BE49-F238E27FC236}">
                <a16:creationId xmlns:a16="http://schemas.microsoft.com/office/drawing/2014/main" id="{70C4CF49-10E0-D96B-2E35-628E3A83C52D}"/>
              </a:ext>
            </a:extLst>
          </p:cNvPr>
          <p:cNvSpPr txBox="1"/>
          <p:nvPr/>
        </p:nvSpPr>
        <p:spPr>
          <a:xfrm>
            <a:off x="3161468" y="9944251"/>
            <a:ext cx="2515432" cy="830997"/>
          </a:xfrm>
          <a:prstGeom prst="rect">
            <a:avLst/>
          </a:prstGeom>
          <a:noFill/>
        </p:spPr>
        <p:txBody>
          <a:bodyPr wrap="none" rtlCol="0">
            <a:spAutoFit/>
          </a:bodyPr>
          <a:lstStyle/>
          <a:p>
            <a:r>
              <a:rPr kumimoji="1" lang="ja-JP" altLang="en-US" sz="4800" b="1" dirty="0">
                <a:solidFill>
                  <a:srgbClr val="1C85C9"/>
                </a:solidFill>
              </a:rPr>
              <a:t>言葉とは</a:t>
            </a:r>
          </a:p>
        </p:txBody>
      </p:sp>
    </p:spTree>
    <p:extLst>
      <p:ext uri="{BB962C8B-B14F-4D97-AF65-F5344CB8AC3E}">
        <p14:creationId xmlns:p14="http://schemas.microsoft.com/office/powerpoint/2010/main" val="2766024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コウさん（筆者）は王さんについて、どのように感じていますか。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コウさん（筆者）は王さんについて、どのように感じていますか。</a:t>
            </a:r>
          </a:p>
          <a:p>
            <a:pPr lvl="1" algn="just">
              <a:lnSpc>
                <a:spcPct val="150000"/>
              </a:lnSpc>
            </a:pPr>
            <a:r>
              <a:rPr lang="ja-JP" altLang="en-US" sz="4800" dirty="0">
                <a:solidFill>
                  <a:srgbClr val="1C85C9"/>
                </a:solidFill>
              </a:rPr>
              <a:t>正解：最初は少し嫉妬したが、今は見習いたいと思っている。</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「私は彼女に嫉妬してしまった」「私も、王さんを見習おう」と記述があるため、</a:t>
            </a:r>
            <a:r>
              <a:rPr lang="en-US" altLang="ja-JP" sz="4800" dirty="0"/>
              <a:t>B</a:t>
            </a:r>
            <a:r>
              <a:rPr lang="ja-JP" altLang="en-US" sz="4800" dirty="0"/>
              <a:t>が正しい。</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王さんはどうして日本人のような接し方ができるようになったのですか。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王さんはどうして日本人のような接し方ができるようになったのですか。</a:t>
            </a:r>
          </a:p>
          <a:p>
            <a:pPr lvl="1" algn="just">
              <a:lnSpc>
                <a:spcPct val="150000"/>
              </a:lnSpc>
            </a:pPr>
            <a:r>
              <a:rPr lang="ja-JP" altLang="en-US" sz="4800" dirty="0">
                <a:solidFill>
                  <a:srgbClr val="1C85C9"/>
                </a:solidFill>
              </a:rPr>
              <a:t>正解：大学時代、日本人の友達とずっといっしょにいたから。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「大学時代、日本人の友達とずっといっしょにいたからこんなことができるようになったと前に言っていた」とある。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9325630"/>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en-US" altLang="ja-JP" sz="4800" dirty="0"/>
              <a:t>1</a:t>
            </a:r>
            <a:r>
              <a:rPr lang="ja-JP" altLang="en-US" sz="4800" dirty="0"/>
              <a:t>）あなたは最近旅行に行きましたか。どこでしたか</a:t>
            </a:r>
          </a:p>
          <a:p>
            <a:pPr algn="just">
              <a:lnSpc>
                <a:spcPct val="150000"/>
              </a:lnSpc>
              <a:buNone/>
            </a:pPr>
            <a:endParaRPr lang="ja-JP" altLang="en-US" sz="4800" dirty="0"/>
          </a:p>
          <a:p>
            <a:pPr algn="just">
              <a:lnSpc>
                <a:spcPct val="150000"/>
              </a:lnSpc>
              <a:buNone/>
            </a:pPr>
            <a:endParaRPr lang="ja-JP" altLang="en-US" sz="4800" dirty="0"/>
          </a:p>
          <a:p>
            <a:pPr algn="just">
              <a:lnSpc>
                <a:spcPct val="150000"/>
              </a:lnSpc>
              <a:buNone/>
            </a:pPr>
            <a:r>
              <a:rPr lang="en-US" altLang="ja-JP" sz="4800" dirty="0"/>
              <a:t>2</a:t>
            </a:r>
            <a:r>
              <a:rPr lang="ja-JP" altLang="en-US" sz="4800" dirty="0"/>
              <a:t>）今まで旅行した中で、一番印象に残ってる場所はどこですか。それはなぜですか。</a:t>
            </a:r>
          </a:p>
          <a:p>
            <a:pPr algn="just">
              <a:lnSpc>
                <a:spcPct val="150000"/>
              </a:lnSpc>
              <a:buNone/>
            </a:pPr>
            <a:endParaRPr lang="ja-JP" altLang="en-US" sz="4800" dirty="0"/>
          </a:p>
          <a:p>
            <a:pPr algn="just">
              <a:lnSpc>
                <a:spcPct val="150000"/>
              </a:lnSpc>
              <a:buNone/>
            </a:pPr>
            <a:endParaRPr lang="ja-JP" altLang="en-US" sz="4800" dirty="0"/>
          </a:p>
          <a:p>
            <a:pPr algn="just">
              <a:lnSpc>
                <a:spcPct val="150000"/>
              </a:lnSpc>
              <a:buNone/>
            </a:pPr>
            <a:r>
              <a:rPr lang="en-US" altLang="ja-JP" sz="4800" dirty="0"/>
              <a:t>3</a:t>
            </a:r>
            <a:r>
              <a:rPr lang="ja-JP" altLang="en-US" sz="4800" dirty="0"/>
              <a:t>）あなたは電車に乗っているとき、いつも何をしていますか。</a:t>
            </a:r>
          </a:p>
          <a:p>
            <a:pPr algn="just"/>
            <a:endParaRPr lang="en-US" altLang="ja-JP" sz="4800" b="1" dirty="0"/>
          </a:p>
        </p:txBody>
      </p:sp>
      <p:sp>
        <p:nvSpPr>
          <p:cNvPr id="3" name="文字方塊 6">
            <a:extLst>
              <a:ext uri="{FF2B5EF4-FFF2-40B4-BE49-F238E27FC236}">
                <a16:creationId xmlns:a16="http://schemas.microsoft.com/office/drawing/2014/main" id="{C25232AE-6BD1-C9A6-93FB-A3462F99F84C}"/>
              </a:ext>
            </a:extLst>
          </p:cNvPr>
          <p:cNvSpPr txBox="1"/>
          <p:nvPr/>
        </p:nvSpPr>
        <p:spPr>
          <a:xfrm>
            <a:off x="1635760" y="4730158"/>
            <a:ext cx="12120626" cy="830997"/>
          </a:xfrm>
          <a:prstGeom prst="rect">
            <a:avLst/>
          </a:prstGeom>
          <a:noFill/>
        </p:spPr>
        <p:txBody>
          <a:bodyPr wrap="none" rtlCol="0">
            <a:spAutoFit/>
          </a:bodyPr>
          <a:lstStyle/>
          <a:p>
            <a:r>
              <a:rPr kumimoji="1" lang="ja-JP" altLang="en-US" sz="4800" b="1" dirty="0">
                <a:solidFill>
                  <a:srgbClr val="1C85C9"/>
                </a:solidFill>
              </a:rPr>
              <a:t>はい、いつも人を助けるクラスメートがいます。</a:t>
            </a:r>
          </a:p>
        </p:txBody>
      </p:sp>
      <p:sp>
        <p:nvSpPr>
          <p:cNvPr id="4" name="文字方塊 6">
            <a:extLst>
              <a:ext uri="{FF2B5EF4-FFF2-40B4-BE49-F238E27FC236}">
                <a16:creationId xmlns:a16="http://schemas.microsoft.com/office/drawing/2014/main" id="{E40CE9AA-2411-3B42-A39A-8F6356D66F72}"/>
              </a:ext>
            </a:extLst>
          </p:cNvPr>
          <p:cNvSpPr txBox="1"/>
          <p:nvPr/>
        </p:nvSpPr>
        <p:spPr>
          <a:xfrm>
            <a:off x="1635760" y="7955672"/>
            <a:ext cx="16844676" cy="830997"/>
          </a:xfrm>
          <a:prstGeom prst="rect">
            <a:avLst/>
          </a:prstGeom>
          <a:noFill/>
        </p:spPr>
        <p:txBody>
          <a:bodyPr wrap="none" rtlCol="0">
            <a:spAutoFit/>
          </a:bodyPr>
          <a:lstStyle/>
          <a:p>
            <a:r>
              <a:rPr kumimoji="1" lang="ja-JP" altLang="en-US" sz="4800" b="1" dirty="0">
                <a:solidFill>
                  <a:srgbClr val="1C85C9"/>
                </a:solidFill>
              </a:rPr>
              <a:t>はい、友達が賞を取ったとき、うらやましくて少し悔しかったです。</a:t>
            </a:r>
          </a:p>
        </p:txBody>
      </p:sp>
      <p:sp>
        <p:nvSpPr>
          <p:cNvPr id="5" name="文字方塊 6">
            <a:extLst>
              <a:ext uri="{FF2B5EF4-FFF2-40B4-BE49-F238E27FC236}">
                <a16:creationId xmlns:a16="http://schemas.microsoft.com/office/drawing/2014/main" id="{7FAE8DA6-B32F-01C2-A982-DB0DED5B34B6}"/>
              </a:ext>
            </a:extLst>
          </p:cNvPr>
          <p:cNvSpPr txBox="1"/>
          <p:nvPr/>
        </p:nvSpPr>
        <p:spPr>
          <a:xfrm>
            <a:off x="1635760" y="11065441"/>
            <a:ext cx="17449007" cy="830997"/>
          </a:xfrm>
          <a:prstGeom prst="rect">
            <a:avLst/>
          </a:prstGeom>
          <a:noFill/>
        </p:spPr>
        <p:txBody>
          <a:bodyPr wrap="none" rtlCol="0">
            <a:spAutoFit/>
          </a:bodyPr>
          <a:lstStyle/>
          <a:p>
            <a:r>
              <a:rPr kumimoji="1" lang="ja-JP" altLang="en-US" sz="4800" b="1" dirty="0">
                <a:solidFill>
                  <a:srgbClr val="1C85C9"/>
                </a:solidFill>
              </a:rPr>
              <a:t>はい、毎日日本語を勉強しているから自分は努力家だと思います。</a:t>
            </a:r>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奶奶的身體狀況讓我非常擔心。（～てならない）</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我的孩子很想要一台新的腳踏車。（～がる）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2"/>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那位員工的成功與他平時的態度有關。（～にまつわる～）</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startAt="3"/>
            </a:pPr>
            <a:endParaRPr lang="ja-JP" altLang="en-US"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4.	</a:t>
            </a:r>
            <a:r>
              <a:rPr lang="ja-JP" altLang="en-US" sz="4800" b="1" dirty="0">
                <a:latin typeface="Microsoft JhengHei Light" panose="020B0304030504040204" pitchFamily="34" charset="-120"/>
                <a:ea typeface="Microsoft JhengHei Light" panose="020B0304030504040204" pitchFamily="34" charset="-120"/>
              </a:rPr>
              <a:t>幸福就是有可以一起笑的朋友。（～とは～だ）</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奶奶的身體狀況讓我非常擔心。（～てならない）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おばあさんの体調が心配でならない</a:t>
            </a:r>
            <a:r>
              <a:rPr lang="ja-JP" altLang="en-US" sz="4800" b="1" dirty="0">
                <a:latin typeface="Microsoft JhengHei Light" panose="020B0304030504040204" pitchFamily="34" charset="-120"/>
                <a:ea typeface="Microsoft JhengHei Light" panose="020B0304030504040204" pitchFamily="34" charset="-120"/>
              </a:rPr>
              <a:t>。</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我的孩子很想要一台新的腳踏車。（～がる）</a:t>
            </a:r>
            <a:endParaRPr lang="en-US" altLang="ja-JP" sz="4800" b="1" dirty="0">
              <a:latin typeface="Microsoft JhengHei Light" panose="020B0304030504040204" pitchFamily="34" charset="-120"/>
              <a:ea typeface="Microsoft JhengHei Light" panose="020B0304030504040204" pitchFamily="34" charset="-120"/>
            </a:endParaRPr>
          </a:p>
          <a:p>
            <a:pPr lvl="1">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うちの子は新しい自転車をほしがっている。</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那位員工的成功與他平時的態度有關。（～にまつわる～）</a:t>
            </a:r>
            <a:endParaRPr lang="en-US" altLang="ja-JP" sz="4800" b="1" dirty="0">
              <a:latin typeface="Microsoft JhengHei Light" panose="020B0304030504040204" pitchFamily="34" charset="-120"/>
              <a:ea typeface="Microsoft JhengHei Light" panose="020B0304030504040204" pitchFamily="34" charset="-120"/>
            </a:endParaRPr>
          </a:p>
          <a:p>
            <a:pPr lvl="1">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あの社員の成功は、彼の普段の態度にまつわるものです。</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幸福就是有可以一起笑的朋友。（～とは～だ）</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幸せとは、いっしょに笑い合える友達がいることだ。</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735</TotalTime>
  <Words>1298</Words>
  <Application>Microsoft Office PowerPoint</Application>
  <PresentationFormat>ユーザー設定</PresentationFormat>
  <Paragraphs>96</Paragraphs>
  <Slides>13</Slides>
  <Notes>12</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13</vt:i4>
      </vt:variant>
    </vt:vector>
  </HeadingPairs>
  <TitlesOfParts>
    <vt:vector size="27" baseType="lpstr">
      <vt:lpstr>Gen Jyuu GothicL Bold</vt:lpstr>
      <vt:lpstr>SimSun</vt:lpstr>
      <vt:lpstr>Wingdings 2</vt:lpstr>
      <vt:lpstr>Calibri</vt:lpstr>
      <vt:lpstr>Gen Jyuu Gothic Bold</vt:lpstr>
      <vt:lpstr>HGPSoeiKakugothicUB</vt:lpstr>
      <vt:lpstr>Microsoft JhengHei</vt:lpstr>
      <vt:lpstr>Microsoft JhengHei Light</vt:lpstr>
      <vt:lpstr>Microsoft Yahei</vt:lpstr>
      <vt:lpstr>BIZ UDPGothic</vt:lpstr>
      <vt:lpstr>Arial</vt:lpstr>
      <vt:lpstr>BIZ UDGothic</vt:lpstr>
      <vt:lpstr>Calibri Light</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2025-08-23T02:58:12Z</dcterms:modified>
</cp:coreProperties>
</file>