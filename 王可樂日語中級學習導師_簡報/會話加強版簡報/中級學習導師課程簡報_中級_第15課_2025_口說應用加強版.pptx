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75" r:id="rId3"/>
    <p:sldId id="378" r:id="rId4"/>
    <p:sldId id="376" r:id="rId5"/>
    <p:sldId id="379" r:id="rId6"/>
    <p:sldId id="358" r:id="rId7"/>
    <p:sldId id="370" r:id="rId8"/>
    <p:sldId id="346" r:id="rId9"/>
    <p:sldId id="347" r:id="rId10"/>
    <p:sldId id="354" r:id="rId11"/>
    <p:sldId id="377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182F4A-41FE-45C5-94B1-64208D4C2616}" v="22" dt="2025-08-24T16:11:43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5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213D5065-CE67-4765-9BDB-C6C7D26EE3E2}"/>
    <pc:docChg chg="undo custSel addSld delSld modSld modMainMaster">
      <pc:chgData name="嘉展 張" userId="56c0cc265fef7f12" providerId="LiveId" clId="{213D5065-CE67-4765-9BDB-C6C7D26EE3E2}" dt="2025-07-13T11:08:57.250" v="210" actId="5793"/>
      <pc:docMkLst>
        <pc:docMk/>
      </pc:docMkLst>
      <pc:sldChg chg="modSp mod">
        <pc:chgData name="嘉展 張" userId="56c0cc265fef7f12" providerId="LiveId" clId="{213D5065-CE67-4765-9BDB-C6C7D26EE3E2}" dt="2025-07-13T10:51:19.674" v="22" actId="20577"/>
        <pc:sldMkLst>
          <pc:docMk/>
          <pc:sldMk cId="1698366788" sldId="274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3752334464" sldId="345"/>
        </pc:sldMkLst>
      </pc:sldChg>
      <pc:sldChg chg="modSp mod">
        <pc:chgData name="嘉展 張" userId="56c0cc265fef7f12" providerId="LiveId" clId="{213D5065-CE67-4765-9BDB-C6C7D26EE3E2}" dt="2025-07-13T11:03:30.555" v="155" actId="207"/>
        <pc:sldMkLst>
          <pc:docMk/>
          <pc:sldMk cId="732333138" sldId="351"/>
        </pc:sldMkLst>
      </pc:sldChg>
      <pc:sldChg chg="modSp mod">
        <pc:chgData name="嘉展 張" userId="56c0cc265fef7f12" providerId="LiveId" clId="{213D5065-CE67-4765-9BDB-C6C7D26EE3E2}" dt="2025-07-13T11:06:17.774" v="180" actId="207"/>
        <pc:sldMkLst>
          <pc:docMk/>
          <pc:sldMk cId="2503062332" sldId="354"/>
        </pc:sldMkLst>
      </pc:sldChg>
      <pc:sldChg chg="modSp mod">
        <pc:chgData name="嘉展 張" userId="56c0cc265fef7f12" providerId="LiveId" clId="{213D5065-CE67-4765-9BDB-C6C7D26EE3E2}" dt="2025-07-13T11:06:01.834" v="179"/>
        <pc:sldMkLst>
          <pc:docMk/>
          <pc:sldMk cId="2169278876" sldId="355"/>
        </pc:sldMkLst>
      </pc:sldChg>
      <pc:sldChg chg="delSp modSp mod">
        <pc:chgData name="嘉展 張" userId="56c0cc265fef7f12" providerId="LiveId" clId="{213D5065-CE67-4765-9BDB-C6C7D26EE3E2}" dt="2025-07-13T11:04:26.703" v="166"/>
        <pc:sldMkLst>
          <pc:docMk/>
          <pc:sldMk cId="4193172206" sldId="358"/>
        </pc:sldMkLst>
      </pc:sldChg>
      <pc:sldChg chg="modSp mod">
        <pc:chgData name="嘉展 張" userId="56c0cc265fef7f12" providerId="LiveId" clId="{213D5065-CE67-4765-9BDB-C6C7D26EE3E2}" dt="2025-07-13T11:00:14.015" v="60" actId="207"/>
        <pc:sldMkLst>
          <pc:docMk/>
          <pc:sldMk cId="3585428774" sldId="359"/>
        </pc:sldMkLst>
      </pc:sldChg>
      <pc:sldChg chg="modSp mod">
        <pc:chgData name="嘉展 張" userId="56c0cc265fef7f12" providerId="LiveId" clId="{213D5065-CE67-4765-9BDB-C6C7D26EE3E2}" dt="2025-07-13T11:00:07.921" v="59"/>
        <pc:sldMkLst>
          <pc:docMk/>
          <pc:sldMk cId="3330119125" sldId="366"/>
        </pc:sldMkLst>
      </pc:sldChg>
      <pc:sldChg chg="del">
        <pc:chgData name="嘉展 張" userId="56c0cc265fef7f12" providerId="LiveId" clId="{213D5065-CE67-4765-9BDB-C6C7D26EE3E2}" dt="2025-07-13T11:03:34.371" v="156" actId="47"/>
        <pc:sldMkLst>
          <pc:docMk/>
          <pc:sldMk cId="1054572155" sldId="368"/>
        </pc:sldMkLst>
      </pc:sldChg>
      <pc:sldChg chg="add">
        <pc:chgData name="嘉展 張" userId="56c0cc265fef7f12" providerId="LiveId" clId="{213D5065-CE67-4765-9BDB-C6C7D26EE3E2}" dt="2025-07-13T11:03:27.459" v="154"/>
        <pc:sldMkLst>
          <pc:docMk/>
          <pc:sldMk cId="3880434486" sldId="369"/>
        </pc:sldMkLst>
      </pc:sldChg>
      <pc:sldChg chg="modSp add mod">
        <pc:chgData name="嘉展 張" userId="56c0cc265fef7f12" providerId="LiveId" clId="{213D5065-CE67-4765-9BDB-C6C7D26EE3E2}" dt="2025-07-13T11:04:43.531" v="169"/>
        <pc:sldMkLst>
          <pc:docMk/>
          <pc:sldMk cId="988387482" sldId="370"/>
        </pc:sldMkLst>
      </pc:sldChg>
      <pc:sldMasterChg chg="modSldLayout">
        <pc:chgData name="嘉展 張" userId="56c0cc265fef7f12" providerId="LiveId" clId="{213D5065-CE67-4765-9BDB-C6C7D26EE3E2}" dt="2025-07-13T10:51:41.973" v="33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213D5065-CE67-4765-9BDB-C6C7D26EE3E2}" dt="2025-07-13T10:51:41.973" v="33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05CCA72-7C77-42E4-A938-C7B1FABB1CDC}"/>
    <pc:docChg chg="undo custSel addSld delSld modSld modMainMaster">
      <pc:chgData name="嘉展 張" userId="56c0cc265fef7f12" providerId="LiveId" clId="{B05CCA72-7C77-42E4-A938-C7B1FABB1CDC}" dt="2025-07-14T15:28:19.700" v="305"/>
      <pc:docMkLst>
        <pc:docMk/>
      </pc:docMkLst>
      <pc:sldChg chg="modSp mod">
        <pc:chgData name="嘉展 張" userId="56c0cc265fef7f12" providerId="LiveId" clId="{B05CCA72-7C77-42E4-A938-C7B1FABB1CDC}" dt="2025-07-14T15:07:48.664" v="67"/>
        <pc:sldMkLst>
          <pc:docMk/>
          <pc:sldMk cId="1698366788" sldId="274"/>
        </pc:sldMkLst>
      </pc:sldChg>
      <pc:sldChg chg="modSp mod">
        <pc:chgData name="嘉展 張" userId="56c0cc265fef7f12" providerId="LiveId" clId="{B05CCA72-7C77-42E4-A938-C7B1FABB1CDC}" dt="2025-07-14T15:28:19.700" v="305"/>
        <pc:sldMkLst>
          <pc:docMk/>
          <pc:sldMk cId="3383698067" sldId="342"/>
        </pc:sldMkLst>
      </pc:sldChg>
      <pc:sldChg chg="modSp mod">
        <pc:chgData name="嘉展 張" userId="56c0cc265fef7f12" providerId="LiveId" clId="{B05CCA72-7C77-42E4-A938-C7B1FABB1CDC}" dt="2025-07-14T15:18:11.545" v="225" actId="207"/>
        <pc:sldMkLst>
          <pc:docMk/>
          <pc:sldMk cId="732333138" sldId="351"/>
        </pc:sldMkLst>
      </pc:sldChg>
      <pc:sldChg chg="modSp mod">
        <pc:chgData name="嘉展 張" userId="56c0cc265fef7f12" providerId="LiveId" clId="{B05CCA72-7C77-42E4-A938-C7B1FABB1CDC}" dt="2025-07-14T15:20:42.211" v="247" actId="15"/>
        <pc:sldMkLst>
          <pc:docMk/>
          <pc:sldMk cId="2503062332" sldId="354"/>
        </pc:sldMkLst>
      </pc:sldChg>
      <pc:sldChg chg="modSp mod">
        <pc:chgData name="嘉展 張" userId="56c0cc265fef7f12" providerId="LiveId" clId="{B05CCA72-7C77-42E4-A938-C7B1FABB1CDC}" dt="2025-07-14T15:21:37.278" v="253"/>
        <pc:sldMkLst>
          <pc:docMk/>
          <pc:sldMk cId="2169278876" sldId="355"/>
        </pc:sldMkLst>
      </pc:sldChg>
      <pc:sldChg chg="modSp mod">
        <pc:chgData name="嘉展 張" userId="56c0cc265fef7f12" providerId="LiveId" clId="{B05CCA72-7C77-42E4-A938-C7B1FABB1CDC}" dt="2025-07-14T15:18:53.771" v="230" actId="15"/>
        <pc:sldMkLst>
          <pc:docMk/>
          <pc:sldMk cId="4193172206" sldId="358"/>
        </pc:sldMkLst>
      </pc:sldChg>
      <pc:sldChg chg="modSp mod">
        <pc:chgData name="嘉展 張" userId="56c0cc265fef7f12" providerId="LiveId" clId="{B05CCA72-7C77-42E4-A938-C7B1FABB1CDC}" dt="2025-07-14T15:16:49.792" v="195" actId="207"/>
        <pc:sldMkLst>
          <pc:docMk/>
          <pc:sldMk cId="3585428774" sldId="359"/>
        </pc:sldMkLst>
      </pc:sldChg>
      <pc:sldChg chg="modSp mod">
        <pc:chgData name="嘉展 張" userId="56c0cc265fef7f12" providerId="LiveId" clId="{B05CCA72-7C77-42E4-A938-C7B1FABB1CDC}" dt="2025-07-14T15:19:32.952" v="238"/>
        <pc:sldMkLst>
          <pc:docMk/>
          <pc:sldMk cId="988387482" sldId="370"/>
        </pc:sldMkLst>
      </pc:sldChg>
      <pc:sldChg chg="del">
        <pc:chgData name="嘉展 張" userId="56c0cc265fef7f12" providerId="LiveId" clId="{B05CCA72-7C77-42E4-A938-C7B1FABB1CDC}" dt="2025-07-14T15:16:52.646" v="196" actId="47"/>
        <pc:sldMkLst>
          <pc:docMk/>
          <pc:sldMk cId="1553796753" sldId="373"/>
        </pc:sldMkLst>
      </pc:sldChg>
      <pc:sldChg chg="del">
        <pc:chgData name="嘉展 張" userId="56c0cc265fef7f12" providerId="LiveId" clId="{B05CCA72-7C77-42E4-A938-C7B1FABB1CDC}" dt="2025-07-14T15:18:22.184" v="226" actId="47"/>
        <pc:sldMkLst>
          <pc:docMk/>
          <pc:sldMk cId="1667836262" sldId="374"/>
        </pc:sldMkLst>
      </pc:sldChg>
      <pc:sldChg chg="add">
        <pc:chgData name="嘉展 張" userId="56c0cc265fef7f12" providerId="LiveId" clId="{B05CCA72-7C77-42E4-A938-C7B1FABB1CDC}" dt="2025-07-14T15:16:46.877" v="194"/>
        <pc:sldMkLst>
          <pc:docMk/>
          <pc:sldMk cId="2492772365" sldId="375"/>
        </pc:sldMkLst>
      </pc:sldChg>
      <pc:sldChg chg="add del">
        <pc:chgData name="嘉展 張" userId="56c0cc265fef7f12" providerId="LiveId" clId="{B05CCA72-7C77-42E4-A938-C7B1FABB1CDC}" dt="2025-07-14T15:18:26.364" v="228" actId="47"/>
        <pc:sldMkLst>
          <pc:docMk/>
          <pc:sldMk cId="4288933111" sldId="376"/>
        </pc:sldMkLst>
      </pc:sldChg>
      <pc:sldChg chg="add del">
        <pc:chgData name="嘉展 張" userId="56c0cc265fef7f12" providerId="LiveId" clId="{B05CCA72-7C77-42E4-A938-C7B1FABB1CDC}" dt="2025-07-14T15:21:00.386" v="249" actId="47"/>
        <pc:sldMkLst>
          <pc:docMk/>
          <pc:sldMk cId="3801024310" sldId="377"/>
        </pc:sldMkLst>
      </pc:sldChg>
    </pc:docChg>
  </pc:docChgLst>
  <pc:docChgLst>
    <pc:chgData name="嘉展 張" userId="56c0cc265fef7f12" providerId="LiveId" clId="{7C6C2923-82F6-4236-9CB5-3F8454DD2333}"/>
    <pc:docChg chg="undo redo custSel addSld delSld modSld modMainMaster">
      <pc:chgData name="嘉展 張" userId="56c0cc265fef7f12" providerId="LiveId" clId="{7C6C2923-82F6-4236-9CB5-3F8454DD2333}" dt="2025-07-13T22:45:04.241" v="254"/>
      <pc:docMkLst>
        <pc:docMk/>
      </pc:docMkLst>
      <pc:sldChg chg="addSp delSp modSp mod">
        <pc:chgData name="嘉展 張" userId="56c0cc265fef7f12" providerId="LiveId" clId="{7C6C2923-82F6-4236-9CB5-3F8454DD2333}" dt="2025-07-13T22:38:47.078" v="194" actId="207"/>
        <pc:sldMkLst>
          <pc:docMk/>
          <pc:sldMk cId="732333138" sldId="351"/>
        </pc:sldMkLst>
      </pc:sldChg>
      <pc:sldChg chg="modSp mod">
        <pc:chgData name="嘉展 張" userId="56c0cc265fef7f12" providerId="LiveId" clId="{7C6C2923-82F6-4236-9CB5-3F8454DD2333}" dt="2025-07-13T22:39:24.136" v="196" actId="15"/>
        <pc:sldMkLst>
          <pc:docMk/>
          <pc:sldMk cId="4193172206" sldId="358"/>
        </pc:sldMkLst>
      </pc:sldChg>
      <pc:sldChg chg="modSp mod">
        <pc:chgData name="嘉展 張" userId="56c0cc265fef7f12" providerId="LiveId" clId="{7C6C2923-82F6-4236-9CB5-3F8454DD2333}" dt="2025-07-13T22:35:44.551" v="144" actId="207"/>
        <pc:sldMkLst>
          <pc:docMk/>
          <pc:sldMk cId="3585428774" sldId="359"/>
        </pc:sldMkLst>
      </pc:sldChg>
      <pc:sldChg chg="del">
        <pc:chgData name="嘉展 張" userId="56c0cc265fef7f12" providerId="LiveId" clId="{7C6C2923-82F6-4236-9CB5-3F8454DD2333}" dt="2025-07-13T22:35:41.671" v="143" actId="47"/>
        <pc:sldMkLst>
          <pc:docMk/>
          <pc:sldMk cId="3330119125" sldId="366"/>
        </pc:sldMkLst>
      </pc:sldChg>
      <pc:sldChg chg="del">
        <pc:chgData name="嘉展 張" userId="56c0cc265fef7f12" providerId="LiveId" clId="{7C6C2923-82F6-4236-9CB5-3F8454DD2333}" dt="2025-07-13T22:36:57.978" v="164" actId="47"/>
        <pc:sldMkLst>
          <pc:docMk/>
          <pc:sldMk cId="3880434486" sldId="369"/>
        </pc:sldMkLst>
      </pc:sldChg>
      <pc:sldChg chg="modSp mod">
        <pc:chgData name="嘉展 張" userId="56c0cc265fef7f12" providerId="LiveId" clId="{7C6C2923-82F6-4236-9CB5-3F8454DD2333}" dt="2025-07-13T22:39:47.736" v="200"/>
        <pc:sldMkLst>
          <pc:docMk/>
          <pc:sldMk cId="988387482" sldId="370"/>
        </pc:sldMkLst>
      </pc:sldChg>
      <pc:sldChg chg="add">
        <pc:chgData name="嘉展 張" userId="56c0cc265fef7f12" providerId="LiveId" clId="{7C6C2923-82F6-4236-9CB5-3F8454DD2333}" dt="2025-07-13T22:35:40.278" v="142"/>
        <pc:sldMkLst>
          <pc:docMk/>
          <pc:sldMk cId="3132866523" sldId="371"/>
        </pc:sldMkLst>
      </pc:sldChg>
      <pc:sldChg chg="add">
        <pc:chgData name="嘉展 張" userId="56c0cc265fef7f12" providerId="LiveId" clId="{7C6C2923-82F6-4236-9CB5-3F8454DD2333}" dt="2025-07-13T22:38:43.920" v="193"/>
        <pc:sldMkLst>
          <pc:docMk/>
          <pc:sldMk cId="620344238" sldId="372"/>
        </pc:sldMkLst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F182F4A-41FE-45C5-94B1-64208D4C2616}"/>
    <pc:docChg chg="undo custSel addSld delSld modSld">
      <pc:chgData name="嘉展 張" userId="56c0cc265fef7f12" providerId="LiveId" clId="{CF182F4A-41FE-45C5-94B1-64208D4C2616}" dt="2025-08-24T16:12:11.673" v="914" actId="20577"/>
      <pc:docMkLst>
        <pc:docMk/>
      </pc:docMkLst>
      <pc:sldChg chg="addSp delSp modSp mod">
        <pc:chgData name="嘉展 張" userId="56c0cc265fef7f12" providerId="LiveId" clId="{CF182F4A-41FE-45C5-94B1-64208D4C2616}" dt="2025-08-24T16:09:06.416" v="756"/>
        <pc:sldMkLst>
          <pc:docMk/>
          <pc:sldMk cId="1115666099" sldId="346"/>
        </pc:sldMkLst>
        <pc:spChg chg="mod">
          <ac:chgData name="嘉展 張" userId="56c0cc265fef7f12" providerId="LiveId" clId="{CF182F4A-41FE-45C5-94B1-64208D4C2616}" dt="2025-08-24T10:35:54.424" v="46" actId="6549"/>
          <ac:spMkLst>
            <pc:docMk/>
            <pc:sldMk cId="1115666099" sldId="346"/>
            <ac:spMk id="2" creationId="{B496C4D5-B9D6-E310-239F-160421EC28E2}"/>
          </ac:spMkLst>
        </pc:spChg>
        <pc:spChg chg="add mod">
          <ac:chgData name="嘉展 張" userId="56c0cc265fef7f12" providerId="LiveId" clId="{CF182F4A-41FE-45C5-94B1-64208D4C2616}" dt="2025-08-24T16:09:06.416" v="756"/>
          <ac:spMkLst>
            <pc:docMk/>
            <pc:sldMk cId="1115666099" sldId="346"/>
            <ac:spMk id="3" creationId="{9D61F841-F9A7-0205-C056-AD1596D29247}"/>
          </ac:spMkLst>
        </pc:spChg>
        <pc:spChg chg="del">
          <ac:chgData name="嘉展 張" userId="56c0cc265fef7f12" providerId="LiveId" clId="{CF182F4A-41FE-45C5-94B1-64208D4C2616}" dt="2025-08-24T16:09:06.120" v="755" actId="478"/>
          <ac:spMkLst>
            <pc:docMk/>
            <pc:sldMk cId="1115666099" sldId="346"/>
            <ac:spMk id="29" creationId="{F076D3C2-E036-1E0D-8390-8EEEFA171CCA}"/>
          </ac:spMkLst>
        </pc:spChg>
      </pc:sldChg>
      <pc:sldChg chg="addSp delSp modSp mod">
        <pc:chgData name="嘉展 張" userId="56c0cc265fef7f12" providerId="LiveId" clId="{CF182F4A-41FE-45C5-94B1-64208D4C2616}" dt="2025-08-24T16:12:11.673" v="914" actId="20577"/>
        <pc:sldMkLst>
          <pc:docMk/>
          <pc:sldMk cId="3822570613" sldId="347"/>
        </pc:sldMkLst>
        <pc:spChg chg="add mod">
          <ac:chgData name="嘉展 張" userId="56c0cc265fef7f12" providerId="LiveId" clId="{CF182F4A-41FE-45C5-94B1-64208D4C2616}" dt="2025-08-24T16:09:12.198" v="758"/>
          <ac:spMkLst>
            <pc:docMk/>
            <pc:sldMk cId="3822570613" sldId="347"/>
            <ac:spMk id="2" creationId="{96EFFF86-9CDA-75BC-006C-EEDD3D6093D6}"/>
          </ac:spMkLst>
        </pc:spChg>
        <pc:spChg chg="mod">
          <ac:chgData name="嘉展 張" userId="56c0cc265fef7f12" providerId="LiveId" clId="{CF182F4A-41FE-45C5-94B1-64208D4C2616}" dt="2025-08-24T16:12:11.673" v="914" actId="20577"/>
          <ac:spMkLst>
            <pc:docMk/>
            <pc:sldMk cId="3822570613" sldId="347"/>
            <ac:spMk id="4" creationId="{7CF0AAA5-7B5F-5A35-EF73-2142F862E9C8}"/>
          </ac:spMkLst>
        </pc:spChg>
        <pc:spChg chg="del">
          <ac:chgData name="嘉展 張" userId="56c0cc265fef7f12" providerId="LiveId" clId="{CF182F4A-41FE-45C5-94B1-64208D4C2616}" dt="2025-08-24T16:09:12.019" v="757" actId="478"/>
          <ac:spMkLst>
            <pc:docMk/>
            <pc:sldMk cId="3822570613" sldId="347"/>
            <ac:spMk id="29" creationId="{B8881DE8-02EF-A5E2-CC8D-D8965604619D}"/>
          </ac:spMkLst>
        </pc:spChg>
      </pc:sldChg>
      <pc:sldChg chg="del">
        <pc:chgData name="嘉展 張" userId="56c0cc265fef7f12" providerId="LiveId" clId="{CF182F4A-41FE-45C5-94B1-64208D4C2616}" dt="2025-08-24T16:04:20.309" v="448" actId="47"/>
        <pc:sldMkLst>
          <pc:docMk/>
          <pc:sldMk cId="732333138" sldId="351"/>
        </pc:sldMkLst>
      </pc:sldChg>
      <pc:sldChg chg="addSp delSp modSp mod">
        <pc:chgData name="嘉展 張" userId="56c0cc265fef7f12" providerId="LiveId" clId="{CF182F4A-41FE-45C5-94B1-64208D4C2616}" dt="2025-08-24T16:09:21.744" v="760"/>
        <pc:sldMkLst>
          <pc:docMk/>
          <pc:sldMk cId="2503062332" sldId="354"/>
        </pc:sldMkLst>
        <pc:spChg chg="mod">
          <ac:chgData name="嘉展 張" userId="56c0cc265fef7f12" providerId="LiveId" clId="{CF182F4A-41FE-45C5-94B1-64208D4C2616}" dt="2025-08-24T10:37:24.153" v="83" actId="20577"/>
          <ac:spMkLst>
            <pc:docMk/>
            <pc:sldMk cId="2503062332" sldId="354"/>
            <ac:spMk id="2" creationId="{811F5A94-0B0C-504F-DC25-BE08E6B5923F}"/>
          </ac:spMkLst>
        </pc:spChg>
        <pc:spChg chg="add mod">
          <ac:chgData name="嘉展 張" userId="56c0cc265fef7f12" providerId="LiveId" clId="{CF182F4A-41FE-45C5-94B1-64208D4C2616}" dt="2025-08-24T10:37:57.093" v="89"/>
          <ac:spMkLst>
            <pc:docMk/>
            <pc:sldMk cId="2503062332" sldId="354"/>
            <ac:spMk id="3" creationId="{3846DE2B-81AD-C81A-6CA4-E0E1521527C9}"/>
          </ac:spMkLst>
        </pc:spChg>
        <pc:spChg chg="add mod">
          <ac:chgData name="嘉展 張" userId="56c0cc265fef7f12" providerId="LiveId" clId="{CF182F4A-41FE-45C5-94B1-64208D4C2616}" dt="2025-08-24T10:38:02.778" v="90"/>
          <ac:spMkLst>
            <pc:docMk/>
            <pc:sldMk cId="2503062332" sldId="354"/>
            <ac:spMk id="4" creationId="{067D47D6-A630-69AD-C9CC-1E746DE048F2}"/>
          </ac:spMkLst>
        </pc:spChg>
        <pc:spChg chg="add mod">
          <ac:chgData name="嘉展 張" userId="56c0cc265fef7f12" providerId="LiveId" clId="{CF182F4A-41FE-45C5-94B1-64208D4C2616}" dt="2025-08-24T10:38:07.917" v="91"/>
          <ac:spMkLst>
            <pc:docMk/>
            <pc:sldMk cId="2503062332" sldId="354"/>
            <ac:spMk id="5" creationId="{E10F1540-4C32-8878-91F0-CBC29EAC4884}"/>
          </ac:spMkLst>
        </pc:spChg>
        <pc:spChg chg="add mod">
          <ac:chgData name="嘉展 張" userId="56c0cc265fef7f12" providerId="LiveId" clId="{CF182F4A-41FE-45C5-94B1-64208D4C2616}" dt="2025-08-24T16:09:21.744" v="760"/>
          <ac:spMkLst>
            <pc:docMk/>
            <pc:sldMk cId="2503062332" sldId="354"/>
            <ac:spMk id="6" creationId="{74447F6F-5F33-F775-A103-445F73E5C295}"/>
          </ac:spMkLst>
        </pc:spChg>
        <pc:spChg chg="del">
          <ac:chgData name="嘉展 張" userId="56c0cc265fef7f12" providerId="LiveId" clId="{CF182F4A-41FE-45C5-94B1-64208D4C2616}" dt="2025-08-24T16:09:21.606" v="759" actId="478"/>
          <ac:spMkLst>
            <pc:docMk/>
            <pc:sldMk cId="2503062332" sldId="354"/>
            <ac:spMk id="29" creationId="{D0DC7B53-0103-E1A0-F1F3-15DFF822DA28}"/>
          </ac:spMkLst>
        </pc:spChg>
      </pc:sldChg>
      <pc:sldChg chg="del">
        <pc:chgData name="嘉展 張" userId="56c0cc265fef7f12" providerId="LiveId" clId="{CF182F4A-41FE-45C5-94B1-64208D4C2616}" dt="2025-08-24T10:37:02.357" v="71" actId="47"/>
        <pc:sldMkLst>
          <pc:docMk/>
          <pc:sldMk cId="2169278876" sldId="355"/>
        </pc:sldMkLst>
      </pc:sldChg>
      <pc:sldChg chg="modSp mod">
        <pc:chgData name="嘉展 張" userId="56c0cc265fef7f12" providerId="LiveId" clId="{CF182F4A-41FE-45C5-94B1-64208D4C2616}" dt="2025-08-24T16:08:54.985" v="752" actId="20577"/>
        <pc:sldMkLst>
          <pc:docMk/>
          <pc:sldMk cId="4193172206" sldId="358"/>
        </pc:sldMkLst>
        <pc:spChg chg="mod">
          <ac:chgData name="嘉展 張" userId="56c0cc265fef7f12" providerId="LiveId" clId="{CF182F4A-41FE-45C5-94B1-64208D4C2616}" dt="2025-08-24T10:35:28.079" v="0" actId="6549"/>
          <ac:spMkLst>
            <pc:docMk/>
            <pc:sldMk cId="4193172206" sldId="358"/>
            <ac:spMk id="3" creationId="{CE42E57B-1BE0-21FA-52A0-358900141028}"/>
          </ac:spMkLst>
        </pc:spChg>
        <pc:spChg chg="mod">
          <ac:chgData name="嘉展 張" userId="56c0cc265fef7f12" providerId="LiveId" clId="{CF182F4A-41FE-45C5-94B1-64208D4C2616}" dt="2025-08-24T16:08:54.985" v="752" actId="20577"/>
          <ac:spMkLst>
            <pc:docMk/>
            <pc:sldMk cId="4193172206" sldId="358"/>
            <ac:spMk id="29" creationId="{09D2EFBA-A6CD-CA14-0243-3CB99AB2B302}"/>
          </ac:spMkLst>
        </pc:spChg>
      </pc:sldChg>
      <pc:sldChg chg="del">
        <pc:chgData name="嘉展 張" userId="56c0cc265fef7f12" providerId="LiveId" clId="{CF182F4A-41FE-45C5-94B1-64208D4C2616}" dt="2025-08-24T10:38:26.086" v="92" actId="47"/>
        <pc:sldMkLst>
          <pc:docMk/>
          <pc:sldMk cId="3585428774" sldId="359"/>
        </pc:sldMkLst>
      </pc:sldChg>
      <pc:sldChg chg="addSp delSp modSp mod">
        <pc:chgData name="嘉展 張" userId="56c0cc265fef7f12" providerId="LiveId" clId="{CF182F4A-41FE-45C5-94B1-64208D4C2616}" dt="2025-08-24T16:09:02.532" v="754"/>
        <pc:sldMkLst>
          <pc:docMk/>
          <pc:sldMk cId="988387482" sldId="370"/>
        </pc:sldMkLst>
        <pc:spChg chg="mod">
          <ac:chgData name="嘉展 張" userId="56c0cc265fef7f12" providerId="LiveId" clId="{CF182F4A-41FE-45C5-94B1-64208D4C2616}" dt="2025-08-24T10:35:39.325" v="24" actId="20577"/>
          <ac:spMkLst>
            <pc:docMk/>
            <pc:sldMk cId="988387482" sldId="370"/>
            <ac:spMk id="3" creationId="{48124F1D-B54A-90F3-D111-E1068E5A8F3F}"/>
          </ac:spMkLst>
        </pc:spChg>
        <pc:spChg chg="add mod">
          <ac:chgData name="嘉展 張" userId="56c0cc265fef7f12" providerId="LiveId" clId="{CF182F4A-41FE-45C5-94B1-64208D4C2616}" dt="2025-08-24T16:09:02.532" v="754"/>
          <ac:spMkLst>
            <pc:docMk/>
            <pc:sldMk cId="988387482" sldId="370"/>
            <ac:spMk id="4" creationId="{D3E41483-5F09-E11E-E5F7-A24C7006CB2B}"/>
          </ac:spMkLst>
        </pc:spChg>
        <pc:spChg chg="del">
          <ac:chgData name="嘉展 張" userId="56c0cc265fef7f12" providerId="LiveId" clId="{CF182F4A-41FE-45C5-94B1-64208D4C2616}" dt="2025-08-24T16:09:02.401" v="753" actId="478"/>
          <ac:spMkLst>
            <pc:docMk/>
            <pc:sldMk cId="988387482" sldId="370"/>
            <ac:spMk id="29" creationId="{CECA8034-B576-4204-2C35-84CD997CE065}"/>
          </ac:spMkLst>
        </pc:spChg>
      </pc:sldChg>
      <pc:sldChg chg="addSp modSp mod">
        <pc:chgData name="嘉展 張" userId="56c0cc265fef7f12" providerId="LiveId" clId="{CF182F4A-41FE-45C5-94B1-64208D4C2616}" dt="2025-08-24T10:41:38.780" v="363" actId="20577"/>
        <pc:sldMkLst>
          <pc:docMk/>
          <pc:sldMk cId="2492772365" sldId="375"/>
        </pc:sldMkLst>
        <pc:spChg chg="add mod">
          <ac:chgData name="嘉展 張" userId="56c0cc265fef7f12" providerId="LiveId" clId="{CF182F4A-41FE-45C5-94B1-64208D4C2616}" dt="2025-08-24T10:39:40.353" v="185" actId="1076"/>
          <ac:spMkLst>
            <pc:docMk/>
            <pc:sldMk cId="2492772365" sldId="375"/>
            <ac:spMk id="3" creationId="{EEA43ADD-D7ED-53B4-828A-B4659B61E8D8}"/>
          </ac:spMkLst>
        </pc:spChg>
        <pc:spChg chg="mod">
          <ac:chgData name="嘉展 張" userId="56c0cc265fef7f12" providerId="LiveId" clId="{CF182F4A-41FE-45C5-94B1-64208D4C2616}" dt="2025-08-24T10:41:38.780" v="363" actId="20577"/>
          <ac:spMkLst>
            <pc:docMk/>
            <pc:sldMk cId="2492772365" sldId="375"/>
            <ac:spMk id="9" creationId="{18FB5245-BA22-65D8-DD1D-6FF305FB9755}"/>
          </ac:spMkLst>
        </pc:spChg>
      </pc:sldChg>
      <pc:sldChg chg="modSp mod">
        <pc:chgData name="嘉展 張" userId="56c0cc265fef7f12" providerId="LiveId" clId="{CF182F4A-41FE-45C5-94B1-64208D4C2616}" dt="2025-08-24T16:08:30.310" v="738" actId="20577"/>
        <pc:sldMkLst>
          <pc:docMk/>
          <pc:sldMk cId="4288933111" sldId="376"/>
        </pc:sldMkLst>
        <pc:spChg chg="mod">
          <ac:chgData name="嘉展 張" userId="56c0cc265fef7f12" providerId="LiveId" clId="{CF182F4A-41FE-45C5-94B1-64208D4C2616}" dt="2025-08-24T16:08:30.310" v="738" actId="20577"/>
          <ac:spMkLst>
            <pc:docMk/>
            <pc:sldMk cId="4288933111" sldId="376"/>
            <ac:spMk id="9" creationId="{FC719680-D076-7ADD-809F-69E905B776D7}"/>
          </ac:spMkLst>
        </pc:spChg>
      </pc:sldChg>
      <pc:sldChg chg="addSp delSp modSp add mod">
        <pc:chgData name="嘉展 張" userId="56c0cc265fef7f12" providerId="LiveId" clId="{CF182F4A-41FE-45C5-94B1-64208D4C2616}" dt="2025-08-24T16:09:26.070" v="762"/>
        <pc:sldMkLst>
          <pc:docMk/>
          <pc:sldMk cId="1076387163" sldId="377"/>
        </pc:sldMkLst>
        <pc:spChg chg="add mod">
          <ac:chgData name="嘉展 張" userId="56c0cc265fef7f12" providerId="LiveId" clId="{CF182F4A-41FE-45C5-94B1-64208D4C2616}" dt="2025-08-24T16:09:26.070" v="762"/>
          <ac:spMkLst>
            <pc:docMk/>
            <pc:sldMk cId="1076387163" sldId="377"/>
            <ac:spMk id="3" creationId="{47B23804-7C8F-9208-00D0-A18A382B7628}"/>
          </ac:spMkLst>
        </pc:spChg>
        <pc:spChg chg="del">
          <ac:chgData name="嘉展 張" userId="56c0cc265fef7f12" providerId="LiveId" clId="{CF182F4A-41FE-45C5-94B1-64208D4C2616}" dt="2025-08-24T16:09:25.893" v="761" actId="478"/>
          <ac:spMkLst>
            <pc:docMk/>
            <pc:sldMk cId="1076387163" sldId="377"/>
            <ac:spMk id="29" creationId="{1F5B7737-E0CB-BEAF-A964-D2D5BFCB11AC}"/>
          </ac:spMkLst>
        </pc:spChg>
      </pc:sldChg>
      <pc:sldChg chg="addSp modSp add mod">
        <pc:chgData name="嘉展 張" userId="56c0cc265fef7f12" providerId="LiveId" clId="{CF182F4A-41FE-45C5-94B1-64208D4C2616}" dt="2025-08-24T16:04:09" v="447" actId="20577"/>
        <pc:sldMkLst>
          <pc:docMk/>
          <pc:sldMk cId="2843649760" sldId="378"/>
        </pc:sldMkLst>
        <pc:spChg chg="add mod">
          <ac:chgData name="嘉展 張" userId="56c0cc265fef7f12" providerId="LiveId" clId="{CF182F4A-41FE-45C5-94B1-64208D4C2616}" dt="2025-08-24T16:03:21.009" v="377" actId="20577"/>
          <ac:spMkLst>
            <pc:docMk/>
            <pc:sldMk cId="2843649760" sldId="378"/>
            <ac:spMk id="4" creationId="{6C3C6B9F-13E2-1AD8-15CC-BDAECD315AC1}"/>
          </ac:spMkLst>
        </pc:spChg>
        <pc:spChg chg="add mod">
          <ac:chgData name="嘉展 張" userId="56c0cc265fef7f12" providerId="LiveId" clId="{CF182F4A-41FE-45C5-94B1-64208D4C2616}" dt="2025-08-24T16:03:31.470" v="380" actId="6549"/>
          <ac:spMkLst>
            <pc:docMk/>
            <pc:sldMk cId="2843649760" sldId="378"/>
            <ac:spMk id="5" creationId="{D50793DA-CF29-AB0D-7285-1849FD191035}"/>
          </ac:spMkLst>
        </pc:spChg>
        <pc:spChg chg="add mod">
          <ac:chgData name="嘉展 張" userId="56c0cc265fef7f12" providerId="LiveId" clId="{CF182F4A-41FE-45C5-94B1-64208D4C2616}" dt="2025-08-24T16:03:51.264" v="395" actId="20577"/>
          <ac:spMkLst>
            <pc:docMk/>
            <pc:sldMk cId="2843649760" sldId="378"/>
            <ac:spMk id="6" creationId="{ABF0BE9C-7FA0-7049-3280-4E2C6DA2575E}"/>
          </ac:spMkLst>
        </pc:spChg>
        <pc:spChg chg="add mod">
          <ac:chgData name="嘉展 張" userId="56c0cc265fef7f12" providerId="LiveId" clId="{CF182F4A-41FE-45C5-94B1-64208D4C2616}" dt="2025-08-24T16:03:57.860" v="407" actId="20577"/>
          <ac:spMkLst>
            <pc:docMk/>
            <pc:sldMk cId="2843649760" sldId="378"/>
            <ac:spMk id="7" creationId="{B0411DC6-26A2-D0D4-295A-BFC42EFF48FE}"/>
          </ac:spMkLst>
        </pc:spChg>
        <pc:spChg chg="add mod">
          <ac:chgData name="嘉展 張" userId="56c0cc265fef7f12" providerId="LiveId" clId="{CF182F4A-41FE-45C5-94B1-64208D4C2616}" dt="2025-08-24T16:04:09" v="447" actId="20577"/>
          <ac:spMkLst>
            <pc:docMk/>
            <pc:sldMk cId="2843649760" sldId="378"/>
            <ac:spMk id="8" creationId="{79B57ED1-DBCB-1913-7B09-33CFF97C2065}"/>
          </ac:spMkLst>
        </pc:spChg>
      </pc:sldChg>
      <pc:sldChg chg="add del">
        <pc:chgData name="嘉展 張" userId="56c0cc265fef7f12" providerId="LiveId" clId="{CF182F4A-41FE-45C5-94B1-64208D4C2616}" dt="2025-08-24T16:04:25.269" v="450" actId="47"/>
        <pc:sldMkLst>
          <pc:docMk/>
          <pc:sldMk cId="225282939" sldId="379"/>
        </pc:sldMkLst>
      </pc:sldChg>
      <pc:sldChg chg="addSp modSp add mod">
        <pc:chgData name="嘉展 張" userId="56c0cc265fef7f12" providerId="LiveId" clId="{CF182F4A-41FE-45C5-94B1-64208D4C2616}" dt="2025-08-24T16:11:55.973" v="912" actId="1076"/>
        <pc:sldMkLst>
          <pc:docMk/>
          <pc:sldMk cId="913993320" sldId="379"/>
        </pc:sldMkLst>
        <pc:spChg chg="add mod">
          <ac:chgData name="嘉展 張" userId="56c0cc265fef7f12" providerId="LiveId" clId="{CF182F4A-41FE-45C5-94B1-64208D4C2616}" dt="2025-08-24T16:10:44.432" v="785" actId="1076"/>
          <ac:spMkLst>
            <pc:docMk/>
            <pc:sldMk cId="913993320" sldId="379"/>
            <ac:spMk id="3" creationId="{528FA18B-DFBB-5D24-F625-26B5235B6FAE}"/>
          </ac:spMkLst>
        </pc:spChg>
        <pc:spChg chg="add mod">
          <ac:chgData name="嘉展 張" userId="56c0cc265fef7f12" providerId="LiveId" clId="{CF182F4A-41FE-45C5-94B1-64208D4C2616}" dt="2025-08-24T16:10:52.811" v="806" actId="20577"/>
          <ac:spMkLst>
            <pc:docMk/>
            <pc:sldMk cId="913993320" sldId="379"/>
            <ac:spMk id="4" creationId="{DD1A95B3-5EE0-393F-507D-5B6E2AE21F22}"/>
          </ac:spMkLst>
        </pc:spChg>
        <pc:spChg chg="add mod">
          <ac:chgData name="嘉展 張" userId="56c0cc265fef7f12" providerId="LiveId" clId="{CF182F4A-41FE-45C5-94B1-64208D4C2616}" dt="2025-08-24T16:11:22.592" v="846" actId="1076"/>
          <ac:spMkLst>
            <pc:docMk/>
            <pc:sldMk cId="913993320" sldId="379"/>
            <ac:spMk id="5" creationId="{193F2A50-50B7-B94B-838D-3AC8532DE333}"/>
          </ac:spMkLst>
        </pc:spChg>
        <pc:spChg chg="add mod">
          <ac:chgData name="嘉展 張" userId="56c0cc265fef7f12" providerId="LiveId" clId="{CF182F4A-41FE-45C5-94B1-64208D4C2616}" dt="2025-08-24T16:11:40.777" v="886" actId="1036"/>
          <ac:spMkLst>
            <pc:docMk/>
            <pc:sldMk cId="913993320" sldId="379"/>
            <ac:spMk id="6" creationId="{1B77C2FD-F31B-F79D-A78F-BC046D50C4FE}"/>
          </ac:spMkLst>
        </pc:spChg>
        <pc:spChg chg="add mod">
          <ac:chgData name="嘉展 張" userId="56c0cc265fef7f12" providerId="LiveId" clId="{CF182F4A-41FE-45C5-94B1-64208D4C2616}" dt="2025-08-24T16:11:55.973" v="912" actId="1076"/>
          <ac:spMkLst>
            <pc:docMk/>
            <pc:sldMk cId="913993320" sldId="379"/>
            <ac:spMk id="7" creationId="{60AAB4AB-A7D9-7EC4-D4EB-ECCAF822E23E}"/>
          </ac:spMkLst>
        </pc:spChg>
      </pc:sld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9:18.575" v="183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4409F9D8-FA24-44EF-8020-254A52CDBD6B}" dt="2025-07-11T23:46:45.169" v="146" actId="6549"/>
        <pc:sldMkLst>
          <pc:docMk/>
          <pc:sldMk cId="345017411" sldId="343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</pc:docChg>
  </pc:docChgLst>
  <pc:docChgLst>
    <pc:chgData name="嘉展 張" userId="56c0cc265fef7f12" providerId="LiveId" clId="{6490EF86-C587-4E8A-87DA-6584A4DA6CA7}"/>
    <pc:docChg chg="undo custSel addSld delSld modSld sldOrd modMainMaster">
      <pc:chgData name="嘉展 張" userId="56c0cc265fef7f12" providerId="LiveId" clId="{6490EF86-C587-4E8A-87DA-6584A4DA6CA7}" dt="2025-07-14T13:36:50.715" v="284" actId="6549"/>
      <pc:docMkLst>
        <pc:docMk/>
      </pc:docMkLst>
      <pc:sldChg chg="addSp delSp modSp mod">
        <pc:chgData name="嘉展 張" userId="56c0cc265fef7f12" providerId="LiveId" clId="{6490EF86-C587-4E8A-87DA-6584A4DA6CA7}" dt="2025-07-14T13:27:07.447" v="237" actId="20577"/>
        <pc:sldMkLst>
          <pc:docMk/>
          <pc:sldMk cId="988387482" sldId="370"/>
        </pc:sldMkLst>
      </pc:sldChg>
      <pc:sldChg chg="del">
        <pc:chgData name="嘉展 張" userId="56c0cc265fef7f12" providerId="LiveId" clId="{6490EF86-C587-4E8A-87DA-6584A4DA6CA7}" dt="2025-07-14T13:02:56.930" v="83" actId="47"/>
        <pc:sldMkLst>
          <pc:docMk/>
          <pc:sldMk cId="3132866523" sldId="371"/>
        </pc:sldMkLst>
      </pc:sldChg>
      <pc:sldChg chg="del">
        <pc:chgData name="嘉展 張" userId="56c0cc265fef7f12" providerId="LiveId" clId="{6490EF86-C587-4E8A-87DA-6584A4DA6CA7}" dt="2025-07-14T13:15:19.272" v="226" actId="47"/>
        <pc:sldMkLst>
          <pc:docMk/>
          <pc:sldMk cId="620344238" sldId="372"/>
        </pc:sldMkLst>
      </pc:sldChg>
      <pc:sldChg chg="add">
        <pc:chgData name="嘉展 張" userId="56c0cc265fef7f12" providerId="LiveId" clId="{6490EF86-C587-4E8A-87DA-6584A4DA6CA7}" dt="2025-07-14T13:02:52.714" v="82"/>
        <pc:sldMkLst>
          <pc:docMk/>
          <pc:sldMk cId="1553796753" sldId="373"/>
        </pc:sldMkLst>
      </pc:sldChg>
      <pc:sldChg chg="add">
        <pc:chgData name="嘉展 張" userId="56c0cc265fef7f12" providerId="LiveId" clId="{6490EF86-C587-4E8A-87DA-6584A4DA6CA7}" dt="2025-07-14T13:15:17.021" v="225"/>
        <pc:sldMkLst>
          <pc:docMk/>
          <pc:sldMk cId="1667836262" sldId="374"/>
        </pc:sldMkLst>
      </pc:sldChg>
    </pc:docChg>
  </pc:docChgLst>
  <pc:docChgLst>
    <pc:chgData name="嘉展 張" userId="56c0cc265fef7f12" providerId="LiveId" clId="{99A38D3F-8FA2-455F-A9DE-4D8E9990F2D8}"/>
    <pc:docChg chg="modMainMaster">
      <pc:chgData name="嘉展 張" userId="56c0cc265fef7f12" providerId="LiveId" clId="{99A38D3F-8FA2-455F-A9DE-4D8E9990F2D8}" dt="2025-08-20T12:42:42.896" v="1"/>
      <pc:docMkLst>
        <pc:docMk/>
      </pc:docMkLst>
      <pc:sldMasterChg chg="modSldLayout">
        <pc:chgData name="嘉展 張" userId="56c0cc265fef7f12" providerId="LiveId" clId="{99A38D3F-8FA2-455F-A9DE-4D8E9990F2D8}" dt="2025-08-20T12:42:42.896" v="1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99A38D3F-8FA2-455F-A9DE-4D8E9990F2D8}" dt="2025-08-20T12:42:42.896" v="1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99A38D3F-8FA2-455F-A9DE-4D8E9990F2D8}" dt="2025-08-20T12:42:42.896" v="1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6393-60A4-28EE-EB09-34B18F21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82848B9-40D5-59F3-E8C5-BC5FCFE28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3D510D-FDB3-B4FC-4FCA-2A792D165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2737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1C45-DE8D-5CFD-87E2-9D6FAC1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8E1181-7A36-87E3-995C-8D20B0457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D62D2B-D1B0-2E82-8663-69475D80D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5349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0572-0B5F-973E-1A61-B8CD4681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D062B6-8C72-44F2-8D35-2B35661E8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7B14DB-BD12-A1DD-9A0C-FEFCB000A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676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425C-EF01-B96A-13FF-6D22CA39F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626722-9BF8-6B89-8DA1-06B3ED4BF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21C259A-B357-B274-DAEB-CED79104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900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D6FF-0C0D-83F3-612A-BBDD094E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D3CD-9121-CCD1-AFFD-FDC8BEC79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A8C1D2-90A8-9103-56B9-E33BF3DB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662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97DD-86CE-4BE6-4408-1A1BA305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286BA02-D735-2C93-41B1-E7966B233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62F3E8-D6D6-2823-AC51-D9C094A6F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6355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</a:t>
            </a:r>
            <a:r>
              <a:rPr lang="ja-JP" altLang="en-US" sz="4200" b="0" i="0" u="none" strike="noStrike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・中級</a:t>
            </a:r>
            <a:endParaRPr lang="ja-JP" altLang="en-US" sz="1400" b="0" i="0" u="none" strike="noStrike" cap="non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3071004" y="355598"/>
            <a:ext cx="7961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おめでとう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第十五課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も～し、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…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し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～において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～わけだ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～に関して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てからでないと、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さえ～ば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～べきではない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や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といった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C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それほど～か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～に決まっている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5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おめでとう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十五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6F2D-BFC6-35D8-9A21-23A8E23C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8FB5245-BA22-65D8-DD1D-6FF305FB9755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、今日はどこへも行けない。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その問題は、国際会議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議論された。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一人</a:t>
            </a:r>
            <a:r>
              <a:rPr lang="en-US" altLang="ja-JP" sz="4800" dirty="0"/>
              <a:t>100</a:t>
            </a:r>
            <a:r>
              <a:rPr lang="ja-JP" altLang="en-US" sz="4800" dirty="0"/>
              <a:t>円払えば、</a:t>
            </a:r>
            <a:r>
              <a:rPr lang="en-US" altLang="ja-JP" sz="4800" dirty="0"/>
              <a:t>10</a:t>
            </a:r>
            <a:r>
              <a:rPr lang="ja-JP" altLang="en-US" sz="4800" dirty="0"/>
              <a:t>人で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環境問題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の意識が高まってきている。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、ゲームしてはいけませんよ。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27DFEA1-0916-477B-AC95-B0EFFE5761F2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EEA43ADD-D7ED-53B4-828A-B4659B61E8D8}"/>
              </a:ext>
            </a:extLst>
          </p:cNvPr>
          <p:cNvSpPr txBox="1"/>
          <p:nvPr/>
        </p:nvSpPr>
        <p:spPr>
          <a:xfrm>
            <a:off x="215002" y="11639567"/>
            <a:ext cx="2395399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～において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～てからでないと、～ない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～も～し、～も～し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～わけだ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～に関して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9277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76BA-9F35-B976-6DCD-B5094D88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3B20E4-84B5-92A6-3DB2-B2434C40CCB7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、今日はどこへも行けない。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その問題は、国際会議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議論された。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一人</a:t>
            </a:r>
            <a:r>
              <a:rPr lang="en-US" altLang="ja-JP" sz="4800" dirty="0"/>
              <a:t>100</a:t>
            </a:r>
            <a:r>
              <a:rPr lang="ja-JP" altLang="en-US" sz="4800" dirty="0"/>
              <a:t>円払えば、</a:t>
            </a:r>
            <a:r>
              <a:rPr lang="en-US" altLang="ja-JP" sz="4800" dirty="0"/>
              <a:t>10</a:t>
            </a:r>
            <a:r>
              <a:rPr lang="ja-JP" altLang="en-US" sz="4800" dirty="0"/>
              <a:t>人で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環境問題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の意識が高まってきている。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、ゲームしてはいけませんよ。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1D055E1-89B9-DA1A-3E06-8C7BE27A51C7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C879469E-272F-2B8E-8396-D05DB2DCCEF4}"/>
              </a:ext>
            </a:extLst>
          </p:cNvPr>
          <p:cNvSpPr txBox="1"/>
          <p:nvPr/>
        </p:nvSpPr>
        <p:spPr>
          <a:xfrm>
            <a:off x="215002" y="11639567"/>
            <a:ext cx="2395399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～において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～てからでないと、～ない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～も～し、～も～し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～わけだ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～に関して</a:t>
            </a:r>
            <a:endParaRPr kumimoji="1" lang="ja-JP" altLang="en-US" sz="4800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6C3C6B9F-13E2-1AD8-15CC-BDAECD315AC1}"/>
              </a:ext>
            </a:extLst>
          </p:cNvPr>
          <p:cNvSpPr txBox="1"/>
          <p:nvPr/>
        </p:nvSpPr>
        <p:spPr>
          <a:xfrm>
            <a:off x="2806192" y="2678176"/>
            <a:ext cx="7269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お金もないし、時間もないし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D50793DA-CF29-AB0D-7285-1849FD191035}"/>
              </a:ext>
            </a:extLst>
          </p:cNvPr>
          <p:cNvSpPr txBox="1"/>
          <p:nvPr/>
        </p:nvSpPr>
        <p:spPr>
          <a:xfrm>
            <a:off x="8664448" y="4183888"/>
            <a:ext cx="2494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において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ABF0BE9C-7FA0-7049-3280-4E2C6DA2575E}"/>
              </a:ext>
            </a:extLst>
          </p:cNvPr>
          <p:cNvSpPr txBox="1"/>
          <p:nvPr/>
        </p:nvSpPr>
        <p:spPr>
          <a:xfrm>
            <a:off x="9231376" y="5616765"/>
            <a:ext cx="5501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b="1" dirty="0">
                <a:solidFill>
                  <a:srgbClr val="1C85C9"/>
                </a:solidFill>
              </a:rPr>
              <a:t>1000</a:t>
            </a:r>
            <a:r>
              <a:rPr kumimoji="1" lang="ja-JP" altLang="en-US" sz="4800" b="1" dirty="0">
                <a:solidFill>
                  <a:srgbClr val="1C85C9"/>
                </a:solidFill>
              </a:rPr>
              <a:t>円になるわけだ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0411DC6-26A2-D0D4-295A-BFC42EFF48FE}"/>
              </a:ext>
            </a:extLst>
          </p:cNvPr>
          <p:cNvSpPr txBox="1"/>
          <p:nvPr/>
        </p:nvSpPr>
        <p:spPr>
          <a:xfrm>
            <a:off x="4951984" y="7091680"/>
            <a:ext cx="24176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に関して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79B57ED1-DBCB-1913-7B09-33CFF97C2065}"/>
              </a:ext>
            </a:extLst>
          </p:cNvPr>
          <p:cNvSpPr txBox="1"/>
          <p:nvPr/>
        </p:nvSpPr>
        <p:spPr>
          <a:xfrm>
            <a:off x="2366020" y="8524557"/>
            <a:ext cx="6276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宿題をしてからでないと</a:t>
            </a:r>
          </a:p>
        </p:txBody>
      </p:sp>
    </p:spTree>
    <p:extLst>
      <p:ext uri="{BB962C8B-B14F-4D97-AF65-F5344CB8AC3E}">
        <p14:creationId xmlns:p14="http://schemas.microsoft.com/office/powerpoint/2010/main" val="284364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DD2A-2FF9-CD70-F264-E9E3B0C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C719680-D076-7ADD-809F-69E905B776D7}"/>
              </a:ext>
            </a:extLst>
          </p:cNvPr>
          <p:cNvSpPr txBox="1"/>
          <p:nvPr/>
        </p:nvSpPr>
        <p:spPr>
          <a:xfrm>
            <a:off x="1041143" y="2289753"/>
            <a:ext cx="23342857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説明書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、誰でも簡単に組み立てられるよ。「さえ～ば」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先生に連絡もせずに欠席するのは、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ことです。「べきではない」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日本には、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伝統料理が多い。「といった」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あの子は大した練習もしないのに優勝？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信じられない。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ja-JP" altLang="en-US" sz="4800" dirty="0"/>
              <a:t>　　　「それほど～か」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en-US" altLang="ja-JP" sz="4800" dirty="0"/>
              <a:t>10</a:t>
            </a:r>
            <a:r>
              <a:rPr lang="ja-JP" altLang="en-US" sz="4800" dirty="0"/>
              <a:t>．あんな話、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よ！信じちゃダメ！「に決まっている」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72D0116-2384-72E3-030A-198B6EE0ECD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893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E8E1-793E-2D26-88BB-28F1FC2D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4C80005-B6E6-744E-357A-10060D7C4D63}"/>
              </a:ext>
            </a:extLst>
          </p:cNvPr>
          <p:cNvSpPr txBox="1"/>
          <p:nvPr/>
        </p:nvSpPr>
        <p:spPr>
          <a:xfrm>
            <a:off x="1041143" y="2289753"/>
            <a:ext cx="23342857" cy="873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説明書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、誰でも簡単に組み立てられるよ。「さえ～ば」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先生に連絡もせずに欠席するのは、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ことです。「べきではない」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日本には、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伝統料理が多い。「といった」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あの子は大した練習もしないのに優勝？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信じられない。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ja-JP" altLang="en-US" sz="4800" dirty="0"/>
              <a:t>　　　「それほど～か」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en-US" altLang="ja-JP" sz="4800" dirty="0"/>
              <a:t>10</a:t>
            </a:r>
            <a:r>
              <a:rPr lang="ja-JP" altLang="en-US" sz="4800" dirty="0"/>
              <a:t>．あんな話、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よ！信じちゃダメ！「に決まっている」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866DA0C-C663-87F4-7159-317329EAF80B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528FA18B-DFBB-5D24-F625-26B5235B6FAE}"/>
              </a:ext>
            </a:extLst>
          </p:cNvPr>
          <p:cNvSpPr txBox="1"/>
          <p:nvPr/>
        </p:nvSpPr>
        <p:spPr>
          <a:xfrm>
            <a:off x="4634992" y="2688727"/>
            <a:ext cx="3060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さえ読めば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DD1A95B3-5EE0-393F-507D-5B6E2AE21F22}"/>
              </a:ext>
            </a:extLst>
          </p:cNvPr>
          <p:cNvSpPr txBox="1"/>
          <p:nvPr/>
        </p:nvSpPr>
        <p:spPr>
          <a:xfrm>
            <a:off x="11512042" y="4193677"/>
            <a:ext cx="47981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やるべきではない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193F2A50-50B7-B94B-838D-3AC8532DE333}"/>
              </a:ext>
            </a:extLst>
          </p:cNvPr>
          <p:cNvSpPr txBox="1"/>
          <p:nvPr/>
        </p:nvSpPr>
        <p:spPr>
          <a:xfrm>
            <a:off x="5149342" y="5584327"/>
            <a:ext cx="59057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寿司や天ぷらといった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1B77C2FD-F31B-F79D-A78F-BC046D50C4FE}"/>
              </a:ext>
            </a:extLst>
          </p:cNvPr>
          <p:cNvSpPr txBox="1"/>
          <p:nvPr/>
        </p:nvSpPr>
        <p:spPr>
          <a:xfrm>
            <a:off x="12445492" y="7004798"/>
            <a:ext cx="4980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それほど強いのか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AAB4AB-A7D9-7EC4-D4EB-ECCAF822E23E}"/>
              </a:ext>
            </a:extLst>
          </p:cNvPr>
          <p:cNvSpPr txBox="1"/>
          <p:nvPr/>
        </p:nvSpPr>
        <p:spPr>
          <a:xfrm>
            <a:off x="5506010" y="9938498"/>
            <a:ext cx="5192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ウソに決まっている</a:t>
            </a:r>
          </a:p>
        </p:txBody>
      </p:sp>
    </p:spTree>
    <p:extLst>
      <p:ext uri="{BB962C8B-B14F-4D97-AF65-F5344CB8AC3E}">
        <p14:creationId xmlns:p14="http://schemas.microsoft.com/office/powerpoint/2010/main" val="91399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岩崎さんがまだ病院に行こうとしなかった理由は何ですか。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C848-C4FF-C663-1960-44D81210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8124F1D-B54A-90F3-D111-E1068E5A8F3F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岩崎さんがまだ病院に行こうとしなかった理由は何ですか。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正解：陣痛の間隔が短くなっていなかったから。</a:t>
            </a:r>
          </a:p>
          <a:p>
            <a:pPr lvl="1"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B468D5B-C622-19A6-349D-0303C5697A79}"/>
              </a:ext>
            </a:extLst>
          </p:cNvPr>
          <p:cNvSpPr txBox="1"/>
          <p:nvPr/>
        </p:nvSpPr>
        <p:spPr>
          <a:xfrm>
            <a:off x="1043652" y="9299514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本文に「痛くなる間隔がもっと短くなってからでないと行けない」とある。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D3E41483-5F09-E11E-E5F7-A24C7006CB2B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838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コウさん（筆者）が果たそうとした「役割」は何ですか。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D61F841-F9A7-0205-C056-AD1596D29247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コウさん（筆者）が果たそうとした「役割」は何ですか。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</a:t>
            </a:r>
            <a:r>
              <a:rPr lang="en-US" altLang="ja-JP" sz="4800" dirty="0">
                <a:solidFill>
                  <a:srgbClr val="1C85C9"/>
                </a:solidFill>
              </a:rPr>
              <a:t> </a:t>
            </a:r>
            <a:r>
              <a:rPr lang="ja-JP" altLang="en-US" sz="4800" dirty="0">
                <a:solidFill>
                  <a:srgbClr val="1C85C9"/>
                </a:solidFill>
              </a:rPr>
              <a:t>岩崎さんの夫の代わり。</a:t>
            </a:r>
          </a:p>
          <a:p>
            <a:pPr lvl="1" algn="just">
              <a:lnSpc>
                <a:spcPct val="150000"/>
              </a:lnSpc>
            </a:pPr>
            <a:endParaRPr lang="ja-JP" altLang="en-US" sz="4800" dirty="0"/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本文に「ご主人の代わりという役割を果たそうと」と書かれている。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EFFF86-9CDA-75BC-006C-EEDD3D6093D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）あなたは「とても不安だったけれど、最後に安心できた」経験がありますか。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）あなたが「これは痛いに決まっている」と思うことは何ですか。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）あなたはこれまでに「嬉し泣き」したことがありますか。それはどんなときですか。</a:t>
            </a:r>
            <a:endParaRPr lang="en-US" altLang="ja-JP" sz="4800" b="1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3846DE2B-81AD-C81A-6CA4-E0E1521527C9}"/>
              </a:ext>
            </a:extLst>
          </p:cNvPr>
          <p:cNvSpPr txBox="1"/>
          <p:nvPr/>
        </p:nvSpPr>
        <p:spPr>
          <a:xfrm>
            <a:off x="1609343" y="4750580"/>
            <a:ext cx="164455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試験の前はとても不安だったけれど、合格できて安心しました。</a:t>
            </a:r>
          </a:p>
        </p:txBody>
      </p:sp>
      <p:sp>
        <p:nvSpPr>
          <p:cNvPr id="4" name="文字方塊 2">
            <a:extLst>
              <a:ext uri="{FF2B5EF4-FFF2-40B4-BE49-F238E27FC236}">
                <a16:creationId xmlns:a16="http://schemas.microsoft.com/office/drawing/2014/main" id="{067D47D6-A630-69AD-C9CC-1E746DE048F2}"/>
              </a:ext>
            </a:extLst>
          </p:cNvPr>
          <p:cNvSpPr txBox="1"/>
          <p:nvPr/>
        </p:nvSpPr>
        <p:spPr>
          <a:xfrm>
            <a:off x="1609343" y="8134424"/>
            <a:ext cx="123001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歯を抜くときは痛いに決まっていると思います。</a:t>
            </a:r>
          </a:p>
        </p:txBody>
      </p:sp>
      <p:sp>
        <p:nvSpPr>
          <p:cNvPr id="5" name="文字方塊 3">
            <a:extLst>
              <a:ext uri="{FF2B5EF4-FFF2-40B4-BE49-F238E27FC236}">
                <a16:creationId xmlns:a16="http://schemas.microsoft.com/office/drawing/2014/main" id="{E10F1540-4C32-8878-91F0-CBC29EAC4884}"/>
              </a:ext>
            </a:extLst>
          </p:cNvPr>
          <p:cNvSpPr txBox="1"/>
          <p:nvPr/>
        </p:nvSpPr>
        <p:spPr>
          <a:xfrm>
            <a:off x="1609343" y="11251554"/>
            <a:ext cx="13322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はい、部活動で優勝したときに嬉し泣きをしました。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4447F6F-5F33-F775-A103-445F73E5C295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601E-B047-2B06-44E0-ABD54066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F17ABE-18CF-1941-CEB7-073005AF5434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）あなたは「とても不安だったけれど、最後に安心できた」経験がありますか。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）あなたが「これは痛いに決まっている」と思うことは何ですか。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）あなたはこれまでに「嬉し泣き」したことがありますか。それはどんなときですか。</a:t>
            </a:r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7B23804-7C8F-9208-00D0-A18A382B762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6387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3001719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在這家公司裡，手機使用是被禁止的。（～において）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只要有你在我身邊，我就覺得安心。（さえ～ば）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不應該在公開場合大聲責罵別人。（～べきではない）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醫生來之前不能讓病人離開。（～てからでないと、～ない）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在這家公司裡，手機使用是被禁止的。（～において）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この会社においては、携帯電話の使用は禁止されています。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只要有你在我身邊，我就覺得安心。（さえ～ば）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あなたさえいれば、私は安心できます。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不應該在公開場合大聲責罵別人。（～べきではない）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人前で大声で叱るべきではありません。。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醫生來之前不能讓病人離開。（～てからでないと、～ない）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医者が来てからでないと、患者を帰らせることはできません。</a:t>
            </a:r>
            <a:endParaRPr lang="ja-JP" altLang="en-US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1215</TotalTime>
  <Words>1405</Words>
  <Application>Microsoft Office PowerPoint</Application>
  <PresentationFormat>ユーザー設定</PresentationFormat>
  <Paragraphs>108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Wingdings 2</vt:lpstr>
      <vt:lpstr>Calibri</vt:lpstr>
      <vt:lpstr>Gen Jyuu GothicL Bold</vt:lpstr>
      <vt:lpstr>BIZ UDGothic</vt:lpstr>
      <vt:lpstr>Microsoft JhengHei</vt:lpstr>
      <vt:lpstr>BIZ UDPGothic</vt:lpstr>
      <vt:lpstr>HGPSoeiKakugothicUB</vt:lpstr>
      <vt:lpstr>Gen Jyuu Gothic Bold</vt:lpstr>
      <vt:lpstr>Arial</vt:lpstr>
      <vt:lpstr>Microsoft Yahei</vt:lpstr>
      <vt:lpstr>Calibri Light</vt:lpstr>
      <vt:lpstr>SimSun</vt:lpstr>
      <vt:lpstr>Microsoft JhengHei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2025-08-24T16:12:20Z</dcterms:modified>
</cp:coreProperties>
</file>