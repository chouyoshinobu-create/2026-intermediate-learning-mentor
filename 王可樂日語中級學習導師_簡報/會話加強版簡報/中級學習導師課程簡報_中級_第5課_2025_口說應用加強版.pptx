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51" r:id="rId3"/>
    <p:sldId id="359" r:id="rId4"/>
    <p:sldId id="336" r:id="rId5"/>
    <p:sldId id="360" r:id="rId6"/>
    <p:sldId id="345" r:id="rId7"/>
    <p:sldId id="358" r:id="rId8"/>
    <p:sldId id="346" r:id="rId9"/>
    <p:sldId id="347" r:id="rId10"/>
    <p:sldId id="354" r:id="rId11"/>
    <p:sldId id="361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5A864-9926-47EE-A768-A8A4CA6BB954}" v="44" dt="2025-08-21T02:16:16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9EC5A864-9926-47EE-A768-A8A4CA6BB954}"/>
    <pc:docChg chg="undo custSel addSld delSld modSld modMainMaster">
      <pc:chgData name="嘉展 張" userId="56c0cc265fef7f12" providerId="LiveId" clId="{9EC5A864-9926-47EE-A768-A8A4CA6BB954}" dt="2025-08-23T03:03:59.667" v="1360" actId="1076"/>
      <pc:docMkLst>
        <pc:docMk/>
      </pc:docMkLst>
      <pc:sldChg chg="modSp mod">
        <pc:chgData name="嘉展 張" userId="56c0cc265fef7f12" providerId="LiveId" clId="{9EC5A864-9926-47EE-A768-A8A4CA6BB954}" dt="2025-08-21T01:55:38.955" v="364"/>
        <pc:sldMkLst>
          <pc:docMk/>
          <pc:sldMk cId="3676040206" sldId="336"/>
        </pc:sldMkLst>
        <pc:spChg chg="mod">
          <ac:chgData name="嘉展 張" userId="56c0cc265fef7f12" providerId="LiveId" clId="{9EC5A864-9926-47EE-A768-A8A4CA6BB954}" dt="2025-08-21T01:55:38.955" v="364"/>
          <ac:spMkLst>
            <pc:docMk/>
            <pc:sldMk cId="3676040206" sldId="336"/>
            <ac:spMk id="9" creationId="{3E1321ED-A884-C297-CFB0-67F0C676076A}"/>
          </ac:spMkLst>
        </pc:spChg>
      </pc:sldChg>
      <pc:sldChg chg="modSp">
        <pc:chgData name="嘉展 張" userId="56c0cc265fef7f12" providerId="LiveId" clId="{9EC5A864-9926-47EE-A768-A8A4CA6BB954}" dt="2025-08-21T01:58:28.875" v="542"/>
        <pc:sldMkLst>
          <pc:docMk/>
          <pc:sldMk cId="1115666099" sldId="346"/>
        </pc:sldMkLst>
        <pc:spChg chg="mod">
          <ac:chgData name="嘉展 張" userId="56c0cc265fef7f12" providerId="LiveId" clId="{9EC5A864-9926-47EE-A768-A8A4CA6BB954}" dt="2025-08-21T01:58:28.875" v="542"/>
          <ac:spMkLst>
            <pc:docMk/>
            <pc:sldMk cId="1115666099" sldId="346"/>
            <ac:spMk id="29" creationId="{F076D3C2-E036-1E0D-8390-8EEEFA171CCA}"/>
          </ac:spMkLst>
        </pc:spChg>
      </pc:sldChg>
      <pc:sldChg chg="modSp mod">
        <pc:chgData name="嘉展 張" userId="56c0cc265fef7f12" providerId="LiveId" clId="{9EC5A864-9926-47EE-A768-A8A4CA6BB954}" dt="2025-08-21T01:58:31.579" v="543"/>
        <pc:sldMkLst>
          <pc:docMk/>
          <pc:sldMk cId="3822570613" sldId="347"/>
        </pc:sldMkLst>
        <pc:spChg chg="mod">
          <ac:chgData name="嘉展 張" userId="56c0cc265fef7f12" providerId="LiveId" clId="{9EC5A864-9926-47EE-A768-A8A4CA6BB954}" dt="2025-08-21T01:57:58.213" v="540" actId="20577"/>
          <ac:spMkLst>
            <pc:docMk/>
            <pc:sldMk cId="3822570613" sldId="347"/>
            <ac:spMk id="4" creationId="{7CF0AAA5-7B5F-5A35-EF73-2142F862E9C8}"/>
          </ac:spMkLst>
        </pc:spChg>
        <pc:spChg chg="mod">
          <ac:chgData name="嘉展 張" userId="56c0cc265fef7f12" providerId="LiveId" clId="{9EC5A864-9926-47EE-A768-A8A4CA6BB954}" dt="2025-08-21T01:58:31.579" v="543"/>
          <ac:spMkLst>
            <pc:docMk/>
            <pc:sldMk cId="3822570613" sldId="347"/>
            <ac:spMk id="29" creationId="{B8881DE8-02EF-A5E2-CC8D-D8965604619D}"/>
          </ac:spMkLst>
        </pc:spChg>
      </pc:sldChg>
      <pc:sldChg chg="modSp mod">
        <pc:chgData name="嘉展 張" userId="56c0cc265fef7f12" providerId="LiveId" clId="{9EC5A864-9926-47EE-A768-A8A4CA6BB954}" dt="2025-08-21T01:49:05.275" v="121" actId="20577"/>
        <pc:sldMkLst>
          <pc:docMk/>
          <pc:sldMk cId="732333138" sldId="351"/>
        </pc:sldMkLst>
        <pc:spChg chg="mod">
          <ac:chgData name="嘉展 張" userId="56c0cc265fef7f12" providerId="LiveId" clId="{9EC5A864-9926-47EE-A768-A8A4CA6BB954}" dt="2025-08-21T01:48:26.297" v="109" actId="1076"/>
          <ac:spMkLst>
            <pc:docMk/>
            <pc:sldMk cId="732333138" sldId="351"/>
            <ac:spMk id="3" creationId="{2BC9BB58-96B1-8EFF-8280-F35DCA9162EA}"/>
          </ac:spMkLst>
        </pc:spChg>
        <pc:spChg chg="mod">
          <ac:chgData name="嘉展 張" userId="56c0cc265fef7f12" providerId="LiveId" clId="{9EC5A864-9926-47EE-A768-A8A4CA6BB954}" dt="2025-08-21T01:49:05.275" v="121" actId="20577"/>
          <ac:spMkLst>
            <pc:docMk/>
            <pc:sldMk cId="732333138" sldId="351"/>
            <ac:spMk id="9" creationId="{DA69BD8C-0913-B381-ABCA-CA713C77BC80}"/>
          </ac:spMkLst>
        </pc:spChg>
      </pc:sldChg>
      <pc:sldChg chg="modSp mod">
        <pc:chgData name="嘉展 張" userId="56c0cc265fef7f12" providerId="LiveId" clId="{9EC5A864-9926-47EE-A768-A8A4CA6BB954}" dt="2025-08-23T03:03:42.491" v="1355" actId="20577"/>
        <pc:sldMkLst>
          <pc:docMk/>
          <pc:sldMk cId="2503062332" sldId="354"/>
        </pc:sldMkLst>
        <pc:spChg chg="mod">
          <ac:chgData name="嘉展 張" userId="56c0cc265fef7f12" providerId="LiveId" clId="{9EC5A864-9926-47EE-A768-A8A4CA6BB954}" dt="2025-08-23T03:03:42.491" v="1355" actId="20577"/>
          <ac:spMkLst>
            <pc:docMk/>
            <pc:sldMk cId="2503062332" sldId="354"/>
            <ac:spMk id="2" creationId="{811F5A94-0B0C-504F-DC25-BE08E6B5923F}"/>
          </ac:spMkLst>
        </pc:spChg>
        <pc:spChg chg="mod">
          <ac:chgData name="嘉展 張" userId="56c0cc265fef7f12" providerId="LiveId" clId="{9EC5A864-9926-47EE-A768-A8A4CA6BB954}" dt="2025-08-21T01:58:34.155" v="544"/>
          <ac:spMkLst>
            <pc:docMk/>
            <pc:sldMk cId="2503062332" sldId="354"/>
            <ac:spMk id="29" creationId="{D0DC7B53-0103-E1A0-F1F3-15DFF822DA28}"/>
          </ac:spMkLst>
        </pc:spChg>
      </pc:sldChg>
      <pc:sldChg chg="modSp del mod">
        <pc:chgData name="嘉展 張" userId="56c0cc265fef7f12" providerId="LiveId" clId="{9EC5A864-9926-47EE-A768-A8A4CA6BB954}" dt="2025-08-21T01:50:20.505" v="254" actId="47"/>
        <pc:sldMkLst>
          <pc:docMk/>
          <pc:sldMk cId="3052656619" sldId="356"/>
        </pc:sldMkLst>
      </pc:sldChg>
      <pc:sldChg chg="del">
        <pc:chgData name="嘉展 張" userId="56c0cc265fef7f12" providerId="LiveId" clId="{9EC5A864-9926-47EE-A768-A8A4CA6BB954}" dt="2025-08-21T01:57:23.810" v="511" actId="47"/>
        <pc:sldMkLst>
          <pc:docMk/>
          <pc:sldMk cId="185642437" sldId="357"/>
        </pc:sldMkLst>
      </pc:sldChg>
      <pc:sldChg chg="modSp mod">
        <pc:chgData name="嘉展 張" userId="56c0cc265fef7f12" providerId="LiveId" clId="{9EC5A864-9926-47EE-A768-A8A4CA6BB954}" dt="2025-08-21T01:58:25.069" v="541"/>
        <pc:sldMkLst>
          <pc:docMk/>
          <pc:sldMk cId="4193172206" sldId="358"/>
        </pc:sldMkLst>
        <pc:spChg chg="mod">
          <ac:chgData name="嘉展 張" userId="56c0cc265fef7f12" providerId="LiveId" clId="{9EC5A864-9926-47EE-A768-A8A4CA6BB954}" dt="2025-08-21T01:57:49.538" v="530" actId="20577"/>
          <ac:spMkLst>
            <pc:docMk/>
            <pc:sldMk cId="4193172206" sldId="358"/>
            <ac:spMk id="3" creationId="{CE42E57B-1BE0-21FA-52A0-358900141028}"/>
          </ac:spMkLst>
        </pc:spChg>
        <pc:spChg chg="mod">
          <ac:chgData name="嘉展 張" userId="56c0cc265fef7f12" providerId="LiveId" clId="{9EC5A864-9926-47EE-A768-A8A4CA6BB954}" dt="2025-08-21T01:58:25.069" v="541"/>
          <ac:spMkLst>
            <pc:docMk/>
            <pc:sldMk cId="4193172206" sldId="358"/>
            <ac:spMk id="29" creationId="{09D2EFBA-A6CD-CA14-0243-3CB99AB2B302}"/>
          </ac:spMkLst>
        </pc:spChg>
      </pc:sldChg>
      <pc:sldChg chg="addSp delSp modSp add mod">
        <pc:chgData name="嘉展 張" userId="56c0cc265fef7f12" providerId="LiveId" clId="{9EC5A864-9926-47EE-A768-A8A4CA6BB954}" dt="2025-08-21T01:50:16.666" v="253" actId="1076"/>
        <pc:sldMkLst>
          <pc:docMk/>
          <pc:sldMk cId="1422783774" sldId="359"/>
        </pc:sldMkLst>
        <pc:spChg chg="add mod">
          <ac:chgData name="嘉展 張" userId="56c0cc265fef7f12" providerId="LiveId" clId="{9EC5A864-9926-47EE-A768-A8A4CA6BB954}" dt="2025-08-21T01:49:26.985" v="149" actId="1076"/>
          <ac:spMkLst>
            <pc:docMk/>
            <pc:sldMk cId="1422783774" sldId="359"/>
            <ac:spMk id="6" creationId="{28073290-6C6A-CC09-477F-844006EEBCEC}"/>
          </ac:spMkLst>
        </pc:spChg>
        <pc:spChg chg="add mod">
          <ac:chgData name="嘉展 張" userId="56c0cc265fef7f12" providerId="LiveId" clId="{9EC5A864-9926-47EE-A768-A8A4CA6BB954}" dt="2025-08-21T01:49:38.103" v="163" actId="1076"/>
          <ac:spMkLst>
            <pc:docMk/>
            <pc:sldMk cId="1422783774" sldId="359"/>
            <ac:spMk id="7" creationId="{D9562C67-FA05-3A9E-3C6A-8FB0E0BB149F}"/>
          </ac:spMkLst>
        </pc:spChg>
        <pc:spChg chg="add mod">
          <ac:chgData name="嘉展 張" userId="56c0cc265fef7f12" providerId="LiveId" clId="{9EC5A864-9926-47EE-A768-A8A4CA6BB954}" dt="2025-08-21T01:49:58.090" v="220" actId="1076"/>
          <ac:spMkLst>
            <pc:docMk/>
            <pc:sldMk cId="1422783774" sldId="359"/>
            <ac:spMk id="8" creationId="{AF9D5E4B-01BC-A7D9-4123-2535C6C6E1CA}"/>
          </ac:spMkLst>
        </pc:spChg>
        <pc:spChg chg="mod">
          <ac:chgData name="嘉展 張" userId="56c0cc265fef7f12" providerId="LiveId" clId="{9EC5A864-9926-47EE-A768-A8A4CA6BB954}" dt="2025-08-21T01:49:11.834" v="129" actId="20577"/>
          <ac:spMkLst>
            <pc:docMk/>
            <pc:sldMk cId="1422783774" sldId="359"/>
            <ac:spMk id="9" creationId="{7721CE33-D841-A8F4-9D62-D05B3D1776C4}"/>
          </ac:spMkLst>
        </pc:spChg>
        <pc:spChg chg="add mod">
          <ac:chgData name="嘉展 張" userId="56c0cc265fef7f12" providerId="LiveId" clId="{9EC5A864-9926-47EE-A768-A8A4CA6BB954}" dt="2025-08-21T01:50:08.044" v="238" actId="1076"/>
          <ac:spMkLst>
            <pc:docMk/>
            <pc:sldMk cId="1422783774" sldId="359"/>
            <ac:spMk id="10" creationId="{FDD80986-7DAF-FB03-9085-9DFB6CEE1915}"/>
          </ac:spMkLst>
        </pc:spChg>
        <pc:spChg chg="add mod">
          <ac:chgData name="嘉展 張" userId="56c0cc265fef7f12" providerId="LiveId" clId="{9EC5A864-9926-47EE-A768-A8A4CA6BB954}" dt="2025-08-21T01:50:16.666" v="253" actId="1076"/>
          <ac:spMkLst>
            <pc:docMk/>
            <pc:sldMk cId="1422783774" sldId="359"/>
            <ac:spMk id="11" creationId="{312CE790-5524-4550-5E79-12E5C7FE9622}"/>
          </ac:spMkLst>
        </pc:spChg>
      </pc:sldChg>
      <pc:sldChg chg="addSp modSp add mod">
        <pc:chgData name="嘉展 張" userId="56c0cc265fef7f12" providerId="LiveId" clId="{9EC5A864-9926-47EE-A768-A8A4CA6BB954}" dt="2025-08-21T01:57:20.121" v="510" actId="20577"/>
        <pc:sldMkLst>
          <pc:docMk/>
          <pc:sldMk cId="22387780" sldId="360"/>
        </pc:sldMkLst>
        <pc:spChg chg="add mod">
          <ac:chgData name="嘉展 張" userId="56c0cc265fef7f12" providerId="LiveId" clId="{9EC5A864-9926-47EE-A768-A8A4CA6BB954}" dt="2025-08-21T01:56:07.306" v="388" actId="20577"/>
          <ac:spMkLst>
            <pc:docMk/>
            <pc:sldMk cId="22387780" sldId="360"/>
            <ac:spMk id="3" creationId="{FC3D69D6-8858-4F44-B2E3-46BA12F44EEE}"/>
          </ac:spMkLst>
        </pc:spChg>
        <pc:spChg chg="add mod">
          <ac:chgData name="嘉展 張" userId="56c0cc265fef7f12" providerId="LiveId" clId="{9EC5A864-9926-47EE-A768-A8A4CA6BB954}" dt="2025-08-21T01:56:27.281" v="423" actId="20577"/>
          <ac:spMkLst>
            <pc:docMk/>
            <pc:sldMk cId="22387780" sldId="360"/>
            <ac:spMk id="4" creationId="{7521ED03-CE8A-2B19-BD3E-B727E87DE88E}"/>
          </ac:spMkLst>
        </pc:spChg>
        <pc:spChg chg="add mod">
          <ac:chgData name="嘉展 張" userId="56c0cc265fef7f12" providerId="LiveId" clId="{9EC5A864-9926-47EE-A768-A8A4CA6BB954}" dt="2025-08-21T01:56:42.886" v="451" actId="20577"/>
          <ac:spMkLst>
            <pc:docMk/>
            <pc:sldMk cId="22387780" sldId="360"/>
            <ac:spMk id="5" creationId="{3FB3306E-F930-1474-5DA7-ED3947B39EFD}"/>
          </ac:spMkLst>
        </pc:spChg>
        <pc:spChg chg="add mod">
          <ac:chgData name="嘉展 張" userId="56c0cc265fef7f12" providerId="LiveId" clId="{9EC5A864-9926-47EE-A768-A8A4CA6BB954}" dt="2025-08-21T01:56:53.673" v="465" actId="20577"/>
          <ac:spMkLst>
            <pc:docMk/>
            <pc:sldMk cId="22387780" sldId="360"/>
            <ac:spMk id="6" creationId="{A76A5054-2DC4-18D7-307E-97F39A700EB2}"/>
          </ac:spMkLst>
        </pc:spChg>
        <pc:spChg chg="add mod">
          <ac:chgData name="嘉展 張" userId="56c0cc265fef7f12" providerId="LiveId" clId="{9EC5A864-9926-47EE-A768-A8A4CA6BB954}" dt="2025-08-21T01:57:05.146" v="476" actId="20577"/>
          <ac:spMkLst>
            <pc:docMk/>
            <pc:sldMk cId="22387780" sldId="360"/>
            <ac:spMk id="7" creationId="{BB615892-D1E4-8D59-7873-31E71547AE40}"/>
          </ac:spMkLst>
        </pc:spChg>
        <pc:spChg chg="add mod">
          <ac:chgData name="嘉展 張" userId="56c0cc265fef7f12" providerId="LiveId" clId="{9EC5A864-9926-47EE-A768-A8A4CA6BB954}" dt="2025-08-21T01:57:20.121" v="510" actId="20577"/>
          <ac:spMkLst>
            <pc:docMk/>
            <pc:sldMk cId="22387780" sldId="360"/>
            <ac:spMk id="8" creationId="{B78A4798-FC9A-56DC-BEA6-525EF1EAEB3F}"/>
          </ac:spMkLst>
        </pc:spChg>
      </pc:sldChg>
      <pc:sldChg chg="addSp delSp modSp add mod">
        <pc:chgData name="嘉展 張" userId="56c0cc265fef7f12" providerId="LiveId" clId="{9EC5A864-9926-47EE-A768-A8A4CA6BB954}" dt="2025-08-23T03:03:59.667" v="1360" actId="1076"/>
        <pc:sldMkLst>
          <pc:docMk/>
          <pc:sldMk cId="1281577794" sldId="361"/>
        </pc:sldMkLst>
        <pc:spChg chg="mod">
          <ac:chgData name="嘉展 張" userId="56c0cc265fef7f12" providerId="LiveId" clId="{9EC5A864-9926-47EE-A768-A8A4CA6BB954}" dt="2025-08-23T03:03:46.857" v="1357" actId="20577"/>
          <ac:spMkLst>
            <pc:docMk/>
            <pc:sldMk cId="1281577794" sldId="361"/>
            <ac:spMk id="2" creationId="{B4C7D818-3EC3-E82F-EB1D-70859557C961}"/>
          </ac:spMkLst>
        </pc:spChg>
        <pc:spChg chg="add mod">
          <ac:chgData name="嘉展 張" userId="56c0cc265fef7f12" providerId="LiveId" clId="{9EC5A864-9926-47EE-A768-A8A4CA6BB954}" dt="2025-08-23T03:03:50.151" v="1358" actId="1076"/>
          <ac:spMkLst>
            <pc:docMk/>
            <pc:sldMk cId="1281577794" sldId="361"/>
            <ac:spMk id="3" creationId="{AAB14C8E-938C-DB1D-6065-D54AEC57A289}"/>
          </ac:spMkLst>
        </pc:spChg>
        <pc:spChg chg="add mod">
          <ac:chgData name="嘉展 張" userId="56c0cc265fef7f12" providerId="LiveId" clId="{9EC5A864-9926-47EE-A768-A8A4CA6BB954}" dt="2025-08-23T03:03:53.466" v="1359" actId="1076"/>
          <ac:spMkLst>
            <pc:docMk/>
            <pc:sldMk cId="1281577794" sldId="361"/>
            <ac:spMk id="6" creationId="{D214036A-CBE5-EDE8-E2CF-6EA992E2A770}"/>
          </ac:spMkLst>
        </pc:spChg>
        <pc:spChg chg="add mod">
          <ac:chgData name="嘉展 張" userId="56c0cc265fef7f12" providerId="LiveId" clId="{9EC5A864-9926-47EE-A768-A8A4CA6BB954}" dt="2025-08-23T03:03:59.667" v="1360" actId="1076"/>
          <ac:spMkLst>
            <pc:docMk/>
            <pc:sldMk cId="1281577794" sldId="361"/>
            <ac:spMk id="7" creationId="{710C2FFE-E1D7-E5D1-62C2-F691BC0861F7}"/>
          </ac:spMkLst>
        </pc:spChg>
      </pc:sldChg>
      <pc:sldMasterChg chg="modSldLayout">
        <pc:chgData name="嘉展 張" userId="56c0cc265fef7f12" providerId="LiveId" clId="{9EC5A864-9926-47EE-A768-A8A4CA6BB954}" dt="2025-08-21T01:45:41.881" v="0"/>
        <pc:sldMasterMkLst>
          <pc:docMk/>
          <pc:sldMasterMk cId="2733321511" sldId="2147483688"/>
        </pc:sldMasterMkLst>
        <pc:sldLayoutChg chg="modSp">
          <pc:chgData name="嘉展 張" userId="56c0cc265fef7f12" providerId="LiveId" clId="{9EC5A864-9926-47EE-A768-A8A4CA6BB954}" dt="2025-08-21T01:45:41.881" v="0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9EC5A864-9926-47EE-A768-A8A4CA6BB954}" dt="2025-08-21T01:45:41.881" v="0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12T16:21:57.820" v="300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12T16:21:57.820" v="300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12T16:21:22.175" v="293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6706FE7E-36FA-417F-842C-6414BB64B6A1}"/>
    <pc:docChg chg="undo custSel delSld modSld">
      <pc:chgData name="嘉展 張" userId="56c0cc265fef7f12" providerId="LiveId" clId="{6706FE7E-36FA-417F-842C-6414BB64B6A1}" dt="2025-07-23T07:30:46.569" v="227"/>
      <pc:docMkLst>
        <pc:docMk/>
      </pc:docMkLst>
      <pc:sldChg chg="modSp mod">
        <pc:chgData name="嘉展 張" userId="56c0cc265fef7f12" providerId="LiveId" clId="{6706FE7E-36FA-417F-842C-6414BB64B6A1}" dt="2025-07-23T07:27:01.861" v="48" actId="20577"/>
        <pc:sldMkLst>
          <pc:docMk/>
          <pc:sldMk cId="3752334464" sldId="345"/>
        </pc:sldMkLst>
      </pc:sldChg>
      <pc:sldChg chg="modSp mod">
        <pc:chgData name="嘉展 張" userId="56c0cc265fef7f12" providerId="LiveId" clId="{6706FE7E-36FA-417F-842C-6414BB64B6A1}" dt="2025-07-23T07:27:44.137" v="65" actId="6549"/>
        <pc:sldMkLst>
          <pc:docMk/>
          <pc:sldMk cId="1115666099" sldId="346"/>
        </pc:sldMkLst>
      </pc:sldChg>
      <pc:sldChg chg="modSp mod">
        <pc:chgData name="嘉展 張" userId="56c0cc265fef7f12" providerId="LiveId" clId="{6706FE7E-36FA-417F-842C-6414BB64B6A1}" dt="2025-07-23T07:27:58.588" v="84" actId="20577"/>
        <pc:sldMkLst>
          <pc:docMk/>
          <pc:sldMk cId="3822570613" sldId="347"/>
        </pc:sldMkLst>
      </pc:sldChg>
      <pc:sldChg chg="addSp modSp mod">
        <pc:chgData name="嘉展 張" userId="56c0cc265fef7f12" providerId="LiveId" clId="{6706FE7E-36FA-417F-842C-6414BB64B6A1}" dt="2025-07-23T07:30:46.569" v="227"/>
        <pc:sldMkLst>
          <pc:docMk/>
          <pc:sldMk cId="732333138" sldId="351"/>
        </pc:sldMkLst>
      </pc:sldChg>
      <pc:sldChg chg="del">
        <pc:chgData name="嘉展 張" userId="56c0cc265fef7f12" providerId="LiveId" clId="{6706FE7E-36FA-417F-842C-6414BB64B6A1}" dt="2025-07-23T07:28:11.377" v="85" actId="47"/>
        <pc:sldMkLst>
          <pc:docMk/>
          <pc:sldMk cId="2169278876" sldId="355"/>
        </pc:sldMkLst>
      </pc:sldChg>
      <pc:sldChg chg="modSp mod">
        <pc:chgData name="嘉展 張" userId="56c0cc265fef7f12" providerId="LiveId" clId="{6706FE7E-36FA-417F-842C-6414BB64B6A1}" dt="2025-07-23T07:27:33.094" v="64" actId="20577"/>
        <pc:sldMkLst>
          <pc:docMk/>
          <pc:sldMk cId="4193172206" sldId="35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50-B6C1-742F-B5AE-2819E48B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DB47E-6094-D346-2799-A8C066C3B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77B647-F565-395E-D257-4836AFA7E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86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EEB88-9F6A-4E78-C6B8-70C5299F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0EDFAD-33D9-7DBD-004C-18BC4ED99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1CD1F3-4914-E639-360D-257ED93B2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5504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4579-EC49-74F7-731C-CF35115D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6E8282-F896-AF4E-2FE7-D71647B80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0342D6-751C-5997-C484-428A8A459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057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60118-1E36-053C-9ADB-C7A369F4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0190224-6F1E-1D12-1436-F00ED3B0A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A7050B8-ABE3-7D57-E929-4B7B52DDD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6039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FECB7-1374-E0E1-5A44-485DB2A2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ECB6EEE-25DE-3EEC-029B-33A004BE4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82F8443-946B-A448-33C6-7FC4C6EDF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4064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5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就職活動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第五課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から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にかけて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～に反して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～てたまらない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に従って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～に違いない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～にわたって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～を除いて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～そうもない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～込む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なんと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05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就職活動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第五課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0CC0-9AEB-CEDC-011A-75914E0C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A69BD8C-0913-B381-ABCA-CA713C77BC80}"/>
              </a:ext>
            </a:extLst>
          </p:cNvPr>
          <p:cNvSpPr txBox="1"/>
          <p:nvPr/>
        </p:nvSpPr>
        <p:spPr>
          <a:xfrm>
            <a:off x="1183163" y="1820979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台風は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、日本を襲います。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試験の結果は、予想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、半分以上が不合格でした。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エアコンが壊れていて、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一日だった。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ルールが変わると、それ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人々の行動も変わります。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この豪華な部屋を見ると、彼はかなりお金持ち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ね。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ABB65-5595-9560-BE75-B242D3F762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BC9BB58-96B1-8EFF-8280-F35DCA9162EA}"/>
              </a:ext>
            </a:extLst>
          </p:cNvPr>
          <p:cNvSpPr txBox="1"/>
          <p:nvPr/>
        </p:nvSpPr>
        <p:spPr>
          <a:xfrm>
            <a:off x="412412" y="11895021"/>
            <a:ext cx="23221422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～てたまらない／～にいちがいない／～にはんして／～にしたがって／～から～にかけて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73233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FFC57-D096-C667-184F-7338C0FD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7721CE33-D841-A8F4-9D62-D05B3D1776C4}"/>
              </a:ext>
            </a:extLst>
          </p:cNvPr>
          <p:cNvSpPr txBox="1"/>
          <p:nvPr/>
        </p:nvSpPr>
        <p:spPr>
          <a:xfrm>
            <a:off x="1183163" y="1820979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台風は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、日本を襲います。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試験の結果は、予想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、半分以上が不合格でした。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エアコンが壊れていて、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一日だった。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ルールが変わると、それ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人々の行動も変わります。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この豪華な部屋を見ると、彼はかなりお金持ち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ね。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7259371-22B7-5949-429A-32477BD97AB8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BBAABF3-85B6-9F32-6D9A-74EB76E767B1}"/>
              </a:ext>
            </a:extLst>
          </p:cNvPr>
          <p:cNvSpPr txBox="1"/>
          <p:nvPr/>
        </p:nvSpPr>
        <p:spPr>
          <a:xfrm>
            <a:off x="412412" y="11895021"/>
            <a:ext cx="23221422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～てたまらない／～にいちがいない／～にはんして／～にしたがって／～から～にかけて</a:t>
            </a:r>
            <a:endParaRPr kumimoji="1" lang="ja-JP" altLang="en-US" sz="4800" dirty="0"/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28073290-6C6A-CC09-477F-844006EEBCEC}"/>
              </a:ext>
            </a:extLst>
          </p:cNvPr>
          <p:cNvSpPr txBox="1"/>
          <p:nvPr/>
        </p:nvSpPr>
        <p:spPr>
          <a:xfrm>
            <a:off x="4451999" y="2465003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夏から秋にかけて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9562C67-FA05-3A9E-3C6A-8FB0E0BB149F}"/>
              </a:ext>
            </a:extLst>
          </p:cNvPr>
          <p:cNvSpPr txBox="1"/>
          <p:nvPr/>
        </p:nvSpPr>
        <p:spPr>
          <a:xfrm>
            <a:off x="8335151" y="4355523"/>
            <a:ext cx="3012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にはんして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AF9D5E4B-01BC-A7D9-4123-2535C6C6E1CA}"/>
              </a:ext>
            </a:extLst>
          </p:cNvPr>
          <p:cNvSpPr txBox="1"/>
          <p:nvPr/>
        </p:nvSpPr>
        <p:spPr>
          <a:xfrm>
            <a:off x="8615567" y="6234751"/>
            <a:ext cx="44903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暑くてたまらない</a:t>
            </a:r>
          </a:p>
        </p:txBody>
      </p:sp>
      <p:sp>
        <p:nvSpPr>
          <p:cNvPr id="10" name="文字方塊 6">
            <a:extLst>
              <a:ext uri="{FF2B5EF4-FFF2-40B4-BE49-F238E27FC236}">
                <a16:creationId xmlns:a16="http://schemas.microsoft.com/office/drawing/2014/main" id="{FDD80986-7DAF-FB03-9085-9DFB6CEE1915}"/>
              </a:ext>
            </a:extLst>
          </p:cNvPr>
          <p:cNvSpPr txBox="1"/>
          <p:nvPr/>
        </p:nvSpPr>
        <p:spPr>
          <a:xfrm>
            <a:off x="8847167" y="7912811"/>
            <a:ext cx="34868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にしたがって</a:t>
            </a:r>
          </a:p>
        </p:txBody>
      </p:sp>
      <p:sp>
        <p:nvSpPr>
          <p:cNvPr id="11" name="文字方塊 6">
            <a:extLst>
              <a:ext uri="{FF2B5EF4-FFF2-40B4-BE49-F238E27FC236}">
                <a16:creationId xmlns:a16="http://schemas.microsoft.com/office/drawing/2014/main" id="{312CE790-5524-4550-5E79-12E5C7FE9622}"/>
              </a:ext>
            </a:extLst>
          </p:cNvPr>
          <p:cNvSpPr txBox="1"/>
          <p:nvPr/>
        </p:nvSpPr>
        <p:spPr>
          <a:xfrm>
            <a:off x="14723711" y="9805477"/>
            <a:ext cx="36471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にちがいない</a:t>
            </a:r>
          </a:p>
        </p:txBody>
      </p:sp>
    </p:spTree>
    <p:extLst>
      <p:ext uri="{BB962C8B-B14F-4D97-AF65-F5344CB8AC3E}">
        <p14:creationId xmlns:p14="http://schemas.microsoft.com/office/powerpoint/2010/main" val="1422783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C232-8E7E-373C-6357-B83E851A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E1321ED-A884-C297-CFB0-67F0C676076A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この大会は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行われます。「にわたって」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誰もマスクをしていなかった。「をのぞいて」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どう見ても今日は雨が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。「そうもない」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主人公が感情を押さえきれず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。「～こむ」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、彼女は入社して</a:t>
            </a:r>
            <a:r>
              <a:rPr lang="en-US" altLang="ja-JP" sz="4800" dirty="0"/>
              <a:t>1</a:t>
            </a:r>
            <a:r>
              <a:rPr lang="ja-JP" altLang="en-US" sz="4800" dirty="0"/>
              <a:t>ヶ月で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！「なんと」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8A9AF6-D02B-8CD4-94E1-C846C64EEFE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604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0D513-32FB-AAC3-6341-D946E63D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84078533-9A91-F95F-9704-49562214D1F1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この大会は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行われます。「にわたって」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誰もマスクをしていなかった。「をのぞいて」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どう見ても今日は雨が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。「そうもない」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主人公が感情を押さえきれず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。「～こむ」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、彼女は入社して</a:t>
            </a:r>
            <a:r>
              <a:rPr lang="en-US" altLang="ja-JP" sz="4800" dirty="0"/>
              <a:t>1</a:t>
            </a:r>
            <a:r>
              <a:rPr lang="ja-JP" altLang="en-US" sz="4800" dirty="0"/>
              <a:t>ヶ月で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！「なんと」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3385AEA-3D8D-B982-51EA-A9F7A71F320F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FC3D69D6-8858-4F44-B2E3-46BA12F44EEE}"/>
              </a:ext>
            </a:extLst>
          </p:cNvPr>
          <p:cNvSpPr txBox="1"/>
          <p:nvPr/>
        </p:nvSpPr>
        <p:spPr>
          <a:xfrm>
            <a:off x="5537039" y="3761435"/>
            <a:ext cx="4868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三日間にわたって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7521ED03-CE8A-2B19-BD3E-B727E87DE88E}"/>
              </a:ext>
            </a:extLst>
          </p:cNvPr>
          <p:cNvSpPr txBox="1"/>
          <p:nvPr/>
        </p:nvSpPr>
        <p:spPr>
          <a:xfrm>
            <a:off x="2518669" y="5504891"/>
            <a:ext cx="43075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彼女をのぞいて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3FB3306E-F930-1474-5DA7-ED3947B39EFD}"/>
              </a:ext>
            </a:extLst>
          </p:cNvPr>
          <p:cNvSpPr txBox="1"/>
          <p:nvPr/>
        </p:nvSpPr>
        <p:spPr>
          <a:xfrm>
            <a:off x="8504941" y="7376363"/>
            <a:ext cx="39148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降りそうもない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A76A5054-2DC4-18D7-307E-97F39A700EB2}"/>
              </a:ext>
            </a:extLst>
          </p:cNvPr>
          <p:cNvSpPr txBox="1"/>
          <p:nvPr/>
        </p:nvSpPr>
        <p:spPr>
          <a:xfrm>
            <a:off x="9974077" y="9156395"/>
            <a:ext cx="29851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泣きこんだ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615892-D1E4-8D59-7873-31E71547AE40}"/>
              </a:ext>
            </a:extLst>
          </p:cNvPr>
          <p:cNvSpPr txBox="1"/>
          <p:nvPr/>
        </p:nvSpPr>
        <p:spPr>
          <a:xfrm>
            <a:off x="2975869" y="10954715"/>
            <a:ext cx="18117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なんと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B78A4798-FC9A-56DC-BEA6-525EF1EAEB3F}"/>
              </a:ext>
            </a:extLst>
          </p:cNvPr>
          <p:cNvSpPr txBox="1"/>
          <p:nvPr/>
        </p:nvSpPr>
        <p:spPr>
          <a:xfrm>
            <a:off x="15073544" y="11055157"/>
            <a:ext cx="4286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店長に昇進した</a:t>
            </a:r>
          </a:p>
        </p:txBody>
      </p:sp>
    </p:spTree>
    <p:extLst>
      <p:ext uri="{BB962C8B-B14F-4D97-AF65-F5344CB8AC3E}">
        <p14:creationId xmlns:p14="http://schemas.microsoft.com/office/powerpoint/2010/main" val="2238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F0A653-E125-10F4-6790-C8025C1EBB43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筆者が「予想に反してうまくいきませんでした」と言っているのは、どんなことですか。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筆者が「予想に反してうまくいきませんでした」と言っているのは、どんなことですか。</a:t>
            </a:r>
          </a:p>
          <a:p>
            <a:pPr lvl="1" algn="just">
              <a:lnSpc>
                <a:spcPct val="150000"/>
              </a:lnSpc>
            </a:pPr>
            <a:endParaRPr lang="en-US" altLang="ja-JP" sz="4800" dirty="0">
              <a:solidFill>
                <a:srgbClr val="1C85C9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正解：日本語に自信があったのに、就職活動がなかなか成功しなかったことです</a:t>
            </a:r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387907C-4FF0-D60B-5B22-CC1EE6A1DD01}"/>
              </a:ext>
            </a:extLst>
          </p:cNvPr>
          <p:cNvSpPr txBox="1"/>
          <p:nvPr/>
        </p:nvSpPr>
        <p:spPr>
          <a:xfrm>
            <a:off x="1043652" y="1004932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本文に「日本語には自信があったのですぐに決まると思っていたのに、予想に反してなかなかうまくいきませんでした。」とある。</a:t>
            </a:r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筆者はどうして「国へ帰ろう」と思ったのですか。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筆者はどうして「国へ帰ろう」と思ったのですか。</a:t>
            </a:r>
          </a:p>
          <a:p>
            <a:pPr lvl="1" algn="just">
              <a:lnSpc>
                <a:spcPct val="150000"/>
              </a:lnSpc>
            </a:pPr>
            <a:endParaRPr lang="ja-JP" altLang="en-US" sz="4800" dirty="0"/>
          </a:p>
          <a:p>
            <a:pPr lvl="1" algn="just">
              <a:lnSpc>
                <a:spcPct val="150000"/>
              </a:lnSpc>
            </a:pPr>
            <a:r>
              <a:rPr lang="en-US" altLang="ja-JP" sz="4800" dirty="0">
                <a:solidFill>
                  <a:srgbClr val="1C85C9"/>
                </a:solidFill>
              </a:rPr>
              <a:t> </a:t>
            </a:r>
            <a:r>
              <a:rPr lang="ja-JP" altLang="en-US" sz="4800" dirty="0">
                <a:solidFill>
                  <a:srgbClr val="1C85C9"/>
                </a:solidFill>
              </a:rPr>
              <a:t>正解：日本での就職が無理だと思ったから。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「もう日本での就職は無理に違いない」とあるように、就職できないと感じたことが理由。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0DC7B53-0103-E1A0-F1F3-15DFF822DA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）あなたは面接を受けたことがありますか。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）面接の結果はどうでしたか。／これから面接を受けますか。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）面接で一番記憶に残ったことは何ですか。</a:t>
            </a:r>
            <a:endParaRPr lang="en-US" altLang="ja-JP" sz="4800" dirty="0"/>
          </a:p>
          <a:p>
            <a:pPr>
              <a:buNone/>
            </a:pPr>
            <a:r>
              <a:rPr lang="ja-JP" altLang="en-US" sz="4800" dirty="0"/>
              <a:t>　／面接ではどんなことが大切だと思いますか。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9538-AFD0-4F74-4978-0528841B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47694B5-E65D-DD2B-EEAF-90F363D2264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C7D818-3EC3-E82F-EB1D-70859557C961}"/>
              </a:ext>
            </a:extLst>
          </p:cNvPr>
          <p:cNvSpPr txBox="1"/>
          <p:nvPr/>
        </p:nvSpPr>
        <p:spPr>
          <a:xfrm>
            <a:off x="1041143" y="2048947"/>
            <a:ext cx="22301713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）あなたは面接を受けたことがありますか。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）面接の結果はどうでしたか。／これから面接を受けますか。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）面接で一番記憶に残ったことは何ですか。</a:t>
            </a:r>
            <a:endParaRPr lang="en-US" altLang="ja-JP" sz="4800" dirty="0"/>
          </a:p>
          <a:p>
            <a:pPr>
              <a:buNone/>
            </a:pPr>
            <a:r>
              <a:rPr lang="ja-JP" altLang="en-US" sz="4800" dirty="0"/>
              <a:t>　／面接ではどんなことが大切だと思いますか。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AAB14C8E-938C-DB1D-6065-D54AEC57A289}"/>
              </a:ext>
            </a:extLst>
          </p:cNvPr>
          <p:cNvSpPr txBox="1"/>
          <p:nvPr/>
        </p:nvSpPr>
        <p:spPr>
          <a:xfrm>
            <a:off x="1568543" y="4321475"/>
            <a:ext cx="146341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dirty="0">
                <a:solidFill>
                  <a:srgbClr val="1C85C9"/>
                </a:solidFill>
              </a:rPr>
              <a:t>はい、大学のアルバイトの面接を受けたことがあります。</a:t>
            </a:r>
            <a:endParaRPr kumimoji="1" lang="ja-JP" altLang="en-US" sz="4800" b="1" dirty="0">
              <a:solidFill>
                <a:srgbClr val="1C85C9"/>
              </a:solidFill>
            </a:endParaRP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D214036A-CBE5-EDE8-E2CF-6EA992E2A770}"/>
              </a:ext>
            </a:extLst>
          </p:cNvPr>
          <p:cNvSpPr txBox="1"/>
          <p:nvPr/>
        </p:nvSpPr>
        <p:spPr>
          <a:xfrm>
            <a:off x="1568543" y="7297650"/>
            <a:ext cx="13847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dirty="0">
                <a:solidFill>
                  <a:srgbClr val="1C85C9"/>
                </a:solidFill>
              </a:rPr>
              <a:t>結果は合格で、アルバイトを始めることができました。</a:t>
            </a:r>
            <a:endParaRPr kumimoji="1" lang="ja-JP" altLang="en-US" sz="4800" b="1" dirty="0">
              <a:solidFill>
                <a:srgbClr val="1C85C9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10C2FFE-E1D7-E5D1-62C2-F691BC0861F7}"/>
              </a:ext>
            </a:extLst>
          </p:cNvPr>
          <p:cNvSpPr txBox="1"/>
          <p:nvPr/>
        </p:nvSpPr>
        <p:spPr>
          <a:xfrm>
            <a:off x="1568543" y="10836056"/>
            <a:ext cx="162259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dirty="0">
                <a:solidFill>
                  <a:srgbClr val="1C85C9"/>
                </a:solidFill>
              </a:rPr>
              <a:t>自分の長所をうまく答えられなかったことが心に残っています。</a:t>
            </a:r>
            <a:endParaRPr kumimoji="1" lang="ja-JP" altLang="en-US" sz="4800" b="1" dirty="0">
              <a:solidFill>
                <a:srgbClr val="1C85C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577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8811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從早上到中午，雨下了又停停了又下。（～から～にかけて）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endParaRPr lang="ja-JP" altLang="en-US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 marL="914400" indent="-914400">
              <a:lnSpc>
                <a:spcPct val="150000"/>
              </a:lnSpc>
              <a:buFontTx/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明明很努力念書了，卻還是不及格，真是不甘心。（～てたまらない）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隨著人數增加，等待時間就變得更久。 （～にしたがって）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3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除了田中先生以外，大家似乎都不知道這件事。（～にしたがって）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endParaRPr lang="ja-JP" altLang="en-US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811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從早上到中午，雨下了又停停了又下。（～から～にかけて）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朝から昼にかけて、雨が降ったり止んだりしていました。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明明很努力念書了，卻還是不及格，真是不甘心。（～てたまらない）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一生懸命頑張ったのに、合格できなくて悔しくてたまらないです。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隨著人數增加，等待時間就變得更久。（～てたまらない）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人数が多くなるに従って、待ち時間が長くなります。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除了田中先生以外，大家似乎都不知道這件事。（～にしたがって）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田中さんを除いて、みんなこのことを知らないようです。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708</TotalTime>
  <Words>1392</Words>
  <Application>Microsoft Office PowerPoint</Application>
  <PresentationFormat>ユーザー設定</PresentationFormat>
  <Paragraphs>115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Gen Jyuu GothicL Bold</vt:lpstr>
      <vt:lpstr>SimSun</vt:lpstr>
      <vt:lpstr>Wingdings 2</vt:lpstr>
      <vt:lpstr>Calibri</vt:lpstr>
      <vt:lpstr>Gen Jyuu Gothic Bold</vt:lpstr>
      <vt:lpstr>HGPSoeiKakugothicUB</vt:lpstr>
      <vt:lpstr>Microsoft JhengHei</vt:lpstr>
      <vt:lpstr>Microsoft JhengHei Light</vt:lpstr>
      <vt:lpstr>Microsoft Yahei</vt:lpstr>
      <vt:lpstr>BIZ UDPGothic</vt:lpstr>
      <vt:lpstr>Arial</vt:lpstr>
      <vt:lpstr>BIZ UDGothic</vt:lpstr>
      <vt:lpstr>Calibri Light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2025-08-23T03:04:02Z</dcterms:modified>
</cp:coreProperties>
</file>