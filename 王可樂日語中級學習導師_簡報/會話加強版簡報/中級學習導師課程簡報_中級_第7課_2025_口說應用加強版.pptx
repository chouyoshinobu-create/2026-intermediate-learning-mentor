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1" r:id="rId3"/>
    <p:sldId id="362" r:id="rId4"/>
    <p:sldId id="361" r:id="rId5"/>
    <p:sldId id="364" r:id="rId6"/>
    <p:sldId id="345" r:id="rId7"/>
    <p:sldId id="358" r:id="rId8"/>
    <p:sldId id="346" r:id="rId9"/>
    <p:sldId id="366" r:id="rId10"/>
    <p:sldId id="354" r:id="rId11"/>
    <p:sldId id="36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0756E-E648-4B90-8B34-889693B5C41C}" v="50" dt="2025-08-21T01:44:41.32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732" y="36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E8C0756E-E648-4B90-8B34-889693B5C41C}"/>
    <pc:docChg chg="undo custSel addSld delSld modSld modMainMaster">
      <pc:chgData name="嘉展 張" userId="56c0cc265fef7f12" providerId="LiveId" clId="{E8C0756E-E648-4B90-8B34-889693B5C41C}" dt="2025-08-23T03:04:27.064" v="2492" actId="1076"/>
      <pc:docMkLst>
        <pc:docMk/>
      </pc:docMkLst>
      <pc:sldChg chg="del">
        <pc:chgData name="嘉展 張" userId="56c0cc265fef7f12" providerId="LiveId" clId="{E8C0756E-E648-4B90-8B34-889693B5C41C}" dt="2025-08-17T01:46:10.471" v="879" actId="47"/>
        <pc:sldMkLst>
          <pc:docMk/>
          <pc:sldMk cId="3676040206" sldId="336"/>
        </pc:sldMkLst>
      </pc:sldChg>
      <pc:sldChg chg="modSp mod">
        <pc:chgData name="嘉展 張" userId="56c0cc265fef7f12" providerId="LiveId" clId="{E8C0756E-E648-4B90-8B34-889693B5C41C}" dt="2025-08-17T10:33:41.495" v="2112" actId="20577"/>
        <pc:sldMkLst>
          <pc:docMk/>
          <pc:sldMk cId="3752334464" sldId="345"/>
        </pc:sldMkLst>
        <pc:spChg chg="mod">
          <ac:chgData name="嘉展 張" userId="56c0cc265fef7f12" providerId="LiveId" clId="{E8C0756E-E648-4B90-8B34-889693B5C41C}" dt="2025-08-17T01:48:36.735" v="1005" actId="6549"/>
          <ac:spMkLst>
            <pc:docMk/>
            <pc:sldMk cId="3752334464" sldId="345"/>
            <ac:spMk id="3" creationId="{28F0A653-E125-10F4-6790-C8025C1EBB43}"/>
          </ac:spMkLst>
        </pc:spChg>
        <pc:spChg chg="mod">
          <ac:chgData name="嘉展 張" userId="56c0cc265fef7f12" providerId="LiveId" clId="{E8C0756E-E648-4B90-8B34-889693B5C41C}" dt="2025-08-17T10:33:41.495" v="2112" actId="20577"/>
          <ac:spMkLst>
            <pc:docMk/>
            <pc:sldMk cId="3752334464" sldId="345"/>
            <ac:spMk id="29" creationId="{45A33E10-0925-FAFA-4123-416160635203}"/>
          </ac:spMkLst>
        </pc:spChg>
      </pc:sldChg>
      <pc:sldChg chg="modSp mod">
        <pc:chgData name="嘉展 張" userId="56c0cc265fef7f12" providerId="LiveId" clId="{E8C0756E-E648-4B90-8B34-889693B5C41C}" dt="2025-08-17T10:33:59.945" v="2134" actId="20577"/>
        <pc:sldMkLst>
          <pc:docMk/>
          <pc:sldMk cId="1115666099" sldId="346"/>
        </pc:sldMkLst>
        <pc:spChg chg="mod">
          <ac:chgData name="嘉展 張" userId="56c0cc265fef7f12" providerId="LiveId" clId="{E8C0756E-E648-4B90-8B34-889693B5C41C}" dt="2025-08-17T02:47:16.488" v="1759" actId="20577"/>
          <ac:spMkLst>
            <pc:docMk/>
            <pc:sldMk cId="1115666099" sldId="346"/>
            <ac:spMk id="2" creationId="{B496C4D5-B9D6-E310-239F-160421EC28E2}"/>
          </ac:spMkLst>
        </pc:spChg>
        <pc:spChg chg="mod">
          <ac:chgData name="嘉展 張" userId="56c0cc265fef7f12" providerId="LiveId" clId="{E8C0756E-E648-4B90-8B34-889693B5C41C}" dt="2025-08-17T10:33:59.945" v="2134" actId="20577"/>
          <ac:spMkLst>
            <pc:docMk/>
            <pc:sldMk cId="1115666099" sldId="346"/>
            <ac:spMk id="29" creationId="{F076D3C2-E036-1E0D-8390-8EEEFA171CCA}"/>
          </ac:spMkLst>
        </pc:spChg>
      </pc:sldChg>
      <pc:sldChg chg="del">
        <pc:chgData name="嘉展 張" userId="56c0cc265fef7f12" providerId="LiveId" clId="{E8C0756E-E648-4B90-8B34-889693B5C41C}" dt="2025-08-17T02:48:21.951" v="1783" actId="47"/>
        <pc:sldMkLst>
          <pc:docMk/>
          <pc:sldMk cId="3822570613" sldId="347"/>
        </pc:sldMkLst>
      </pc:sldChg>
      <pc:sldChg chg="addSp delSp modSp mod">
        <pc:chgData name="嘉展 張" userId="56c0cc265fef7f12" providerId="LiveId" clId="{E8C0756E-E648-4B90-8B34-889693B5C41C}" dt="2025-08-17T10:31:38.280" v="2068" actId="20577"/>
        <pc:sldMkLst>
          <pc:docMk/>
          <pc:sldMk cId="732333138" sldId="351"/>
        </pc:sldMkLst>
        <pc:spChg chg="add mod">
          <ac:chgData name="嘉展 張" userId="56c0cc265fef7f12" providerId="LiveId" clId="{E8C0756E-E648-4B90-8B34-889693B5C41C}" dt="2025-08-17T10:15:04.771" v="2007" actId="20577"/>
          <ac:spMkLst>
            <pc:docMk/>
            <pc:sldMk cId="732333138" sldId="351"/>
            <ac:spMk id="4" creationId="{7DCED1F4-81A4-88A9-A527-9B3360704943}"/>
          </ac:spMkLst>
        </pc:spChg>
        <pc:spChg chg="mod">
          <ac:chgData name="嘉展 張" userId="56c0cc265fef7f12" providerId="LiveId" clId="{E8C0756E-E648-4B90-8B34-889693B5C41C}" dt="2025-08-17T10:31:38.280" v="2068" actId="20577"/>
          <ac:spMkLst>
            <pc:docMk/>
            <pc:sldMk cId="732333138" sldId="351"/>
            <ac:spMk id="9" creationId="{DA69BD8C-0913-B381-ABCA-CA713C77BC80}"/>
          </ac:spMkLst>
        </pc:spChg>
      </pc:sldChg>
      <pc:sldChg chg="modSp mod">
        <pc:chgData name="嘉展 張" userId="56c0cc265fef7f12" providerId="LiveId" clId="{E8C0756E-E648-4B90-8B34-889693B5C41C}" dt="2025-08-23T03:04:15.116" v="2487" actId="20577"/>
        <pc:sldMkLst>
          <pc:docMk/>
          <pc:sldMk cId="2503062332" sldId="354"/>
        </pc:sldMkLst>
        <pc:spChg chg="mod">
          <ac:chgData name="嘉展 張" userId="56c0cc265fef7f12" providerId="LiveId" clId="{E8C0756E-E648-4B90-8B34-889693B5C41C}" dt="2025-08-23T03:04:15.116" v="2487" actId="20577"/>
          <ac:spMkLst>
            <pc:docMk/>
            <pc:sldMk cId="2503062332" sldId="354"/>
            <ac:spMk id="2" creationId="{811F5A94-0B0C-504F-DC25-BE08E6B5923F}"/>
          </ac:spMkLst>
        </pc:spChg>
        <pc:spChg chg="mod">
          <ac:chgData name="嘉展 張" userId="56c0cc265fef7f12" providerId="LiveId" clId="{E8C0756E-E648-4B90-8B34-889693B5C41C}" dt="2025-08-17T10:34:09.069" v="2156" actId="20577"/>
          <ac:spMkLst>
            <pc:docMk/>
            <pc:sldMk cId="2503062332" sldId="354"/>
            <ac:spMk id="29" creationId="{D0DC7B53-0103-E1A0-F1F3-15DFF822DA28}"/>
          </ac:spMkLst>
        </pc:spChg>
      </pc:sldChg>
      <pc:sldChg chg="del">
        <pc:chgData name="嘉展 張" userId="56c0cc265fef7f12" providerId="LiveId" clId="{E8C0756E-E648-4B90-8B34-889693B5C41C}" dt="2025-08-17T02:31:21.903" v="1329" actId="47"/>
        <pc:sldMkLst>
          <pc:docMk/>
          <pc:sldMk cId="2169278876" sldId="355"/>
        </pc:sldMkLst>
      </pc:sldChg>
      <pc:sldChg chg="modSp mod">
        <pc:chgData name="嘉展 張" userId="56c0cc265fef7f12" providerId="LiveId" clId="{E8C0756E-E648-4B90-8B34-889693B5C41C}" dt="2025-08-17T10:33:51.383" v="2123" actId="20577"/>
        <pc:sldMkLst>
          <pc:docMk/>
          <pc:sldMk cId="4193172206" sldId="358"/>
        </pc:sldMkLst>
        <pc:spChg chg="mod">
          <ac:chgData name="嘉展 張" userId="56c0cc265fef7f12" providerId="LiveId" clId="{E8C0756E-E648-4B90-8B34-889693B5C41C}" dt="2025-08-17T01:48:58.682" v="1025" actId="20577"/>
          <ac:spMkLst>
            <pc:docMk/>
            <pc:sldMk cId="4193172206" sldId="358"/>
            <ac:spMk id="3" creationId="{CE42E57B-1BE0-21FA-52A0-358900141028}"/>
          </ac:spMkLst>
        </pc:spChg>
        <pc:spChg chg="mod">
          <ac:chgData name="嘉展 張" userId="56c0cc265fef7f12" providerId="LiveId" clId="{E8C0756E-E648-4B90-8B34-889693B5C41C}" dt="2025-08-17T10:33:51.383" v="2123" actId="20577"/>
          <ac:spMkLst>
            <pc:docMk/>
            <pc:sldMk cId="4193172206" sldId="358"/>
            <ac:spMk id="29" creationId="{09D2EFBA-A6CD-CA14-0243-3CB99AB2B302}"/>
          </ac:spMkLst>
        </pc:spChg>
      </pc:sldChg>
      <pc:sldChg chg="addSp modSp del">
        <pc:chgData name="嘉展 張" userId="56c0cc265fef7f12" providerId="LiveId" clId="{E8C0756E-E648-4B90-8B34-889693B5C41C}" dt="2025-08-17T01:13:53.732" v="387" actId="47"/>
        <pc:sldMkLst>
          <pc:docMk/>
          <pc:sldMk cId="3585428774" sldId="359"/>
        </pc:sldMkLst>
      </pc:sldChg>
      <pc:sldChg chg="modSp mod">
        <pc:chgData name="嘉展 張" userId="56c0cc265fef7f12" providerId="LiveId" clId="{E8C0756E-E648-4B90-8B34-889693B5C41C}" dt="2025-08-17T01:46:01.890" v="878"/>
        <pc:sldMkLst>
          <pc:docMk/>
          <pc:sldMk cId="771378846" sldId="361"/>
        </pc:sldMkLst>
        <pc:spChg chg="mod">
          <ac:chgData name="嘉展 張" userId="56c0cc265fef7f12" providerId="LiveId" clId="{E8C0756E-E648-4B90-8B34-889693B5C41C}" dt="2025-08-17T01:46:01.890" v="878"/>
          <ac:spMkLst>
            <pc:docMk/>
            <pc:sldMk cId="771378846" sldId="361"/>
            <ac:spMk id="9" creationId="{D3C86872-797E-45A6-C1F1-5B2E43038ED2}"/>
          </ac:spMkLst>
        </pc:spChg>
      </pc:sldChg>
      <pc:sldChg chg="addSp modSp add mod">
        <pc:chgData name="嘉展 張" userId="56c0cc265fef7f12" providerId="LiveId" clId="{E8C0756E-E648-4B90-8B34-889693B5C41C}" dt="2025-08-17T10:32:14.183" v="2084" actId="20577"/>
        <pc:sldMkLst>
          <pc:docMk/>
          <pc:sldMk cId="3621578658" sldId="362"/>
        </pc:sldMkLst>
        <pc:spChg chg="add mod">
          <ac:chgData name="嘉展 張" userId="56c0cc265fef7f12" providerId="LiveId" clId="{E8C0756E-E648-4B90-8B34-889693B5C41C}" dt="2025-08-17T01:15:35.008" v="472" actId="1076"/>
          <ac:spMkLst>
            <pc:docMk/>
            <pc:sldMk cId="3621578658" sldId="362"/>
            <ac:spMk id="3" creationId="{4B6D767D-5A13-A3E0-6E17-FF9C3E75A464}"/>
          </ac:spMkLst>
        </pc:spChg>
        <pc:spChg chg="mod">
          <ac:chgData name="嘉展 張" userId="56c0cc265fef7f12" providerId="LiveId" clId="{E8C0756E-E648-4B90-8B34-889693B5C41C}" dt="2025-08-17T10:15:00.849" v="2000" actId="20577"/>
          <ac:spMkLst>
            <pc:docMk/>
            <pc:sldMk cId="3621578658" sldId="362"/>
            <ac:spMk id="4" creationId="{ACB5BAB2-B1E1-3B9B-624D-94B7409FC1FC}"/>
          </ac:spMkLst>
        </pc:spChg>
        <pc:spChg chg="add mod">
          <ac:chgData name="嘉展 張" userId="56c0cc265fef7f12" providerId="LiveId" clId="{E8C0756E-E648-4B90-8B34-889693B5C41C}" dt="2025-08-17T01:15:45.355" v="498" actId="20577"/>
          <ac:spMkLst>
            <pc:docMk/>
            <pc:sldMk cId="3621578658" sldId="362"/>
            <ac:spMk id="5" creationId="{C844C26E-98C2-D5C9-C513-9D43E5A3D508}"/>
          </ac:spMkLst>
        </pc:spChg>
        <pc:spChg chg="add mod">
          <ac:chgData name="嘉展 張" userId="56c0cc265fef7f12" providerId="LiveId" clId="{E8C0756E-E648-4B90-8B34-889693B5C41C}" dt="2025-08-17T01:32:13.312" v="522" actId="1076"/>
          <ac:spMkLst>
            <pc:docMk/>
            <pc:sldMk cId="3621578658" sldId="362"/>
            <ac:spMk id="6" creationId="{8F1FCE1C-8BE8-5E01-A3CE-D5CB976AF4B6}"/>
          </ac:spMkLst>
        </pc:spChg>
        <pc:spChg chg="add mod">
          <ac:chgData name="嘉展 張" userId="56c0cc265fef7f12" providerId="LiveId" clId="{E8C0756E-E648-4B90-8B34-889693B5C41C}" dt="2025-08-17T01:32:23.268" v="531" actId="1076"/>
          <ac:spMkLst>
            <pc:docMk/>
            <pc:sldMk cId="3621578658" sldId="362"/>
            <ac:spMk id="7" creationId="{5E76FB35-2624-CECE-E307-28D8BC7CCF16}"/>
          </ac:spMkLst>
        </pc:spChg>
        <pc:spChg chg="add mod">
          <ac:chgData name="嘉展 張" userId="56c0cc265fef7f12" providerId="LiveId" clId="{E8C0756E-E648-4B90-8B34-889693B5C41C}" dt="2025-08-17T01:32:35.206" v="550" actId="1076"/>
          <ac:spMkLst>
            <pc:docMk/>
            <pc:sldMk cId="3621578658" sldId="362"/>
            <ac:spMk id="8" creationId="{838DF482-B846-E4BE-D9AE-289275FD1D38}"/>
          </ac:spMkLst>
        </pc:spChg>
        <pc:spChg chg="mod">
          <ac:chgData name="嘉展 張" userId="56c0cc265fef7f12" providerId="LiveId" clId="{E8C0756E-E648-4B90-8B34-889693B5C41C}" dt="2025-08-17T10:32:14.183" v="2084" actId="20577"/>
          <ac:spMkLst>
            <pc:docMk/>
            <pc:sldMk cId="3621578658" sldId="362"/>
            <ac:spMk id="9" creationId="{F32CCACF-BF37-5169-5FD5-03CC576E90F4}"/>
          </ac:spMkLst>
        </pc:spChg>
      </pc:sldChg>
      <pc:sldChg chg="add del">
        <pc:chgData name="嘉展 張" userId="56c0cc265fef7f12" providerId="LiveId" clId="{E8C0756E-E648-4B90-8B34-889693B5C41C}" dt="2025-08-17T01:48:17.544" v="1004" actId="47"/>
        <pc:sldMkLst>
          <pc:docMk/>
          <pc:sldMk cId="940063648" sldId="363"/>
        </pc:sldMkLst>
      </pc:sldChg>
      <pc:sldChg chg="add del">
        <pc:chgData name="嘉展 張" userId="56c0cc265fef7f12" providerId="LiveId" clId="{E8C0756E-E648-4B90-8B34-889693B5C41C}" dt="2025-08-17T01:15:11.429" v="447"/>
        <pc:sldMkLst>
          <pc:docMk/>
          <pc:sldMk cId="2754045788" sldId="363"/>
        </pc:sldMkLst>
      </pc:sldChg>
      <pc:sldChg chg="addSp modSp add mod">
        <pc:chgData name="嘉展 張" userId="56c0cc265fef7f12" providerId="LiveId" clId="{E8C0756E-E648-4B90-8B34-889693B5C41C}" dt="2025-08-17T01:48:09.347" v="1003" actId="1076"/>
        <pc:sldMkLst>
          <pc:docMk/>
          <pc:sldMk cId="2543564146" sldId="364"/>
        </pc:sldMkLst>
        <pc:spChg chg="add mod">
          <ac:chgData name="嘉展 張" userId="56c0cc265fef7f12" providerId="LiveId" clId="{E8C0756E-E648-4B90-8B34-889693B5C41C}" dt="2025-08-17T01:46:51.378" v="924" actId="1076"/>
          <ac:spMkLst>
            <pc:docMk/>
            <pc:sldMk cId="2543564146" sldId="364"/>
            <ac:spMk id="3" creationId="{69BA75AF-F008-8520-FCAC-E37D3F8BA692}"/>
          </ac:spMkLst>
        </pc:spChg>
        <pc:spChg chg="add mod">
          <ac:chgData name="嘉展 張" userId="56c0cc265fef7f12" providerId="LiveId" clId="{E8C0756E-E648-4B90-8B34-889693B5C41C}" dt="2025-08-17T01:47:05.471" v="939" actId="1076"/>
          <ac:spMkLst>
            <pc:docMk/>
            <pc:sldMk cId="2543564146" sldId="364"/>
            <ac:spMk id="4" creationId="{9D55A97A-2CE6-76B2-64E7-7EA9B74CED8D}"/>
          </ac:spMkLst>
        </pc:spChg>
        <pc:spChg chg="add mod">
          <ac:chgData name="嘉展 張" userId="56c0cc265fef7f12" providerId="LiveId" clId="{E8C0756E-E648-4B90-8B34-889693B5C41C}" dt="2025-08-17T01:47:23.510" v="963" actId="1076"/>
          <ac:spMkLst>
            <pc:docMk/>
            <pc:sldMk cId="2543564146" sldId="364"/>
            <ac:spMk id="5" creationId="{AD973EFB-EBDC-2C04-5BAF-FF25D9219B9E}"/>
          </ac:spMkLst>
        </pc:spChg>
        <pc:spChg chg="add mod">
          <ac:chgData name="嘉展 張" userId="56c0cc265fef7f12" providerId="LiveId" clId="{E8C0756E-E648-4B90-8B34-889693B5C41C}" dt="2025-08-17T01:47:56.229" v="982" actId="1076"/>
          <ac:spMkLst>
            <pc:docMk/>
            <pc:sldMk cId="2543564146" sldId="364"/>
            <ac:spMk id="6" creationId="{C17076CE-4AA5-4B1D-E22B-0A75BF107834}"/>
          </ac:spMkLst>
        </pc:spChg>
        <pc:spChg chg="add mod">
          <ac:chgData name="嘉展 張" userId="56c0cc265fef7f12" providerId="LiveId" clId="{E8C0756E-E648-4B90-8B34-889693B5C41C}" dt="2025-08-17T01:48:09.347" v="1003" actId="1076"/>
          <ac:spMkLst>
            <pc:docMk/>
            <pc:sldMk cId="2543564146" sldId="364"/>
            <ac:spMk id="7" creationId="{491083E0-82E6-AE29-31F8-939AD90C4CF8}"/>
          </ac:spMkLst>
        </pc:spChg>
      </pc:sldChg>
      <pc:sldChg chg="addSp modSp add mod">
        <pc:chgData name="嘉展 張" userId="56c0cc265fef7f12" providerId="LiveId" clId="{E8C0756E-E648-4B90-8B34-889693B5C41C}" dt="2025-08-23T03:04:27.064" v="2492" actId="1076"/>
        <pc:sldMkLst>
          <pc:docMk/>
          <pc:sldMk cId="3218027264" sldId="365"/>
        </pc:sldMkLst>
        <pc:spChg chg="mod">
          <ac:chgData name="嘉展 張" userId="56c0cc265fef7f12" providerId="LiveId" clId="{E8C0756E-E648-4B90-8B34-889693B5C41C}" dt="2025-08-23T03:04:19.330" v="2489" actId="20577"/>
          <ac:spMkLst>
            <pc:docMk/>
            <pc:sldMk cId="3218027264" sldId="365"/>
            <ac:spMk id="2" creationId="{38B32D70-C78F-3AD9-5446-BC28D20DBAF7}"/>
          </ac:spMkLst>
        </pc:spChg>
        <pc:spChg chg="add mod">
          <ac:chgData name="嘉展 張" userId="56c0cc265fef7f12" providerId="LiveId" clId="{E8C0756E-E648-4B90-8B34-889693B5C41C}" dt="2025-08-23T03:04:22.371" v="2490" actId="1076"/>
          <ac:spMkLst>
            <pc:docMk/>
            <pc:sldMk cId="3218027264" sldId="365"/>
            <ac:spMk id="3" creationId="{AA589CC2-F9C0-5638-DFD8-CD42C86D9C99}"/>
          </ac:spMkLst>
        </pc:spChg>
        <pc:spChg chg="add mod">
          <ac:chgData name="嘉展 張" userId="56c0cc265fef7f12" providerId="LiveId" clId="{E8C0756E-E648-4B90-8B34-889693B5C41C}" dt="2025-08-23T03:04:24.312" v="2491" actId="1076"/>
          <ac:spMkLst>
            <pc:docMk/>
            <pc:sldMk cId="3218027264" sldId="365"/>
            <ac:spMk id="4" creationId="{09642309-EDCA-9FB3-F31F-4C8D8C38CC9C}"/>
          </ac:spMkLst>
        </pc:spChg>
        <pc:spChg chg="add mod">
          <ac:chgData name="嘉展 張" userId="56c0cc265fef7f12" providerId="LiveId" clId="{E8C0756E-E648-4B90-8B34-889693B5C41C}" dt="2025-08-23T03:04:27.064" v="2492" actId="1076"/>
          <ac:spMkLst>
            <pc:docMk/>
            <pc:sldMk cId="3218027264" sldId="365"/>
            <ac:spMk id="5" creationId="{33145A51-B4B0-F9A6-6935-10A2F4717F74}"/>
          </ac:spMkLst>
        </pc:spChg>
        <pc:spChg chg="mod">
          <ac:chgData name="嘉展 張" userId="56c0cc265fef7f12" providerId="LiveId" clId="{E8C0756E-E648-4B90-8B34-889693B5C41C}" dt="2025-08-17T10:34:15.432" v="2167" actId="20577"/>
          <ac:spMkLst>
            <pc:docMk/>
            <pc:sldMk cId="3218027264" sldId="365"/>
            <ac:spMk id="29" creationId="{8C2BC74F-6AE0-EDEC-0D18-8E62881E5039}"/>
          </ac:spMkLst>
        </pc:spChg>
      </pc:sldChg>
      <pc:sldChg chg="addSp modSp add del mod">
        <pc:chgData name="嘉展 張" userId="56c0cc265fef7f12" providerId="LiveId" clId="{E8C0756E-E648-4B90-8B34-889693B5C41C}" dt="2025-08-17T10:34:04.620" v="2145" actId="20577"/>
        <pc:sldMkLst>
          <pc:docMk/>
          <pc:sldMk cId="3684818782" sldId="366"/>
        </pc:sldMkLst>
        <pc:spChg chg="mod">
          <ac:chgData name="嘉展 張" userId="56c0cc265fef7f12" providerId="LiveId" clId="{E8C0756E-E648-4B90-8B34-889693B5C41C}" dt="2025-08-17T02:47:55.262" v="1781" actId="20577"/>
          <ac:spMkLst>
            <pc:docMk/>
            <pc:sldMk cId="3684818782" sldId="366"/>
            <ac:spMk id="2" creationId="{8734A700-1652-AB03-AD6A-85493063A240}"/>
          </ac:spMkLst>
        </pc:spChg>
        <pc:spChg chg="add mod">
          <ac:chgData name="嘉展 張" userId="56c0cc265fef7f12" providerId="LiveId" clId="{E8C0756E-E648-4B90-8B34-889693B5C41C}" dt="2025-08-17T02:51:03.049" v="1988" actId="20577"/>
          <ac:spMkLst>
            <pc:docMk/>
            <pc:sldMk cId="3684818782" sldId="366"/>
            <ac:spMk id="3" creationId="{5EA1384D-98ED-AF48-27C2-E5AE281330CD}"/>
          </ac:spMkLst>
        </pc:spChg>
        <pc:spChg chg="mod">
          <ac:chgData name="嘉展 張" userId="56c0cc265fef7f12" providerId="LiveId" clId="{E8C0756E-E648-4B90-8B34-889693B5C41C}" dt="2025-08-17T10:34:04.620" v="2145" actId="20577"/>
          <ac:spMkLst>
            <pc:docMk/>
            <pc:sldMk cId="3684818782" sldId="366"/>
            <ac:spMk id="29" creationId="{F2BE18CD-EDE0-F88C-EB86-CF26289FD6E1}"/>
          </ac:spMkLst>
        </pc:spChg>
      </pc:sldChg>
      <pc:sldChg chg="add del">
        <pc:chgData name="嘉展 張" userId="56c0cc265fef7f12" providerId="LiveId" clId="{E8C0756E-E648-4B90-8B34-889693B5C41C}" dt="2025-08-21T01:44:21.163" v="2481"/>
        <pc:sldMkLst>
          <pc:docMk/>
          <pc:sldMk cId="1214626359" sldId="367"/>
        </pc:sldMkLst>
      </pc:sldChg>
      <pc:sldMasterChg chg="modSldLayout">
        <pc:chgData name="嘉展 張" userId="56c0cc265fef7f12" providerId="LiveId" clId="{E8C0756E-E648-4B90-8B34-889693B5C41C}" dt="2025-08-17T00:58:49.722" v="41" actId="2711"/>
        <pc:sldMasterMkLst>
          <pc:docMk/>
          <pc:sldMasterMk cId="2733321511" sldId="2147483688"/>
        </pc:sldMasterMkLst>
        <pc:sldLayoutChg chg="modSp mod">
          <pc:chgData name="嘉展 張" userId="56c0cc265fef7f12" providerId="LiveId" clId="{E8C0756E-E648-4B90-8B34-889693B5C41C}" dt="2025-08-17T00:58:49.722" v="41" actId="2711"/>
          <pc:sldLayoutMkLst>
            <pc:docMk/>
            <pc:sldMasterMk cId="2733321511" sldId="2147483688"/>
            <pc:sldLayoutMk cId="810264706" sldId="2147483689"/>
          </pc:sldLayoutMkLst>
          <pc:spChg chg="mod">
            <ac:chgData name="嘉展 張" userId="56c0cc265fef7f12" providerId="LiveId" clId="{E8C0756E-E648-4B90-8B34-889693B5C41C}" dt="2025-08-17T00:58:49.722" v="41" actId="2711"/>
            <ac:spMkLst>
              <pc:docMk/>
              <pc:sldMasterMk cId="2733321511" sldId="2147483688"/>
              <pc:sldLayoutMk cId="810264706" sldId="2147483689"/>
              <ac:spMk id="19" creationId="{3F54C1E6-3D7F-502D-6C15-E0DC042557B2}"/>
            </ac:spMkLst>
          </pc:spChg>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2T16:19:08.886" v="267" actId="6549"/>
      <pc:docMkLst>
        <pc:docMk/>
      </pc:docMkLst>
      <pc:sldChg chg="modSp mod">
        <pc:chgData name="嘉展 張" userId="56c0cc265fef7f12" providerId="LiveId" clId="{0BB0EFE5-82D4-4395-89A8-40A71B510EC6}" dt="2025-07-10T08:46:27.999" v="29"/>
        <pc:sldMkLst>
          <pc:docMk/>
          <pc:sldMk cId="1698366788" sldId="274"/>
        </pc:sldMkLst>
      </pc:sldChg>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2T16:19:02.441" v="263" actId="6549"/>
        <pc:sldMkLst>
          <pc:docMk/>
          <pc:sldMk cId="3383698067" sldId="342"/>
        </pc:sldMkLst>
      </pc:sldChg>
      <pc:sldChg chg="modSp mod">
        <pc:chgData name="嘉展 張" userId="56c0cc265fef7f12" providerId="LiveId" clId="{0BB0EFE5-82D4-4395-89A8-40A71B510EC6}" dt="2025-07-12T16:19:08.886" v="267" actId="6549"/>
        <pc:sldMkLst>
          <pc:docMk/>
          <pc:sldMk cId="345017411" sldId="343"/>
        </pc:sldMkLst>
      </pc:sldChg>
      <pc:sldChg chg="modSp mod">
        <pc:chgData name="嘉展 張" userId="56c0cc265fef7f12" providerId="LiveId" clId="{0BB0EFE5-82D4-4395-89A8-40A71B510EC6}" dt="2025-07-10T10:53:44.580" v="152" actId="15"/>
        <pc:sldMkLst>
          <pc:docMk/>
          <pc:sldMk cId="3752334464" sldId="345"/>
        </pc:sldMkLst>
      </pc:sldChg>
      <pc:sldChg chg="modSp mod">
        <pc:chgData name="嘉展 張" userId="56c0cc265fef7f12" providerId="LiveId" clId="{0BB0EFE5-82D4-4395-89A8-40A71B510EC6}" dt="2025-07-10T10:55:02.259" v="162" actId="15"/>
        <pc:sldMkLst>
          <pc:docMk/>
          <pc:sldMk cId="1115666099" sldId="346"/>
        </pc:sldMkLst>
      </pc:sldChg>
      <pc:sldChg chg="modSp mod">
        <pc:chgData name="嘉展 張" userId="56c0cc265fef7f12" providerId="LiveId" clId="{0BB0EFE5-82D4-4395-89A8-40A71B510EC6}" dt="2025-07-10T10:55:31.608" v="165"/>
        <pc:sldMkLst>
          <pc:docMk/>
          <pc:sldMk cId="3822570613" sldId="347"/>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sldMasterChg chg="modSldLayout">
        <pc:chgData name="嘉展 張" userId="56c0cc265fef7f12" providerId="LiveId" clId="{0BB0EFE5-82D4-4395-89A8-40A71B510EC6}" dt="2025-07-10T10:53:10.532" v="150" actId="20577"/>
        <pc:sldMasterMkLst>
          <pc:docMk/>
          <pc:sldMasterMk cId="2733321511" sldId="2147483688"/>
        </pc:sldMasterMkLst>
        <pc:sldLayoutChg chg="modSp mod">
          <pc:chgData name="嘉展 張" userId="56c0cc265fef7f12" providerId="LiveId" clId="{0BB0EFE5-82D4-4395-89A8-40A71B510EC6}" dt="2025-07-10T10:53:10.532" v="15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2025/8/23</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5511-13C0-F3F0-C219-9F4B715A7E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9A86659-7A94-34FF-07E7-041C8B2575F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BBC62C8-51A4-C49F-5E59-1602D205B8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2686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EAAD-B6A3-DA90-8711-79EDF0A5E01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0F2F2D5-37B0-ED76-2DA9-2AB9B239036F}"/>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06BB702A-95BF-143C-2F2A-93219883D01A}"/>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271903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55B20-86DB-1DF4-67E3-964E28ED4FF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06365C4-560B-EF14-82EA-63A490DDC53C}"/>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CD6278EB-4B94-AE08-71F2-F5ACC11CAE3F}"/>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679671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0B45-E978-CBA6-1282-867B0A18427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CCA8BE-04CD-2C52-FD1D-854156F8FCE5}"/>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C050D476-6676-BD91-D8EA-CFF00F5604C8}"/>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76082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C6E25-68C9-9BBA-C57C-73C5802395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843AF4-D92D-F923-8B9E-40B16258B01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BD2D829-909D-886F-FA40-FF8190571E99}"/>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841222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4" y="12712701"/>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zh-TW"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a:t>
            </a:r>
            <a:r>
              <a:rPr lang="en-US" sz="4200" b="0" i="0" u="none" strike="noStrike"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a:t>
            </a:r>
            <a:r>
              <a:rPr lang="zh-TW" altLang="en-US" sz="4200" b="0" i="0" u="none" strike="noStrike"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中</a:t>
            </a:r>
            <a:r>
              <a:rPr lang="en-US" sz="4200" b="0" i="0" u="none" strike="noStrike"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級</a:t>
            </a:r>
            <a:endParaRPr sz="1400" b="0" i="0" u="none" strike="noStrike" cap="none" dirty="0">
              <a:solidFill>
                <a:srgbClr val="000000"/>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7</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喧嘩の仲裁</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第七課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8/23/2025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～ことに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～てきた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～ていく</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～たところ</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気味</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～きる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～きれない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なんて</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くらいなら</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～による（～によって）</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ほど～</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はない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い形容詞的動詞化</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07</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喧嘩の仲裁</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第七課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3483065" cy="7260193"/>
          </a:xfrm>
          <a:prstGeom prst="rect">
            <a:avLst/>
          </a:prstGeom>
          <a:noFill/>
        </p:spPr>
        <p:txBody>
          <a:bodyPr wrap="square">
            <a:spAutoFit/>
          </a:bodyPr>
          <a:lstStyle/>
          <a:p>
            <a:pPr marL="914400" indent="-914400">
              <a:lnSpc>
                <a:spcPct val="200000"/>
              </a:lnSpc>
              <a:buFont typeface="+mj-lt"/>
              <a:buAutoNum type="arabicPeriod"/>
            </a:pPr>
            <a:r>
              <a:rPr lang="ja-JP" altLang="en-US" sz="4800" u="sng" dirty="0"/>
              <a:t>　　　　　　　　　　　</a:t>
            </a:r>
            <a:r>
              <a:rPr lang="ja-JP" altLang="en-US" sz="4800" dirty="0"/>
              <a:t>、彼はまだその事件のことを覚えていた。（それに驚いた）</a:t>
            </a:r>
          </a:p>
          <a:p>
            <a:pPr marL="914400" indent="-914400">
              <a:lnSpc>
                <a:spcPct val="200000"/>
              </a:lnSpc>
              <a:buFont typeface="+mj-lt"/>
              <a:buAutoNum type="arabicPeriod"/>
            </a:pPr>
            <a:r>
              <a:rPr lang="ja-JP" altLang="en-US" sz="4800" dirty="0"/>
              <a:t>だんだん</a:t>
            </a:r>
            <a:r>
              <a:rPr lang="ja-JP" altLang="en-US" sz="4800" u="sng" dirty="0"/>
              <a:t>　　　　　　　　　　　</a:t>
            </a:r>
            <a:r>
              <a:rPr lang="ja-JP" altLang="en-US" sz="4800" dirty="0"/>
              <a:t>ので、暖房をつけました。（寒さが増している）</a:t>
            </a:r>
          </a:p>
          <a:p>
            <a:pPr marL="914400" indent="-914400">
              <a:lnSpc>
                <a:spcPct val="200000"/>
              </a:lnSpc>
              <a:buFont typeface="+mj-lt"/>
              <a:buAutoNum type="arabicPeriod"/>
            </a:pPr>
            <a:r>
              <a:rPr lang="ja-JP" altLang="en-US" sz="4800" dirty="0"/>
              <a:t>駅に</a:t>
            </a:r>
            <a:r>
              <a:rPr lang="ja-JP" altLang="en-US" sz="4800" u="sng" dirty="0"/>
              <a:t>　　　　　　　　　　　</a:t>
            </a:r>
            <a:r>
              <a:rPr lang="ja-JP" altLang="en-US" sz="4800" dirty="0"/>
              <a:t>電車はちょうど出た。（駅に着いたら）</a:t>
            </a:r>
          </a:p>
          <a:p>
            <a:pPr marL="914400" indent="-914400">
              <a:lnSpc>
                <a:spcPct val="200000"/>
              </a:lnSpc>
              <a:buFont typeface="+mj-lt"/>
              <a:buAutoNum type="arabicPeriod"/>
            </a:pPr>
            <a:r>
              <a:rPr lang="ja-JP" altLang="en-US" sz="4800" dirty="0"/>
              <a:t>風邪</a:t>
            </a:r>
            <a:r>
              <a:rPr lang="ja-JP" altLang="en-US" sz="4800" u="sng" dirty="0"/>
              <a:t>　　　　　　　　　　　</a:t>
            </a:r>
            <a:r>
              <a:rPr lang="ja-JP" altLang="en-US" sz="4800" dirty="0"/>
              <a:t>なので、今日は早めに寝ます。（風邪のようだ）</a:t>
            </a:r>
          </a:p>
          <a:p>
            <a:pPr marL="914400" indent="-914400">
              <a:lnSpc>
                <a:spcPct val="200000"/>
              </a:lnSpc>
              <a:buFont typeface="+mj-lt"/>
              <a:buAutoNum type="arabicPeriod"/>
            </a:pPr>
            <a:r>
              <a:rPr lang="ja-JP" altLang="en-US" sz="4800" dirty="0"/>
              <a:t>このラーメンは、量が多くて一人ではとても</a:t>
            </a:r>
            <a:r>
              <a:rPr lang="ja-JP" altLang="en-US" sz="4800" u="sng" dirty="0"/>
              <a:t>　　　　　　　　　　　</a:t>
            </a:r>
            <a:r>
              <a:rPr lang="ja-JP" altLang="en-US" sz="4800" dirty="0"/>
              <a:t>。（残らず食べられない）</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5">
            <a:extLst>
              <a:ext uri="{FF2B5EF4-FFF2-40B4-BE49-F238E27FC236}">
                <a16:creationId xmlns:a16="http://schemas.microsoft.com/office/drawing/2014/main" id="{7DCED1F4-81A4-88A9-A527-9B3360704943}"/>
              </a:ext>
            </a:extLst>
          </p:cNvPr>
          <p:cNvSpPr txBox="1"/>
          <p:nvPr/>
        </p:nvSpPr>
        <p:spPr>
          <a:xfrm>
            <a:off x="3235214" y="11448072"/>
            <a:ext cx="17271075" cy="830997"/>
          </a:xfrm>
          <a:prstGeom prst="rect">
            <a:avLst/>
          </a:prstGeom>
          <a:noFill/>
          <a:ln>
            <a:solidFill>
              <a:srgbClr val="000000"/>
            </a:solidFill>
          </a:ln>
        </p:spPr>
        <p:txBody>
          <a:bodyPr wrap="none" rtlCol="0">
            <a:spAutoFit/>
          </a:bodyPr>
          <a:lstStyle/>
          <a:p>
            <a:r>
              <a:rPr lang="ja-JP" altLang="en-US" sz="4800" dirty="0"/>
              <a:t>～なってきた　</a:t>
            </a:r>
            <a:r>
              <a:rPr lang="en-US" altLang="ja-JP" sz="4800" dirty="0"/>
              <a:t>/</a:t>
            </a:r>
            <a:r>
              <a:rPr lang="ja-JP" altLang="en-US" sz="4800" dirty="0"/>
              <a:t>　～きれない　</a:t>
            </a:r>
            <a:r>
              <a:rPr lang="en-US" altLang="ja-JP" sz="4800" dirty="0"/>
              <a:t>/</a:t>
            </a:r>
            <a:r>
              <a:rPr lang="ja-JP" altLang="en-US" sz="4800" dirty="0"/>
              <a:t>　～ことに　</a:t>
            </a:r>
            <a:r>
              <a:rPr lang="en-US" altLang="ja-JP" sz="4800" dirty="0"/>
              <a:t>/</a:t>
            </a:r>
            <a:r>
              <a:rPr lang="ja-JP" altLang="en-US" sz="4800" dirty="0"/>
              <a:t>　～気味　</a:t>
            </a:r>
            <a:r>
              <a:rPr lang="en-US" altLang="ja-JP" sz="4800" dirty="0"/>
              <a:t>/</a:t>
            </a:r>
            <a:r>
              <a:rPr lang="ja-JP" altLang="en-US" sz="4800" dirty="0"/>
              <a:t>　～たところ</a:t>
            </a:r>
            <a:endParaRPr kumimoji="1" lang="ja-JP" altLang="en-US" sz="4800" dirty="0"/>
          </a:p>
        </p:txBody>
      </p:sp>
    </p:spTree>
    <p:extLst>
      <p:ext uri="{BB962C8B-B14F-4D97-AF65-F5344CB8AC3E}">
        <p14:creationId xmlns:p14="http://schemas.microsoft.com/office/powerpoint/2010/main" val="73233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55868-2C6B-8D85-EF6B-76830950BB6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F32CCACF-BF37-5169-5FD5-03CC576E90F4}"/>
              </a:ext>
            </a:extLst>
          </p:cNvPr>
          <p:cNvSpPr txBox="1"/>
          <p:nvPr/>
        </p:nvSpPr>
        <p:spPr>
          <a:xfrm>
            <a:off x="1041143" y="2344617"/>
            <a:ext cx="23062441" cy="7260193"/>
          </a:xfrm>
          <a:prstGeom prst="rect">
            <a:avLst/>
          </a:prstGeom>
          <a:noFill/>
        </p:spPr>
        <p:txBody>
          <a:bodyPr wrap="square">
            <a:spAutoFit/>
          </a:bodyPr>
          <a:lstStyle/>
          <a:p>
            <a:pPr marL="914400" indent="-914400">
              <a:lnSpc>
                <a:spcPct val="200000"/>
              </a:lnSpc>
              <a:buFont typeface="+mj-lt"/>
              <a:buAutoNum type="arabicPeriod"/>
            </a:pPr>
            <a:r>
              <a:rPr lang="ja-JP" altLang="en-US" sz="4800" u="sng" dirty="0"/>
              <a:t>　　　　　　　　　　　</a:t>
            </a:r>
            <a:r>
              <a:rPr lang="ja-JP" altLang="en-US" sz="4800" dirty="0"/>
              <a:t>、彼はまだその事件のことを覚えていた。（それに驚いた）</a:t>
            </a:r>
          </a:p>
          <a:p>
            <a:pPr marL="914400" indent="-914400">
              <a:lnSpc>
                <a:spcPct val="200000"/>
              </a:lnSpc>
              <a:buFont typeface="+mj-lt"/>
              <a:buAutoNum type="arabicPeriod"/>
            </a:pPr>
            <a:r>
              <a:rPr lang="ja-JP" altLang="en-US" sz="4800" dirty="0"/>
              <a:t>だんだん</a:t>
            </a:r>
            <a:r>
              <a:rPr lang="ja-JP" altLang="en-US" sz="4800" u="sng" dirty="0"/>
              <a:t>　　　　　　　　　　　</a:t>
            </a:r>
            <a:r>
              <a:rPr lang="ja-JP" altLang="en-US" sz="4800" dirty="0"/>
              <a:t>ので、暖房をつけました。（寒さが増している）</a:t>
            </a:r>
          </a:p>
          <a:p>
            <a:pPr marL="914400" indent="-914400">
              <a:lnSpc>
                <a:spcPct val="200000"/>
              </a:lnSpc>
              <a:buFont typeface="+mj-lt"/>
              <a:buAutoNum type="arabicPeriod"/>
            </a:pPr>
            <a:r>
              <a:rPr lang="ja-JP" altLang="en-US" sz="4800" dirty="0"/>
              <a:t>駅に</a:t>
            </a:r>
            <a:r>
              <a:rPr lang="ja-JP" altLang="en-US" sz="4800" u="sng" dirty="0"/>
              <a:t>　　　　　　　　　　　</a:t>
            </a:r>
            <a:r>
              <a:rPr lang="ja-JP" altLang="en-US" sz="4800" dirty="0"/>
              <a:t>電車はちょうど出た。（駅に着いたら）</a:t>
            </a:r>
          </a:p>
          <a:p>
            <a:pPr marL="914400" indent="-914400">
              <a:lnSpc>
                <a:spcPct val="200000"/>
              </a:lnSpc>
              <a:buFont typeface="+mj-lt"/>
              <a:buAutoNum type="arabicPeriod"/>
            </a:pPr>
            <a:r>
              <a:rPr lang="ja-JP" altLang="en-US" sz="4800" dirty="0"/>
              <a:t>風邪</a:t>
            </a:r>
            <a:r>
              <a:rPr lang="ja-JP" altLang="en-US" sz="4800" u="sng" dirty="0"/>
              <a:t>　　　　　　　　　　　</a:t>
            </a:r>
            <a:r>
              <a:rPr lang="ja-JP" altLang="en-US" sz="4800" dirty="0"/>
              <a:t>なので、今日は早めに寝ます。（風邪のようだ）</a:t>
            </a:r>
          </a:p>
          <a:p>
            <a:pPr marL="914400" indent="-914400">
              <a:lnSpc>
                <a:spcPct val="200000"/>
              </a:lnSpc>
              <a:buFont typeface="+mj-lt"/>
              <a:buAutoNum type="arabicPeriod"/>
            </a:pPr>
            <a:r>
              <a:rPr lang="ja-JP" altLang="en-US" sz="4800" dirty="0"/>
              <a:t>このラーメンは、量が多くて一人ではとても</a:t>
            </a:r>
            <a:r>
              <a:rPr lang="ja-JP" altLang="en-US" sz="4800" u="sng" dirty="0"/>
              <a:t>　　　　　　　　　　　</a:t>
            </a:r>
            <a:r>
              <a:rPr lang="ja-JP" altLang="en-US" sz="4800" dirty="0"/>
              <a:t>。（残らず食べられない）</a:t>
            </a:r>
          </a:p>
        </p:txBody>
      </p:sp>
      <p:sp>
        <p:nvSpPr>
          <p:cNvPr id="2" name="標題 1">
            <a:extLst>
              <a:ext uri="{FF2B5EF4-FFF2-40B4-BE49-F238E27FC236}">
                <a16:creationId xmlns:a16="http://schemas.microsoft.com/office/drawing/2014/main" id="{1F83DA9F-FAEB-AFF4-98D4-2E6DC931AD7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5">
            <a:extLst>
              <a:ext uri="{FF2B5EF4-FFF2-40B4-BE49-F238E27FC236}">
                <a16:creationId xmlns:a16="http://schemas.microsoft.com/office/drawing/2014/main" id="{ACB5BAB2-B1E1-3B9B-624D-94B7409FC1FC}"/>
              </a:ext>
            </a:extLst>
          </p:cNvPr>
          <p:cNvSpPr txBox="1"/>
          <p:nvPr/>
        </p:nvSpPr>
        <p:spPr>
          <a:xfrm>
            <a:off x="3235214" y="11448072"/>
            <a:ext cx="17271075" cy="830997"/>
          </a:xfrm>
          <a:prstGeom prst="rect">
            <a:avLst/>
          </a:prstGeom>
          <a:noFill/>
          <a:ln>
            <a:solidFill>
              <a:srgbClr val="000000"/>
            </a:solidFill>
          </a:ln>
        </p:spPr>
        <p:txBody>
          <a:bodyPr wrap="none" rtlCol="0">
            <a:spAutoFit/>
          </a:bodyPr>
          <a:lstStyle/>
          <a:p>
            <a:r>
              <a:rPr lang="ja-JP" altLang="en-US" sz="4800" dirty="0"/>
              <a:t>～なってきた　</a:t>
            </a:r>
            <a:r>
              <a:rPr lang="en-US" altLang="ja-JP" sz="4800" dirty="0"/>
              <a:t>/</a:t>
            </a:r>
            <a:r>
              <a:rPr lang="ja-JP" altLang="en-US" sz="4800" dirty="0"/>
              <a:t>　～きれない　</a:t>
            </a:r>
            <a:r>
              <a:rPr lang="en-US" altLang="ja-JP" sz="4800" dirty="0"/>
              <a:t>/</a:t>
            </a:r>
            <a:r>
              <a:rPr lang="ja-JP" altLang="en-US" sz="4800" dirty="0"/>
              <a:t>　～ことに　</a:t>
            </a:r>
            <a:r>
              <a:rPr lang="en-US" altLang="ja-JP" sz="4800" dirty="0"/>
              <a:t>/</a:t>
            </a:r>
            <a:r>
              <a:rPr lang="ja-JP" altLang="en-US" sz="4800" dirty="0"/>
              <a:t>　～気味　</a:t>
            </a:r>
            <a:r>
              <a:rPr lang="en-US" altLang="ja-JP" sz="4800" dirty="0"/>
              <a:t>/</a:t>
            </a:r>
            <a:r>
              <a:rPr lang="ja-JP" altLang="en-US" sz="4800" dirty="0"/>
              <a:t>　～たところ</a:t>
            </a:r>
            <a:endParaRPr kumimoji="1" lang="ja-JP" altLang="en-US" sz="4800" dirty="0"/>
          </a:p>
        </p:txBody>
      </p:sp>
      <p:sp>
        <p:nvSpPr>
          <p:cNvPr id="3" name="文字方塊 6">
            <a:extLst>
              <a:ext uri="{FF2B5EF4-FFF2-40B4-BE49-F238E27FC236}">
                <a16:creationId xmlns:a16="http://schemas.microsoft.com/office/drawing/2014/main" id="{4B6D767D-5A13-A3E0-6E17-FF9C3E75A464}"/>
              </a:ext>
            </a:extLst>
          </p:cNvPr>
          <p:cNvSpPr txBox="1"/>
          <p:nvPr/>
        </p:nvSpPr>
        <p:spPr>
          <a:xfrm>
            <a:off x="2440432" y="2714752"/>
            <a:ext cx="3509294" cy="830997"/>
          </a:xfrm>
          <a:prstGeom prst="rect">
            <a:avLst/>
          </a:prstGeom>
          <a:noFill/>
        </p:spPr>
        <p:txBody>
          <a:bodyPr wrap="none" rtlCol="0">
            <a:spAutoFit/>
          </a:bodyPr>
          <a:lstStyle/>
          <a:p>
            <a:r>
              <a:rPr kumimoji="1" lang="ja-JP" altLang="en-US" sz="4800" b="1" dirty="0">
                <a:solidFill>
                  <a:srgbClr val="1C85C9"/>
                </a:solidFill>
              </a:rPr>
              <a:t>驚いたことに</a:t>
            </a:r>
          </a:p>
        </p:txBody>
      </p:sp>
      <p:sp>
        <p:nvSpPr>
          <p:cNvPr id="5" name="文字方塊 6">
            <a:extLst>
              <a:ext uri="{FF2B5EF4-FFF2-40B4-BE49-F238E27FC236}">
                <a16:creationId xmlns:a16="http://schemas.microsoft.com/office/drawing/2014/main" id="{C844C26E-98C2-D5C9-C513-9D43E5A3D508}"/>
              </a:ext>
            </a:extLst>
          </p:cNvPr>
          <p:cNvSpPr txBox="1"/>
          <p:nvPr/>
        </p:nvSpPr>
        <p:spPr>
          <a:xfrm>
            <a:off x="4604512" y="4167549"/>
            <a:ext cx="3876382" cy="830997"/>
          </a:xfrm>
          <a:prstGeom prst="rect">
            <a:avLst/>
          </a:prstGeom>
          <a:noFill/>
        </p:spPr>
        <p:txBody>
          <a:bodyPr wrap="none" rtlCol="0">
            <a:spAutoFit/>
          </a:bodyPr>
          <a:lstStyle/>
          <a:p>
            <a:r>
              <a:rPr kumimoji="1" lang="ja-JP" altLang="en-US" sz="4800" b="1" dirty="0">
                <a:solidFill>
                  <a:srgbClr val="1C85C9"/>
                </a:solidFill>
              </a:rPr>
              <a:t>寒くなってきた</a:t>
            </a:r>
          </a:p>
        </p:txBody>
      </p:sp>
      <p:sp>
        <p:nvSpPr>
          <p:cNvPr id="6" name="文字方塊 6">
            <a:extLst>
              <a:ext uri="{FF2B5EF4-FFF2-40B4-BE49-F238E27FC236}">
                <a16:creationId xmlns:a16="http://schemas.microsoft.com/office/drawing/2014/main" id="{8F1FCE1C-8BE8-5E01-A3CE-D5CB976AF4B6}"/>
              </a:ext>
            </a:extLst>
          </p:cNvPr>
          <p:cNvSpPr txBox="1"/>
          <p:nvPr/>
        </p:nvSpPr>
        <p:spPr>
          <a:xfrm>
            <a:off x="3588258" y="5620346"/>
            <a:ext cx="3421129" cy="830997"/>
          </a:xfrm>
          <a:prstGeom prst="rect">
            <a:avLst/>
          </a:prstGeom>
          <a:noFill/>
        </p:spPr>
        <p:txBody>
          <a:bodyPr wrap="none" rtlCol="0">
            <a:spAutoFit/>
          </a:bodyPr>
          <a:lstStyle/>
          <a:p>
            <a:r>
              <a:rPr kumimoji="1" lang="ja-JP" altLang="en-US" sz="4800" b="1" dirty="0">
                <a:solidFill>
                  <a:srgbClr val="1C85C9"/>
                </a:solidFill>
              </a:rPr>
              <a:t>着いたところ</a:t>
            </a:r>
          </a:p>
        </p:txBody>
      </p:sp>
      <p:sp>
        <p:nvSpPr>
          <p:cNvPr id="7" name="文字方塊 6">
            <a:extLst>
              <a:ext uri="{FF2B5EF4-FFF2-40B4-BE49-F238E27FC236}">
                <a16:creationId xmlns:a16="http://schemas.microsoft.com/office/drawing/2014/main" id="{5E76FB35-2624-CECE-E307-28D8BC7CCF16}"/>
              </a:ext>
            </a:extLst>
          </p:cNvPr>
          <p:cNvSpPr txBox="1"/>
          <p:nvPr/>
        </p:nvSpPr>
        <p:spPr>
          <a:xfrm>
            <a:off x="4684791" y="7197079"/>
            <a:ext cx="1422184" cy="830997"/>
          </a:xfrm>
          <a:prstGeom prst="rect">
            <a:avLst/>
          </a:prstGeom>
          <a:noFill/>
        </p:spPr>
        <p:txBody>
          <a:bodyPr wrap="none" rtlCol="0">
            <a:spAutoFit/>
          </a:bodyPr>
          <a:lstStyle/>
          <a:p>
            <a:r>
              <a:rPr kumimoji="1" lang="ja-JP" altLang="en-US" sz="4800" b="1" dirty="0">
                <a:solidFill>
                  <a:srgbClr val="1C85C9"/>
                </a:solidFill>
              </a:rPr>
              <a:t>気味</a:t>
            </a:r>
          </a:p>
        </p:txBody>
      </p:sp>
      <p:sp>
        <p:nvSpPr>
          <p:cNvPr id="8" name="文字方塊 6">
            <a:extLst>
              <a:ext uri="{FF2B5EF4-FFF2-40B4-BE49-F238E27FC236}">
                <a16:creationId xmlns:a16="http://schemas.microsoft.com/office/drawing/2014/main" id="{838DF482-B846-E4BE-D9AE-289275FD1D38}"/>
              </a:ext>
            </a:extLst>
          </p:cNvPr>
          <p:cNvSpPr txBox="1"/>
          <p:nvPr/>
        </p:nvSpPr>
        <p:spPr>
          <a:xfrm>
            <a:off x="13178794" y="8629639"/>
            <a:ext cx="3706464" cy="830997"/>
          </a:xfrm>
          <a:prstGeom prst="rect">
            <a:avLst/>
          </a:prstGeom>
          <a:noFill/>
        </p:spPr>
        <p:txBody>
          <a:bodyPr wrap="none" rtlCol="0">
            <a:spAutoFit/>
          </a:bodyPr>
          <a:lstStyle/>
          <a:p>
            <a:r>
              <a:rPr kumimoji="1" lang="ja-JP" altLang="en-US" sz="4800" b="1" dirty="0">
                <a:solidFill>
                  <a:srgbClr val="1C85C9"/>
                </a:solidFill>
              </a:rPr>
              <a:t>食べきれない</a:t>
            </a:r>
          </a:p>
        </p:txBody>
      </p:sp>
    </p:spTree>
    <p:extLst>
      <p:ext uri="{BB962C8B-B14F-4D97-AF65-F5344CB8AC3E}">
        <p14:creationId xmlns:p14="http://schemas.microsoft.com/office/powerpoint/2010/main" val="3621578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4B5B9-20AA-A5E8-822F-3E77F5DA2F83}"/>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3C86872-797E-45A6-C1F1-5B2E43038ED2}"/>
              </a:ext>
            </a:extLst>
          </p:cNvPr>
          <p:cNvSpPr txBox="1"/>
          <p:nvPr/>
        </p:nvSpPr>
        <p:spPr>
          <a:xfrm>
            <a:off x="1183163" y="2225601"/>
            <a:ext cx="22301713" cy="10214848"/>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この美術館は＿＿＿＿＿＿＿＿＿＿割引がある。「による」</a:t>
            </a:r>
          </a:p>
          <a:p>
            <a:pPr marL="914400" indent="-914400">
              <a:lnSpc>
                <a:spcPct val="200000"/>
              </a:lnSpc>
              <a:buFont typeface="+mj-lt"/>
              <a:buAutoNum type="arabicPeriod" startAt="6"/>
            </a:pPr>
            <a:r>
              <a:rPr lang="ja-JP" altLang="en-US" sz="4800" dirty="0"/>
              <a:t>彼女＿＿＿＿＿＿＿＿＿人はいない。「ほど」</a:t>
            </a:r>
          </a:p>
          <a:p>
            <a:pPr marL="914400" indent="-914400">
              <a:lnSpc>
                <a:spcPct val="200000"/>
              </a:lnSpc>
              <a:buFont typeface="+mj-lt"/>
              <a:buAutoNum type="arabicPeriod" startAt="6"/>
            </a:pPr>
            <a:r>
              <a:rPr lang="ja-JP" altLang="en-US" sz="4800" dirty="0"/>
              <a:t>この程度の問題を＿＿＿＿＿＿＿＿、本番の試験はもうおしまいだ。「くらいなら」</a:t>
            </a:r>
          </a:p>
          <a:p>
            <a:pPr marL="914400" indent="-914400">
              <a:lnSpc>
                <a:spcPct val="200000"/>
              </a:lnSpc>
              <a:buFont typeface="+mj-lt"/>
              <a:buAutoNum type="arabicPeriod" startAt="6"/>
            </a:pPr>
            <a:r>
              <a:rPr lang="ja-JP" altLang="en-US" sz="4800" dirty="0"/>
              <a:t>あんなに強かったチームが＿＿＿＿＿＿＿＿ 信じられない。「なんて」</a:t>
            </a:r>
          </a:p>
          <a:p>
            <a:pPr marL="914400" indent="-914400">
              <a:lnSpc>
                <a:spcPct val="200000"/>
              </a:lnSpc>
              <a:buFont typeface="+mj-lt"/>
              <a:buAutoNum type="arabicPeriod" startAt="6"/>
            </a:pPr>
            <a:r>
              <a:rPr lang="ja-JP" altLang="en-US" sz="4800" dirty="0"/>
              <a:t>日本語の読解力を＿＿＿＿＿＿＿＿ （高くする）ために、毎日新聞を読んでいる。「い形容詞動詞化」</a:t>
            </a:r>
            <a:endParaRPr lang="en-US" altLang="ja-JP" sz="4800" dirty="0"/>
          </a:p>
          <a:p>
            <a:pPr>
              <a:lnSpc>
                <a:spcPct val="200000"/>
              </a:lnSpc>
            </a:pPr>
            <a:r>
              <a:rPr lang="ja-JP" altLang="en-US" sz="4800" dirty="0"/>
              <a:t>　　　　　　　　　　　　　　</a:t>
            </a:r>
            <a:endParaRPr lang="en-US" altLang="ja-JP" sz="4800" dirty="0"/>
          </a:p>
        </p:txBody>
      </p:sp>
      <p:sp>
        <p:nvSpPr>
          <p:cNvPr id="2" name="標題 1">
            <a:extLst>
              <a:ext uri="{FF2B5EF4-FFF2-40B4-BE49-F238E27FC236}">
                <a16:creationId xmlns:a16="http://schemas.microsoft.com/office/drawing/2014/main" id="{4DAAD53E-8309-612E-BDBB-12612DCB32E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7137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64EE-35C4-28A8-EF56-90554FC95F9E}"/>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DB2B293-B5F7-8DCC-4FD6-89DD2E0F33D1}"/>
              </a:ext>
            </a:extLst>
          </p:cNvPr>
          <p:cNvSpPr txBox="1"/>
          <p:nvPr/>
        </p:nvSpPr>
        <p:spPr>
          <a:xfrm>
            <a:off x="1183163" y="2225601"/>
            <a:ext cx="22301713" cy="10214848"/>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この美術館は＿＿＿＿＿＿＿＿＿＿割引がある。「による」</a:t>
            </a:r>
          </a:p>
          <a:p>
            <a:pPr marL="914400" indent="-914400">
              <a:lnSpc>
                <a:spcPct val="200000"/>
              </a:lnSpc>
              <a:buFont typeface="+mj-lt"/>
              <a:buAutoNum type="arabicPeriod" startAt="6"/>
            </a:pPr>
            <a:r>
              <a:rPr lang="ja-JP" altLang="en-US" sz="4800" dirty="0"/>
              <a:t>彼女＿＿＿＿＿＿＿＿＿人はいない。「ほど」</a:t>
            </a:r>
          </a:p>
          <a:p>
            <a:pPr marL="914400" indent="-914400">
              <a:lnSpc>
                <a:spcPct val="200000"/>
              </a:lnSpc>
              <a:buFont typeface="+mj-lt"/>
              <a:buAutoNum type="arabicPeriod" startAt="6"/>
            </a:pPr>
            <a:r>
              <a:rPr lang="ja-JP" altLang="en-US" sz="4800" dirty="0"/>
              <a:t>この程度の問題を＿＿＿＿＿＿＿＿、本番の試験はもうおしまいだ。「くらいなら」</a:t>
            </a:r>
          </a:p>
          <a:p>
            <a:pPr marL="914400" indent="-914400">
              <a:lnSpc>
                <a:spcPct val="200000"/>
              </a:lnSpc>
              <a:buFont typeface="+mj-lt"/>
              <a:buAutoNum type="arabicPeriod" startAt="6"/>
            </a:pPr>
            <a:r>
              <a:rPr lang="ja-JP" altLang="en-US" sz="4800" dirty="0"/>
              <a:t>あんなに強かったチームが＿＿＿＿＿＿＿＿ 信じられない。「なんて」</a:t>
            </a:r>
          </a:p>
          <a:p>
            <a:pPr marL="914400" indent="-914400">
              <a:lnSpc>
                <a:spcPct val="200000"/>
              </a:lnSpc>
              <a:buFont typeface="+mj-lt"/>
              <a:buAutoNum type="arabicPeriod" startAt="6"/>
            </a:pPr>
            <a:r>
              <a:rPr lang="ja-JP" altLang="en-US" sz="4800" dirty="0"/>
              <a:t>日本語の読解力を＿＿＿＿＿＿＿＿ （高くする）ために、毎日新聞を読んでいる。「い形容詞動詞化」</a:t>
            </a:r>
            <a:endParaRPr lang="en-US" altLang="ja-JP" sz="4800" dirty="0"/>
          </a:p>
          <a:p>
            <a:pPr>
              <a:lnSpc>
                <a:spcPct val="200000"/>
              </a:lnSpc>
            </a:pPr>
            <a:r>
              <a:rPr lang="ja-JP" altLang="en-US" sz="4800" dirty="0"/>
              <a:t>　　　　　　　　　　　　　　</a:t>
            </a:r>
            <a:endParaRPr lang="en-US" altLang="ja-JP" sz="4800" dirty="0"/>
          </a:p>
        </p:txBody>
      </p:sp>
      <p:sp>
        <p:nvSpPr>
          <p:cNvPr id="2" name="標題 1">
            <a:extLst>
              <a:ext uri="{FF2B5EF4-FFF2-40B4-BE49-F238E27FC236}">
                <a16:creationId xmlns:a16="http://schemas.microsoft.com/office/drawing/2014/main" id="{9C4BFA00-14E8-0455-A48C-EB4C802891B5}"/>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6">
            <a:extLst>
              <a:ext uri="{FF2B5EF4-FFF2-40B4-BE49-F238E27FC236}">
                <a16:creationId xmlns:a16="http://schemas.microsoft.com/office/drawing/2014/main" id="{69BA75AF-F008-8520-FCAC-E37D3F8BA692}"/>
              </a:ext>
            </a:extLst>
          </p:cNvPr>
          <p:cNvSpPr txBox="1"/>
          <p:nvPr/>
        </p:nvSpPr>
        <p:spPr>
          <a:xfrm>
            <a:off x="6500368" y="2543856"/>
            <a:ext cx="4927952" cy="830997"/>
          </a:xfrm>
          <a:prstGeom prst="rect">
            <a:avLst/>
          </a:prstGeom>
          <a:noFill/>
        </p:spPr>
        <p:txBody>
          <a:bodyPr wrap="none" rtlCol="0">
            <a:spAutoFit/>
          </a:bodyPr>
          <a:lstStyle/>
          <a:p>
            <a:r>
              <a:rPr kumimoji="1" lang="ja-JP" altLang="en-US" sz="4800" b="1" dirty="0">
                <a:solidFill>
                  <a:srgbClr val="1C85C9"/>
                </a:solidFill>
              </a:rPr>
              <a:t>年齢／学生による</a:t>
            </a:r>
          </a:p>
        </p:txBody>
      </p:sp>
      <p:sp>
        <p:nvSpPr>
          <p:cNvPr id="4" name="文字方塊 6">
            <a:extLst>
              <a:ext uri="{FF2B5EF4-FFF2-40B4-BE49-F238E27FC236}">
                <a16:creationId xmlns:a16="http://schemas.microsoft.com/office/drawing/2014/main" id="{9D55A97A-2CE6-76B2-64E7-7EA9B74CED8D}"/>
              </a:ext>
            </a:extLst>
          </p:cNvPr>
          <p:cNvSpPr txBox="1"/>
          <p:nvPr/>
        </p:nvSpPr>
        <p:spPr>
          <a:xfrm>
            <a:off x="4001008" y="4046937"/>
            <a:ext cx="4161717" cy="830997"/>
          </a:xfrm>
          <a:prstGeom prst="rect">
            <a:avLst/>
          </a:prstGeom>
          <a:noFill/>
        </p:spPr>
        <p:txBody>
          <a:bodyPr wrap="none" rtlCol="0">
            <a:spAutoFit/>
          </a:bodyPr>
          <a:lstStyle/>
          <a:p>
            <a:r>
              <a:rPr kumimoji="1" lang="ja-JP" altLang="en-US" sz="4800" b="1" dirty="0">
                <a:solidFill>
                  <a:srgbClr val="1C85C9"/>
                </a:solidFill>
              </a:rPr>
              <a:t>ほど絵がうまい</a:t>
            </a:r>
          </a:p>
        </p:txBody>
      </p:sp>
      <p:sp>
        <p:nvSpPr>
          <p:cNvPr id="5" name="文字方塊 6">
            <a:extLst>
              <a:ext uri="{FF2B5EF4-FFF2-40B4-BE49-F238E27FC236}">
                <a16:creationId xmlns:a16="http://schemas.microsoft.com/office/drawing/2014/main" id="{AD973EFB-EBDC-2C04-5BAF-FF25D9219B9E}"/>
              </a:ext>
            </a:extLst>
          </p:cNvPr>
          <p:cNvSpPr txBox="1"/>
          <p:nvPr/>
        </p:nvSpPr>
        <p:spPr>
          <a:xfrm>
            <a:off x="6893533" y="5550018"/>
            <a:ext cx="5036956" cy="830997"/>
          </a:xfrm>
          <a:prstGeom prst="rect">
            <a:avLst/>
          </a:prstGeom>
          <a:noFill/>
        </p:spPr>
        <p:txBody>
          <a:bodyPr wrap="none" rtlCol="0">
            <a:spAutoFit/>
          </a:bodyPr>
          <a:lstStyle/>
          <a:p>
            <a:r>
              <a:rPr kumimoji="1" lang="ja-JP" altLang="en-US" sz="4800" b="1" dirty="0">
                <a:solidFill>
                  <a:srgbClr val="1C85C9"/>
                </a:solidFill>
              </a:rPr>
              <a:t>解けないくらいなら</a:t>
            </a:r>
          </a:p>
        </p:txBody>
      </p:sp>
      <p:sp>
        <p:nvSpPr>
          <p:cNvPr id="6" name="文字方塊 6">
            <a:extLst>
              <a:ext uri="{FF2B5EF4-FFF2-40B4-BE49-F238E27FC236}">
                <a16:creationId xmlns:a16="http://schemas.microsoft.com/office/drawing/2014/main" id="{C17076CE-4AA5-4B1D-E22B-0A75BF107834}"/>
              </a:ext>
            </a:extLst>
          </p:cNvPr>
          <p:cNvSpPr txBox="1"/>
          <p:nvPr/>
        </p:nvSpPr>
        <p:spPr>
          <a:xfrm>
            <a:off x="9611957" y="7053099"/>
            <a:ext cx="3632726" cy="830997"/>
          </a:xfrm>
          <a:prstGeom prst="rect">
            <a:avLst/>
          </a:prstGeom>
          <a:noFill/>
        </p:spPr>
        <p:txBody>
          <a:bodyPr wrap="none" rtlCol="0">
            <a:spAutoFit/>
          </a:bodyPr>
          <a:lstStyle/>
          <a:p>
            <a:r>
              <a:rPr kumimoji="1" lang="ja-JP" altLang="en-US" sz="4800" b="1" dirty="0">
                <a:solidFill>
                  <a:srgbClr val="1C85C9"/>
                </a:solidFill>
              </a:rPr>
              <a:t>負けるなんて</a:t>
            </a:r>
          </a:p>
        </p:txBody>
      </p:sp>
      <p:sp>
        <p:nvSpPr>
          <p:cNvPr id="7" name="文字方塊 6">
            <a:extLst>
              <a:ext uri="{FF2B5EF4-FFF2-40B4-BE49-F238E27FC236}">
                <a16:creationId xmlns:a16="http://schemas.microsoft.com/office/drawing/2014/main" id="{491083E0-82E6-AE29-31F8-939AD90C4CF8}"/>
              </a:ext>
            </a:extLst>
          </p:cNvPr>
          <p:cNvSpPr txBox="1"/>
          <p:nvPr/>
        </p:nvSpPr>
        <p:spPr>
          <a:xfrm>
            <a:off x="8162725" y="8411844"/>
            <a:ext cx="1943161" cy="830997"/>
          </a:xfrm>
          <a:prstGeom prst="rect">
            <a:avLst/>
          </a:prstGeom>
          <a:noFill/>
        </p:spPr>
        <p:txBody>
          <a:bodyPr wrap="none" rtlCol="0">
            <a:spAutoFit/>
          </a:bodyPr>
          <a:lstStyle/>
          <a:p>
            <a:r>
              <a:rPr kumimoji="1" lang="ja-JP" altLang="en-US" sz="4800" b="1" dirty="0">
                <a:solidFill>
                  <a:srgbClr val="1C85C9"/>
                </a:solidFill>
              </a:rPr>
              <a:t>高める</a:t>
            </a:r>
          </a:p>
        </p:txBody>
      </p:sp>
    </p:spTree>
    <p:extLst>
      <p:ext uri="{BB962C8B-B14F-4D97-AF65-F5344CB8AC3E}">
        <p14:creationId xmlns:p14="http://schemas.microsoft.com/office/powerpoint/2010/main" val="2543564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中谷さんが岩崎さんに怒っていた理由は何ですか。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中谷さんが岩崎さんに怒っていた理由は何ですか。</a:t>
            </a:r>
          </a:p>
          <a:p>
            <a:pPr lvl="1" algn="just">
              <a:lnSpc>
                <a:spcPct val="150000"/>
              </a:lnSpc>
            </a:pPr>
            <a:r>
              <a:rPr lang="ja-JP" altLang="en-US" sz="4800" dirty="0">
                <a:solidFill>
                  <a:srgbClr val="1C85C9"/>
                </a:solidFill>
              </a:rPr>
              <a:t>正解：一緒に見る予定だった映画を、他の友達と見に行ってしまったから。</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「いっしょに見る予定だった映画を岩崎さんが他の友達と見に行ってしまったらしい」と明記されている。</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2677656"/>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コウさんは今回の喧嘩をどのように評価していますか。</a:t>
            </a:r>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C968C-3B1F-C336-DD5D-7A30A466166A}"/>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2BE18CD-EDE0-F88C-EB86-CF26289FD6E1}"/>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734A700-1652-AB03-AD6A-85493063A240}"/>
              </a:ext>
            </a:extLst>
          </p:cNvPr>
          <p:cNvSpPr txBox="1"/>
          <p:nvPr/>
        </p:nvSpPr>
        <p:spPr>
          <a:xfrm>
            <a:off x="1041143" y="2048947"/>
            <a:ext cx="22301713" cy="4893647"/>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コウさんは今回の喧嘩をどのように評価していますか。</a:t>
            </a:r>
            <a:endParaRPr lang="en-US" altLang="ja-JP" sz="4800" dirty="0"/>
          </a:p>
          <a:p>
            <a:pPr algn="just">
              <a:lnSpc>
                <a:spcPct val="150000"/>
              </a:lnSpc>
              <a:buNone/>
            </a:pPr>
            <a:r>
              <a:rPr lang="ja-JP" altLang="en-US" sz="4800" dirty="0">
                <a:solidFill>
                  <a:srgbClr val="1C85C9"/>
                </a:solidFill>
              </a:rPr>
              <a:t>　正解：友情を深めるいい機会になり、自分の助言で終わらせることができたとも述べ　　　</a:t>
            </a:r>
            <a:endParaRPr lang="en-US" altLang="ja-JP" sz="4800" dirty="0">
              <a:solidFill>
                <a:srgbClr val="1C85C9"/>
              </a:solidFill>
            </a:endParaRPr>
          </a:p>
          <a:p>
            <a:pPr algn="just">
              <a:lnSpc>
                <a:spcPct val="150000"/>
              </a:lnSpc>
              <a:buNone/>
            </a:pPr>
            <a:r>
              <a:rPr lang="ja-JP" altLang="en-US" sz="4800" dirty="0">
                <a:solidFill>
                  <a:srgbClr val="1C85C9"/>
                </a:solidFill>
              </a:rPr>
              <a:t>　　　　　ています。</a:t>
            </a:r>
            <a:endParaRPr lang="en-US" altLang="ja-JP" sz="4800" b="1" dirty="0">
              <a:solidFill>
                <a:srgbClr val="1C85C9"/>
              </a:solidFill>
            </a:endParaRPr>
          </a:p>
          <a:p>
            <a:pPr algn="just"/>
            <a:endParaRPr lang="en-US" altLang="ja-JP" sz="4800" b="1" dirty="0"/>
          </a:p>
        </p:txBody>
      </p:sp>
      <p:sp>
        <p:nvSpPr>
          <p:cNvPr id="3" name="文字方塊 4">
            <a:extLst>
              <a:ext uri="{FF2B5EF4-FFF2-40B4-BE49-F238E27FC236}">
                <a16:creationId xmlns:a16="http://schemas.microsoft.com/office/drawing/2014/main" id="{5EA1384D-98ED-AF48-27C2-E5AE281330CD}"/>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「こうして、今回の喧嘩は友情を深めるいい機会になった。私の助言によって終わらせることができたと言ってもいいのではないだろうか。」とコウさんが文末に書いています。</a:t>
            </a:r>
          </a:p>
        </p:txBody>
      </p:sp>
    </p:spTree>
    <p:extLst>
      <p:ext uri="{BB962C8B-B14F-4D97-AF65-F5344CB8AC3E}">
        <p14:creationId xmlns:p14="http://schemas.microsoft.com/office/powerpoint/2010/main" val="368481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8956298"/>
          </a:xfrm>
          <a:prstGeom prst="rect">
            <a:avLst/>
          </a:prstGeom>
          <a:noFill/>
        </p:spPr>
        <p:txBody>
          <a:bodyPr wrap="square">
            <a:spAutoFit/>
          </a:bodyPr>
          <a:lstStyle/>
          <a:p>
            <a:pPr algn="just">
              <a:buNone/>
            </a:pPr>
            <a:r>
              <a:rPr lang="ja-JP" altLang="en-US" sz="4800" b="1" dirty="0"/>
              <a:t>問題３</a:t>
            </a:r>
          </a:p>
          <a:p>
            <a:pPr>
              <a:buNone/>
            </a:pPr>
            <a:r>
              <a:rPr lang="en-US" altLang="ja-JP" sz="4800" dirty="0"/>
              <a:t>1</a:t>
            </a:r>
            <a:r>
              <a:rPr lang="ja-JP" altLang="en-US" sz="4800" dirty="0"/>
              <a:t>）あなたは親しい友達と喧嘩したことがありますか。</a:t>
            </a:r>
            <a:endParaRPr lang="en-US" altLang="ja-JP" sz="4800" dirty="0"/>
          </a:p>
          <a:p>
            <a:pPr>
              <a:buNone/>
            </a:pPr>
            <a:endParaRPr lang="en-US" altLang="ja-JP" sz="4800" dirty="0"/>
          </a:p>
          <a:p>
            <a:pPr>
              <a:buNone/>
            </a:pPr>
            <a:endParaRPr lang="en-US" altLang="ja-JP" sz="4800" dirty="0"/>
          </a:p>
          <a:p>
            <a:pPr>
              <a:buNone/>
            </a:pPr>
            <a:endParaRPr lang="en-US" altLang="ja-JP" sz="4800" dirty="0"/>
          </a:p>
          <a:p>
            <a:pPr>
              <a:buNone/>
            </a:pPr>
            <a:r>
              <a:rPr lang="en-US" altLang="ja-JP" sz="4800" dirty="0"/>
              <a:t>2</a:t>
            </a:r>
            <a:r>
              <a:rPr lang="ja-JP" altLang="en-US" sz="4800" dirty="0"/>
              <a:t>）どうして喧嘩しましたか。／どんなことで喧嘩になりそうですか。</a:t>
            </a:r>
            <a:endParaRPr lang="en-US" altLang="ja-JP" sz="4800" dirty="0"/>
          </a:p>
          <a:p>
            <a:pPr>
              <a:buNone/>
            </a:pPr>
            <a:endParaRPr lang="en-US" altLang="ja-JP" sz="4800" dirty="0"/>
          </a:p>
          <a:p>
            <a:pPr>
              <a:buNone/>
            </a:pPr>
            <a:endParaRPr lang="en-US" altLang="ja-JP" sz="4800" dirty="0"/>
          </a:p>
          <a:p>
            <a:pPr>
              <a:buNone/>
            </a:pPr>
            <a:endParaRPr lang="en-US" altLang="ja-JP" sz="4800" dirty="0"/>
          </a:p>
          <a:p>
            <a:pPr>
              <a:buNone/>
            </a:pPr>
            <a:r>
              <a:rPr lang="en-US" altLang="ja-JP" sz="4800" dirty="0"/>
              <a:t>3</a:t>
            </a:r>
            <a:r>
              <a:rPr lang="ja-JP" altLang="en-US" sz="4800" dirty="0"/>
              <a:t>）もう仲直りしましたか。／仲直りにどうしますか。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ACF01-D7A6-27A8-1D16-6027AE4DC4A3}"/>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8C2BC74F-6AE0-EDEC-0D18-8E62881E5039}"/>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38B32D70-C78F-3AD9-5446-BC28D20DBAF7}"/>
              </a:ext>
            </a:extLst>
          </p:cNvPr>
          <p:cNvSpPr txBox="1"/>
          <p:nvPr/>
        </p:nvSpPr>
        <p:spPr>
          <a:xfrm>
            <a:off x="1041143" y="2048947"/>
            <a:ext cx="22301713" cy="8956298"/>
          </a:xfrm>
          <a:prstGeom prst="rect">
            <a:avLst/>
          </a:prstGeom>
          <a:noFill/>
        </p:spPr>
        <p:txBody>
          <a:bodyPr wrap="square">
            <a:spAutoFit/>
          </a:bodyPr>
          <a:lstStyle/>
          <a:p>
            <a:pPr algn="just">
              <a:buNone/>
            </a:pPr>
            <a:r>
              <a:rPr lang="ja-JP" altLang="en-US" sz="4800" b="1" dirty="0"/>
              <a:t>問題３</a:t>
            </a:r>
          </a:p>
          <a:p>
            <a:pPr>
              <a:buNone/>
            </a:pPr>
            <a:r>
              <a:rPr lang="en-US" altLang="ja-JP" sz="4800" dirty="0"/>
              <a:t>1</a:t>
            </a:r>
            <a:r>
              <a:rPr lang="ja-JP" altLang="en-US" sz="4800" dirty="0"/>
              <a:t>）あなたは親しい友達と喧嘩したことがありますか。</a:t>
            </a:r>
            <a:endParaRPr lang="en-US" altLang="ja-JP" sz="4800" dirty="0"/>
          </a:p>
          <a:p>
            <a:pPr>
              <a:buNone/>
            </a:pPr>
            <a:endParaRPr lang="en-US" altLang="ja-JP" sz="4800" dirty="0"/>
          </a:p>
          <a:p>
            <a:pPr>
              <a:buNone/>
            </a:pPr>
            <a:endParaRPr lang="en-US" altLang="ja-JP" sz="4800" dirty="0"/>
          </a:p>
          <a:p>
            <a:pPr>
              <a:buNone/>
            </a:pPr>
            <a:endParaRPr lang="en-US" altLang="ja-JP" sz="4800" dirty="0"/>
          </a:p>
          <a:p>
            <a:r>
              <a:rPr lang="en-US" altLang="ja-JP" sz="4800" dirty="0"/>
              <a:t>2</a:t>
            </a:r>
            <a:r>
              <a:rPr lang="ja-JP" altLang="en-US" sz="4800" dirty="0"/>
              <a:t>）どうして喧嘩しましたか。／どんなことで喧嘩になりそうですか。</a:t>
            </a:r>
            <a:endParaRPr lang="en-US" altLang="ja-JP" sz="4800" dirty="0"/>
          </a:p>
          <a:p>
            <a:pPr>
              <a:buNone/>
            </a:pPr>
            <a:endParaRPr lang="en-US" altLang="ja-JP" sz="4800" dirty="0"/>
          </a:p>
          <a:p>
            <a:pPr>
              <a:buNone/>
            </a:pPr>
            <a:endParaRPr lang="en-US" altLang="ja-JP" sz="4800" dirty="0"/>
          </a:p>
          <a:p>
            <a:pPr>
              <a:buNone/>
            </a:pPr>
            <a:endParaRPr lang="en-US" altLang="ja-JP" sz="4800" dirty="0"/>
          </a:p>
          <a:p>
            <a:pPr>
              <a:buNone/>
            </a:pPr>
            <a:r>
              <a:rPr lang="en-US" altLang="ja-JP" sz="4800" dirty="0"/>
              <a:t>3</a:t>
            </a:r>
            <a:r>
              <a:rPr lang="ja-JP" altLang="en-US" sz="4800" dirty="0"/>
              <a:t>）もう仲直りしましたか。 ／仲直りにどうしますか。</a:t>
            </a:r>
          </a:p>
          <a:p>
            <a:pPr algn="just"/>
            <a:endParaRPr lang="en-US" altLang="ja-JP" sz="4800" b="1" dirty="0"/>
          </a:p>
          <a:p>
            <a:pPr algn="just"/>
            <a:endParaRPr lang="en-US" altLang="ja-JP" sz="4800" b="1" dirty="0"/>
          </a:p>
        </p:txBody>
      </p:sp>
      <p:sp>
        <p:nvSpPr>
          <p:cNvPr id="3" name="文字方塊 1">
            <a:extLst>
              <a:ext uri="{FF2B5EF4-FFF2-40B4-BE49-F238E27FC236}">
                <a16:creationId xmlns:a16="http://schemas.microsoft.com/office/drawing/2014/main" id="{AA589CC2-F9C0-5638-DFD8-CD42C86D9C99}"/>
              </a:ext>
            </a:extLst>
          </p:cNvPr>
          <p:cNvSpPr txBox="1"/>
          <p:nvPr/>
        </p:nvSpPr>
        <p:spPr>
          <a:xfrm>
            <a:off x="1627632" y="4389602"/>
            <a:ext cx="4402167" cy="830997"/>
          </a:xfrm>
          <a:prstGeom prst="rect">
            <a:avLst/>
          </a:prstGeom>
          <a:noFill/>
        </p:spPr>
        <p:txBody>
          <a:bodyPr wrap="none" rtlCol="0">
            <a:spAutoFit/>
          </a:bodyPr>
          <a:lstStyle/>
          <a:p>
            <a:r>
              <a:rPr kumimoji="1" lang="ja-JP" altLang="en-US" sz="4800" b="1" dirty="0">
                <a:solidFill>
                  <a:srgbClr val="1C85C9"/>
                </a:solidFill>
              </a:rPr>
              <a:t>はい、あります。</a:t>
            </a:r>
          </a:p>
        </p:txBody>
      </p:sp>
      <p:sp>
        <p:nvSpPr>
          <p:cNvPr id="4" name="文字方塊 1">
            <a:extLst>
              <a:ext uri="{FF2B5EF4-FFF2-40B4-BE49-F238E27FC236}">
                <a16:creationId xmlns:a16="http://schemas.microsoft.com/office/drawing/2014/main" id="{09642309-EDCA-9FB3-F31F-4C8D8C38CC9C}"/>
              </a:ext>
            </a:extLst>
          </p:cNvPr>
          <p:cNvSpPr txBox="1"/>
          <p:nvPr/>
        </p:nvSpPr>
        <p:spPr>
          <a:xfrm>
            <a:off x="1627632" y="7313539"/>
            <a:ext cx="16647506" cy="830997"/>
          </a:xfrm>
          <a:prstGeom prst="rect">
            <a:avLst/>
          </a:prstGeom>
          <a:noFill/>
        </p:spPr>
        <p:txBody>
          <a:bodyPr wrap="none" rtlCol="0">
            <a:spAutoFit/>
          </a:bodyPr>
          <a:lstStyle/>
          <a:p>
            <a:r>
              <a:rPr kumimoji="1" lang="ja-JP" altLang="en-US" sz="4800" b="1" dirty="0">
                <a:solidFill>
                  <a:srgbClr val="1C85C9"/>
                </a:solidFill>
              </a:rPr>
              <a:t>その友達がわたしの押しのアイドルの悪口を言いましたから。</a:t>
            </a:r>
          </a:p>
        </p:txBody>
      </p:sp>
      <p:sp>
        <p:nvSpPr>
          <p:cNvPr id="5" name="文字方塊 1">
            <a:extLst>
              <a:ext uri="{FF2B5EF4-FFF2-40B4-BE49-F238E27FC236}">
                <a16:creationId xmlns:a16="http://schemas.microsoft.com/office/drawing/2014/main" id="{33145A51-B4B0-F9A6-6935-10A2F4717F74}"/>
              </a:ext>
            </a:extLst>
          </p:cNvPr>
          <p:cNvSpPr txBox="1"/>
          <p:nvPr/>
        </p:nvSpPr>
        <p:spPr>
          <a:xfrm>
            <a:off x="1627632" y="10097393"/>
            <a:ext cx="22756368" cy="1569660"/>
          </a:xfrm>
          <a:prstGeom prst="rect">
            <a:avLst/>
          </a:prstGeom>
          <a:noFill/>
        </p:spPr>
        <p:txBody>
          <a:bodyPr wrap="square" rtlCol="0">
            <a:spAutoFit/>
          </a:bodyPr>
          <a:lstStyle/>
          <a:p>
            <a:r>
              <a:rPr kumimoji="1" lang="ja-JP" altLang="en-US" sz="4800" b="1" dirty="0">
                <a:solidFill>
                  <a:srgbClr val="1C85C9"/>
                </a:solidFill>
              </a:rPr>
              <a:t>はい、もう仲直りしました。</a:t>
            </a:r>
            <a:endParaRPr kumimoji="1" lang="en-US" altLang="ja-JP" sz="4800" b="1" dirty="0">
              <a:solidFill>
                <a:srgbClr val="1C85C9"/>
              </a:solidFill>
            </a:endParaRPr>
          </a:p>
          <a:p>
            <a:r>
              <a:rPr kumimoji="1" lang="ja-JP" altLang="en-US" sz="4800" b="1" dirty="0">
                <a:solidFill>
                  <a:srgbClr val="1C85C9"/>
                </a:solidFill>
              </a:rPr>
              <a:t>彼女がわたしの押しのアイドルのコンサートに一緒に行ってくれました。</a:t>
            </a:r>
          </a:p>
        </p:txBody>
      </p:sp>
    </p:spTree>
    <p:extLst>
      <p:ext uri="{BB962C8B-B14F-4D97-AF65-F5344CB8AC3E}">
        <p14:creationId xmlns:p14="http://schemas.microsoft.com/office/powerpoint/2010/main" val="3218027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令人開心的是，我收到她的來信了。（～ことに）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最近有點感冒的樣子，喉嚨有點痛。（～気味）</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居然忘記自己的生日這種事，真不敢相信！（～なんて）</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根據新聞，颱風明天會登陸</a:t>
            </a:r>
            <a:r>
              <a:rPr lang="ja-JP" altLang="en-US" sz="4800" b="1">
                <a:latin typeface="Microsoft JhengHei Light" panose="020B0304030504040204" pitchFamily="34" charset="-120"/>
                <a:ea typeface="Microsoft JhengHei Light" panose="020B0304030504040204" pitchFamily="34" charset="-120"/>
              </a:rPr>
              <a:t>。（～</a:t>
            </a:r>
            <a:r>
              <a:rPr lang="ja-JP" altLang="en-US" sz="4800" b="1" dirty="0">
                <a:latin typeface="Microsoft JhengHei Light" panose="020B0304030504040204" pitchFamily="34" charset="-120"/>
                <a:ea typeface="Microsoft JhengHei Light" panose="020B0304030504040204" pitchFamily="34" charset="-120"/>
              </a:rPr>
              <a:t>による／～によって）</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ja-JP" altLang="en-US" sz="4800" b="1" dirty="0">
                <a:latin typeface="Microsoft JhengHei Light" panose="020B0304030504040204" pitchFamily="34" charset="-120"/>
                <a:ea typeface="Microsoft JhengHei Light" panose="020B0304030504040204" pitchFamily="34" charset="-120"/>
              </a:rPr>
              <a:t>令人開心的是，我收到她的來信了。（～ことに）</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嬉しいことに、彼女から手紙が届きました。</a:t>
            </a: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ja-JP" altLang="en-US" sz="4800" b="1" dirty="0">
                <a:latin typeface="Microsoft JhengHei Light" panose="020B0304030504040204" pitchFamily="34" charset="-120"/>
                <a:ea typeface="Microsoft JhengHei Light" panose="020B0304030504040204" pitchFamily="34" charset="-120"/>
              </a:rPr>
              <a:t>最近有點感冒的樣子，喉嚨有點痛。（～気味）</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最近風邪気味で、のどが少し痛いです。</a:t>
            </a: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ja-JP" altLang="en-US" sz="4800" b="1" dirty="0">
                <a:latin typeface="Microsoft JhengHei Light" panose="020B0304030504040204" pitchFamily="34" charset="-120"/>
                <a:ea typeface="Microsoft JhengHei Light" panose="020B0304030504040204" pitchFamily="34" charset="-120"/>
              </a:rPr>
              <a:t>居然忘記自己的生日這種事，真不敢相信！（～なんて）</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自分の誕生日を忘れるなんて、信じられない！</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根據新聞，颱風明天會登陸。（～による／～によって）</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ニュースによると、台風は明日上陸するそうです。</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1047</TotalTime>
  <Words>1578</Words>
  <Application>Microsoft Office PowerPoint</Application>
  <PresentationFormat>ユーザー設定</PresentationFormat>
  <Paragraphs>113</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Gen Jyuu GothicL Bold</vt:lpstr>
      <vt:lpstr>SimSun</vt:lpstr>
      <vt:lpstr>Wingdings 2</vt:lpstr>
      <vt:lpstr>Calibri</vt:lpstr>
      <vt:lpstr>Gen Jyuu Gothic Bold</vt:lpstr>
      <vt:lpstr>HGPSoeiKakugothicUB</vt:lpstr>
      <vt:lpstr>Microsoft JhengHei</vt:lpstr>
      <vt:lpstr>Microsoft JhengHei Light</vt:lpstr>
      <vt:lpstr>Microsoft Yahei</vt:lpstr>
      <vt:lpstr>BIZ UDPGothic</vt:lpstr>
      <vt:lpstr>Arial</vt:lpstr>
      <vt:lpstr>BIZ UDGothic</vt:lpstr>
      <vt:lpstr>Calibri Light</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2025-08-23T03:04:29Z</dcterms:modified>
</cp:coreProperties>
</file>