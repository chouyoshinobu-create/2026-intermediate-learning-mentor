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6"/>
  </p:notesMasterIdLst>
  <p:handoutMasterIdLst>
    <p:handoutMasterId r:id="rId17"/>
  </p:handoutMasterIdLst>
  <p:sldIdLst>
    <p:sldId id="274" r:id="rId2"/>
    <p:sldId id="366" r:id="rId3"/>
    <p:sldId id="373" r:id="rId4"/>
    <p:sldId id="369" r:id="rId5"/>
    <p:sldId id="375" r:id="rId6"/>
    <p:sldId id="346" r:id="rId7"/>
    <p:sldId id="347" r:id="rId8"/>
    <p:sldId id="354" r:id="rId9"/>
    <p:sldId id="355" r:id="rId10"/>
    <p:sldId id="370" r:id="rId11"/>
    <p:sldId id="371" r:id="rId12"/>
    <p:sldId id="343" r:id="rId13"/>
    <p:sldId id="342" r:id="rId14"/>
    <p:sldId id="264" r:id="rId15"/>
  </p:sldIdLst>
  <p:sldSz cx="24384000" cy="13716000"/>
  <p:notesSz cx="6858000" cy="9144000"/>
  <p:embeddedFontLst>
    <p:embeddedFont>
      <p:font typeface="Gen Jyuu Gothic Bold" panose="02020500000000000000" charset="-120"/>
      <p:bold r:id="rId18"/>
    </p:embeddedFont>
    <p:embeddedFont>
      <p:font typeface="Gen Jyuu GothicL Bold" panose="02020500000000000000" charset="-120"/>
      <p:bold r:id="rId19"/>
    </p:embeddedFont>
    <p:embeddedFont>
      <p:font typeface="Microsoft JhengHei" panose="020B0604030504040204" pitchFamily="34" charset="-120"/>
      <p:regular r:id="rId20"/>
      <p:bold r:id="rId21"/>
    </p:embeddedFont>
    <p:embeddedFont>
      <p:font typeface="BIZ UDGothic" panose="020B0400000000000000" pitchFamily="33" charset="-128"/>
      <p:regular r:id="rId22"/>
      <p:bold r:id="rId23"/>
    </p:embeddedFont>
    <p:embeddedFont>
      <p:font typeface="BIZ UDPGothic" panose="020B0400000000000000" pitchFamily="34" charset="-128"/>
      <p:regular r:id="rId24"/>
      <p:bold r:id="rId25"/>
    </p:embeddedFont>
    <p:embeddedFont>
      <p:font typeface="HGPSoeiKakugothicUB" panose="020B0A00000000000000" pitchFamily="34" charset="-128"/>
      <p:regular r:id="rId26"/>
    </p:embeddedFont>
    <p:embeddedFont>
      <p:font typeface="Microsoft JhengHei Light" panose="020B0304030504040204" pitchFamily="34" charset="-120"/>
      <p:regular r:id="rId27"/>
    </p:embeddedFont>
    <p:embeddedFont>
      <p:font typeface="Microsoft Yahei" panose="020B0503020204020204" pitchFamily="34" charset="-122"/>
      <p:regular r:id="rId28"/>
      <p:bold r:id="rId29"/>
    </p:embeddedFont>
    <p:embeddedFont>
      <p:font typeface="Wingdings 2" panose="05020102010507070707" pitchFamily="18" charset="2"/>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31" roundtripDataSignature="AMtx7mgWneN2Aa4XZ32EnoSuaD2gv1sk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5C9"/>
    <a:srgbClr val="2289CB"/>
    <a:srgbClr val="288CCC"/>
    <a:srgbClr val="E46D4B"/>
    <a:srgbClr val="F2F2F2"/>
    <a:srgbClr val="3B3838"/>
    <a:srgbClr val="EF8759"/>
    <a:srgbClr val="000000"/>
    <a:srgbClr val="7F7F7F"/>
    <a:srgbClr val="D8D0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中等深淺樣式 3 - 輔色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5" d="100"/>
          <a:sy n="35" d="100"/>
        </p:scale>
        <p:origin x="460" y="88"/>
      </p:cViewPr>
      <p:guideLst/>
    </p:cSldViewPr>
  </p:slideViewPr>
  <p:notesTextViewPr>
    <p:cViewPr>
      <p:scale>
        <a:sx n="1" d="1"/>
        <a:sy n="1" d="1"/>
      </p:scale>
      <p:origin x="0" y="0"/>
    </p:cViewPr>
  </p:notesTextViewPr>
  <p:notesViewPr>
    <p:cSldViewPr snapToGrid="0">
      <p:cViewPr>
        <p:scale>
          <a:sx n="1" d="2"/>
          <a:sy n="1" d="2"/>
        </p:scale>
        <p:origin x="4632" y="10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2.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嘉展 張" userId="56c0cc265fef7f12" providerId="LiveId" clId="{FC3B12ED-B978-4741-8F4E-ACC995148FC2}"/>
    <pc:docChg chg="undo custSel modSld">
      <pc:chgData name="嘉展 張" userId="56c0cc265fef7f12" providerId="LiveId" clId="{FC3B12ED-B978-4741-8F4E-ACC995148FC2}" dt="2025-07-07T04:22:08.380" v="43" actId="207"/>
      <pc:docMkLst>
        <pc:docMk/>
      </pc:docMkLst>
      <pc:sldChg chg="addSp delSp modSp mod">
        <pc:chgData name="嘉展 張" userId="56c0cc265fef7f12" providerId="LiveId" clId="{FC3B12ED-B978-4741-8F4E-ACC995148FC2}" dt="2025-07-07T04:20:44.928" v="23" actId="207"/>
        <pc:sldMkLst>
          <pc:docMk/>
          <pc:sldMk cId="0" sldId="264"/>
        </pc:sldMkLst>
      </pc:sldChg>
      <pc:sldChg chg="modSp mod">
        <pc:chgData name="嘉展 張" userId="56c0cc265fef7f12" providerId="LiveId" clId="{FC3B12ED-B978-4741-8F4E-ACC995148FC2}" dt="2025-07-07T04:19:17.917" v="6" actId="207"/>
        <pc:sldMkLst>
          <pc:docMk/>
          <pc:sldMk cId="516855969" sldId="328"/>
        </pc:sldMkLst>
      </pc:sldChg>
      <pc:sldChg chg="modSp mod">
        <pc:chgData name="嘉展 張" userId="56c0cc265fef7f12" providerId="LiveId" clId="{FC3B12ED-B978-4741-8F4E-ACC995148FC2}" dt="2025-07-07T04:19:30.362" v="10" actId="207"/>
        <pc:sldMkLst>
          <pc:docMk/>
          <pc:sldMk cId="1848417769" sldId="329"/>
        </pc:sldMkLst>
      </pc:sldChg>
      <pc:sldChg chg="modSp mod">
        <pc:chgData name="嘉展 張" userId="56c0cc265fef7f12" providerId="LiveId" clId="{FC3B12ED-B978-4741-8F4E-ACC995148FC2}" dt="2025-07-07T04:19:24.576" v="8" actId="207"/>
        <pc:sldMkLst>
          <pc:docMk/>
          <pc:sldMk cId="725604826" sldId="330"/>
        </pc:sldMkLst>
      </pc:sldChg>
      <pc:sldChg chg="modSp mod">
        <pc:chgData name="嘉展 張" userId="56c0cc265fef7f12" providerId="LiveId" clId="{FC3B12ED-B978-4741-8F4E-ACC995148FC2}" dt="2025-07-07T04:18:57.079" v="0" actId="207"/>
        <pc:sldMkLst>
          <pc:docMk/>
          <pc:sldMk cId="1652940647" sldId="335"/>
        </pc:sldMkLst>
      </pc:sldChg>
      <pc:sldChg chg="modSp mod">
        <pc:chgData name="嘉展 張" userId="56c0cc265fef7f12" providerId="LiveId" clId="{FC3B12ED-B978-4741-8F4E-ACC995148FC2}" dt="2025-07-07T04:19:06.457" v="2" actId="207"/>
        <pc:sldMkLst>
          <pc:docMk/>
          <pc:sldMk cId="3676040206" sldId="336"/>
        </pc:sldMkLst>
      </pc:sldChg>
      <pc:sldChg chg="modSp mod">
        <pc:chgData name="嘉展 張" userId="56c0cc265fef7f12" providerId="LiveId" clId="{FC3B12ED-B978-4741-8F4E-ACC995148FC2}" dt="2025-07-07T04:22:08.380" v="43" actId="207"/>
        <pc:sldMkLst>
          <pc:docMk/>
          <pc:sldMk cId="2128628793" sldId="337"/>
        </pc:sldMkLst>
      </pc:sldChg>
      <pc:sldChg chg="modSp mod">
        <pc:chgData name="嘉展 張" userId="56c0cc265fef7f12" providerId="LiveId" clId="{FC3B12ED-B978-4741-8F4E-ACC995148FC2}" dt="2025-07-07T04:21:51.077" v="38" actId="207"/>
        <pc:sldMkLst>
          <pc:docMk/>
          <pc:sldMk cId="4036497139" sldId="338"/>
        </pc:sldMkLst>
      </pc:sldChg>
      <pc:sldChg chg="modSp mod">
        <pc:chgData name="嘉展 張" userId="56c0cc265fef7f12" providerId="LiveId" clId="{FC3B12ED-B978-4741-8F4E-ACC995148FC2}" dt="2025-07-07T04:21:32.640" v="32" actId="207"/>
        <pc:sldMkLst>
          <pc:docMk/>
          <pc:sldMk cId="2939669483" sldId="339"/>
        </pc:sldMkLst>
      </pc:sldChg>
      <pc:sldChg chg="modSp mod">
        <pc:chgData name="嘉展 張" userId="56c0cc265fef7f12" providerId="LiveId" clId="{FC3B12ED-B978-4741-8F4E-ACC995148FC2}" dt="2025-07-07T04:21:07.627" v="27" actId="207"/>
        <pc:sldMkLst>
          <pc:docMk/>
          <pc:sldMk cId="1195771477" sldId="340"/>
        </pc:sldMkLst>
      </pc:sldChg>
      <pc:sldChg chg="modSp mod">
        <pc:chgData name="嘉展 張" userId="56c0cc265fef7f12" providerId="LiveId" clId="{FC3B12ED-B978-4741-8F4E-ACC995148FC2}" dt="2025-07-07T04:21:24.340" v="30" actId="207"/>
        <pc:sldMkLst>
          <pc:docMk/>
          <pc:sldMk cId="3653896156" sldId="341"/>
        </pc:sldMkLst>
      </pc:sldChg>
      <pc:sldChg chg="modSp mod">
        <pc:chgData name="嘉展 張" userId="56c0cc265fef7f12" providerId="LiveId" clId="{FC3B12ED-B978-4741-8F4E-ACC995148FC2}" dt="2025-07-07T04:19:43.171" v="12" actId="207"/>
        <pc:sldMkLst>
          <pc:docMk/>
          <pc:sldMk cId="3383698067" sldId="342"/>
        </pc:sldMkLst>
      </pc:sldChg>
      <pc:sldChg chg="modSp mod">
        <pc:chgData name="嘉展 張" userId="56c0cc265fef7f12" providerId="LiveId" clId="{FC3B12ED-B978-4741-8F4E-ACC995148FC2}" dt="2025-07-07T04:20:00.157" v="17" actId="207"/>
        <pc:sldMkLst>
          <pc:docMk/>
          <pc:sldMk cId="345017411" sldId="343"/>
        </pc:sldMkLst>
      </pc:sldChg>
    </pc:docChg>
  </pc:docChgLst>
  <pc:docChgLst>
    <pc:chgData name="嘉展 張" userId="56c0cc265fef7f12" providerId="LiveId" clId="{879AC0E9-7501-4668-80DB-CE5CA74F18BF}"/>
    <pc:docChg chg="undo custSel addSld delSld modSld modMainMaster">
      <pc:chgData name="嘉展 張" userId="56c0cc265fef7f12" providerId="LiveId" clId="{879AC0E9-7501-4668-80DB-CE5CA74F18BF}" dt="2025-07-12T16:13:38.248" v="196" actId="20577"/>
      <pc:docMkLst>
        <pc:docMk/>
      </pc:docMkLst>
      <pc:sldChg chg="modSp mod">
        <pc:chgData name="嘉展 張" userId="56c0cc265fef7f12" providerId="LiveId" clId="{879AC0E9-7501-4668-80DB-CE5CA74F18BF}" dt="2025-07-12T14:30:51.547" v="40" actId="27636"/>
        <pc:sldMkLst>
          <pc:docMk/>
          <pc:sldMk cId="1698366788" sldId="274"/>
        </pc:sldMkLst>
      </pc:sldChg>
      <pc:sldChg chg="modSp mod">
        <pc:chgData name="嘉展 張" userId="56c0cc265fef7f12" providerId="LiveId" clId="{879AC0E9-7501-4668-80DB-CE5CA74F18BF}" dt="2025-07-12T16:13:38.248" v="196" actId="20577"/>
        <pc:sldMkLst>
          <pc:docMk/>
          <pc:sldMk cId="3383698067" sldId="342"/>
        </pc:sldMkLst>
      </pc:sldChg>
      <pc:sldChg chg="modSp mod">
        <pc:chgData name="嘉展 張" userId="56c0cc265fef7f12" providerId="LiveId" clId="{879AC0E9-7501-4668-80DB-CE5CA74F18BF}" dt="2025-07-12T16:13:26.939" v="184" actId="6549"/>
        <pc:sldMkLst>
          <pc:docMk/>
          <pc:sldMk cId="345017411" sldId="343"/>
        </pc:sldMkLst>
      </pc:sldChg>
      <pc:sldChg chg="modSp mod">
        <pc:chgData name="嘉展 張" userId="56c0cc265fef7f12" providerId="LiveId" clId="{879AC0E9-7501-4668-80DB-CE5CA74F18BF}" dt="2025-07-12T15:36:04.544" v="104" actId="15"/>
        <pc:sldMkLst>
          <pc:docMk/>
          <pc:sldMk cId="3752334464" sldId="345"/>
        </pc:sldMkLst>
      </pc:sldChg>
      <pc:sldChg chg="modSp mod">
        <pc:chgData name="嘉展 張" userId="56c0cc265fef7f12" providerId="LiveId" clId="{879AC0E9-7501-4668-80DB-CE5CA74F18BF}" dt="2025-07-12T16:07:10.911" v="137" actId="15"/>
        <pc:sldMkLst>
          <pc:docMk/>
          <pc:sldMk cId="1115666099" sldId="346"/>
        </pc:sldMkLst>
      </pc:sldChg>
      <pc:sldChg chg="modSp mod">
        <pc:chgData name="嘉展 張" userId="56c0cc265fef7f12" providerId="LiveId" clId="{879AC0E9-7501-4668-80DB-CE5CA74F18BF}" dt="2025-07-12T16:07:28.807" v="140"/>
        <pc:sldMkLst>
          <pc:docMk/>
          <pc:sldMk cId="3822570613" sldId="347"/>
        </pc:sldMkLst>
      </pc:sldChg>
      <pc:sldChg chg="modSp mod">
        <pc:chgData name="嘉展 張" userId="56c0cc265fef7f12" providerId="LiveId" clId="{879AC0E9-7501-4668-80DB-CE5CA74F18BF}" dt="2025-07-12T15:09:07.935" v="102" actId="207"/>
        <pc:sldMkLst>
          <pc:docMk/>
          <pc:sldMk cId="732333138" sldId="351"/>
        </pc:sldMkLst>
      </pc:sldChg>
      <pc:sldChg chg="modSp mod">
        <pc:chgData name="嘉展 張" userId="56c0cc265fef7f12" providerId="LiveId" clId="{879AC0E9-7501-4668-80DB-CE5CA74F18BF}" dt="2025-07-12T16:07:44.860" v="142" actId="15"/>
        <pc:sldMkLst>
          <pc:docMk/>
          <pc:sldMk cId="2503062332" sldId="354"/>
        </pc:sldMkLst>
      </pc:sldChg>
      <pc:sldChg chg="modSp mod">
        <pc:chgData name="嘉展 張" userId="56c0cc265fef7f12" providerId="LiveId" clId="{879AC0E9-7501-4668-80DB-CE5CA74F18BF}" dt="2025-07-12T16:08:05.777" v="145"/>
        <pc:sldMkLst>
          <pc:docMk/>
          <pc:sldMk cId="2169278876" sldId="355"/>
        </pc:sldMkLst>
      </pc:sldChg>
      <pc:sldChg chg="modSp mod">
        <pc:chgData name="嘉展 張" userId="56c0cc265fef7f12" providerId="LiveId" clId="{879AC0E9-7501-4668-80DB-CE5CA74F18BF}" dt="2025-07-12T15:42:43.207" v="135" actId="1035"/>
        <pc:sldMkLst>
          <pc:docMk/>
          <pc:sldMk cId="4193172206" sldId="358"/>
        </pc:sldMkLst>
      </pc:sldChg>
      <pc:sldChg chg="modSp mod">
        <pc:chgData name="嘉展 張" userId="56c0cc265fef7f12" providerId="LiveId" clId="{879AC0E9-7501-4668-80DB-CE5CA74F18BF}" dt="2025-07-12T14:55:12.837" v="56" actId="20577"/>
        <pc:sldMkLst>
          <pc:docMk/>
          <pc:sldMk cId="3585428774" sldId="359"/>
        </pc:sldMkLst>
      </pc:sldChg>
      <pc:sldChg chg="del">
        <pc:chgData name="嘉展 張" userId="56c0cc265fef7f12" providerId="LiveId" clId="{879AC0E9-7501-4668-80DB-CE5CA74F18BF}" dt="2025-07-12T15:09:04.989" v="101" actId="47"/>
        <pc:sldMkLst>
          <pc:docMk/>
          <pc:sldMk cId="1800767988" sldId="367"/>
        </pc:sldMkLst>
      </pc:sldChg>
      <pc:sldChg chg="add">
        <pc:chgData name="嘉展 張" userId="56c0cc265fef7f12" providerId="LiveId" clId="{879AC0E9-7501-4668-80DB-CE5CA74F18BF}" dt="2025-07-12T15:09:02.987" v="100"/>
        <pc:sldMkLst>
          <pc:docMk/>
          <pc:sldMk cId="1054572155" sldId="368"/>
        </pc:sldMkLst>
      </pc:sldChg>
      <pc:sldMasterChg chg="modSldLayout">
        <pc:chgData name="嘉展 張" userId="56c0cc265fef7f12" providerId="LiveId" clId="{879AC0E9-7501-4668-80DB-CE5CA74F18BF}" dt="2025-07-12T14:19:41.818" v="31" actId="20577"/>
        <pc:sldMasterMkLst>
          <pc:docMk/>
          <pc:sldMasterMk cId="2733321511" sldId="2147483688"/>
        </pc:sldMasterMkLst>
        <pc:sldLayoutChg chg="modSp mod">
          <pc:chgData name="嘉展 張" userId="56c0cc265fef7f12" providerId="LiveId" clId="{879AC0E9-7501-4668-80DB-CE5CA74F18BF}" dt="2025-07-12T14:19:41.818" v="31" actId="20577"/>
          <pc:sldLayoutMkLst>
            <pc:docMk/>
            <pc:sldMasterMk cId="2733321511" sldId="2147483688"/>
            <pc:sldLayoutMk cId="2749409723" sldId="2147483690"/>
          </pc:sldLayoutMkLst>
        </pc:sldLayoutChg>
      </pc:sldMasterChg>
    </pc:docChg>
  </pc:docChgLst>
  <pc:docChgLst>
    <pc:chgData name="嘉展 張" userId="56c0cc265fef7f12" providerId="LiveId" clId="{4409F9D8-FA24-44EF-8020-254A52CDBD6B}"/>
    <pc:docChg chg="undo custSel addSld delSld modSld modMainMaster">
      <pc:chgData name="嘉展 張" userId="56c0cc265fef7f12" providerId="LiveId" clId="{4409F9D8-FA24-44EF-8020-254A52CDBD6B}" dt="2025-07-11T23:49:18.575" v="183" actId="20577"/>
      <pc:docMkLst>
        <pc:docMk/>
      </pc:docMkLst>
      <pc:sldChg chg="modSp mod">
        <pc:chgData name="嘉展 張" userId="56c0cc265fef7f12" providerId="LiveId" clId="{4409F9D8-FA24-44EF-8020-254A52CDBD6B}" dt="2025-07-11T23:40:58.792" v="23" actId="20577"/>
        <pc:sldMkLst>
          <pc:docMk/>
          <pc:sldMk cId="1698366788" sldId="274"/>
        </pc:sldMkLst>
      </pc:sldChg>
      <pc:sldChg chg="modSp mod">
        <pc:chgData name="嘉展 張" userId="56c0cc265fef7f12" providerId="LiveId" clId="{4409F9D8-FA24-44EF-8020-254A52CDBD6B}" dt="2025-07-11T23:49:18.575" v="183" actId="20577"/>
        <pc:sldMkLst>
          <pc:docMk/>
          <pc:sldMk cId="3383698067" sldId="342"/>
        </pc:sldMkLst>
      </pc:sldChg>
      <pc:sldChg chg="modSp mod">
        <pc:chgData name="嘉展 張" userId="56c0cc265fef7f12" providerId="LiveId" clId="{4409F9D8-FA24-44EF-8020-254A52CDBD6B}" dt="2025-07-11T23:46:45.169" v="146" actId="6549"/>
        <pc:sldMkLst>
          <pc:docMk/>
          <pc:sldMk cId="345017411" sldId="343"/>
        </pc:sldMkLst>
      </pc:sldChg>
      <pc:sldChg chg="modSp mod">
        <pc:chgData name="嘉展 張" userId="56c0cc265fef7f12" providerId="LiveId" clId="{4409F9D8-FA24-44EF-8020-254A52CDBD6B}" dt="2025-07-11T23:44:45.539" v="120" actId="15"/>
        <pc:sldMkLst>
          <pc:docMk/>
          <pc:sldMk cId="3752334464" sldId="345"/>
        </pc:sldMkLst>
      </pc:sldChg>
      <pc:sldChg chg="modSp mod">
        <pc:chgData name="嘉展 張" userId="56c0cc265fef7f12" providerId="LiveId" clId="{4409F9D8-FA24-44EF-8020-254A52CDBD6B}" dt="2025-07-11T23:45:23.356" v="127" actId="15"/>
        <pc:sldMkLst>
          <pc:docMk/>
          <pc:sldMk cId="1115666099" sldId="346"/>
        </pc:sldMkLst>
      </pc:sldChg>
      <pc:sldChg chg="modSp mod">
        <pc:chgData name="嘉展 張" userId="56c0cc265fef7f12" providerId="LiveId" clId="{4409F9D8-FA24-44EF-8020-254A52CDBD6B}" dt="2025-07-11T23:45:47.305" v="131"/>
        <pc:sldMkLst>
          <pc:docMk/>
          <pc:sldMk cId="3822570613" sldId="347"/>
        </pc:sldMkLst>
      </pc:sldChg>
      <pc:sldChg chg="modSp mod">
        <pc:chgData name="嘉展 張" userId="56c0cc265fef7f12" providerId="LiveId" clId="{4409F9D8-FA24-44EF-8020-254A52CDBD6B}" dt="2025-07-11T23:44:22.209" v="117" actId="207"/>
        <pc:sldMkLst>
          <pc:docMk/>
          <pc:sldMk cId="732333138" sldId="351"/>
        </pc:sldMkLst>
      </pc:sldChg>
      <pc:sldChg chg="modSp mod">
        <pc:chgData name="嘉展 張" userId="56c0cc265fef7f12" providerId="LiveId" clId="{4409F9D8-FA24-44EF-8020-254A52CDBD6B}" dt="2025-07-11T23:46:02.119" v="133" actId="15"/>
        <pc:sldMkLst>
          <pc:docMk/>
          <pc:sldMk cId="2503062332" sldId="354"/>
        </pc:sldMkLst>
      </pc:sldChg>
      <pc:sldChg chg="modSp mod">
        <pc:chgData name="嘉展 張" userId="56c0cc265fef7f12" providerId="LiveId" clId="{4409F9D8-FA24-44EF-8020-254A52CDBD6B}" dt="2025-07-11T23:46:21.269" v="136"/>
        <pc:sldMkLst>
          <pc:docMk/>
          <pc:sldMk cId="2169278876" sldId="355"/>
        </pc:sldMkLst>
      </pc:sldChg>
      <pc:sldChg chg="modSp mod">
        <pc:chgData name="嘉展 張" userId="56c0cc265fef7f12" providerId="LiveId" clId="{4409F9D8-FA24-44EF-8020-254A52CDBD6B}" dt="2025-07-11T23:45:10.882" v="125" actId="6549"/>
        <pc:sldMkLst>
          <pc:docMk/>
          <pc:sldMk cId="4193172206" sldId="358"/>
        </pc:sldMkLst>
      </pc:sldChg>
      <pc:sldChg chg="modSp mod">
        <pc:chgData name="嘉展 張" userId="56c0cc265fef7f12" providerId="LiveId" clId="{4409F9D8-FA24-44EF-8020-254A52CDBD6B}" dt="2025-07-11T23:43:01.538" v="78" actId="207"/>
        <pc:sldMkLst>
          <pc:docMk/>
          <pc:sldMk cId="3585428774" sldId="359"/>
        </pc:sldMkLst>
      </pc:sldChg>
      <pc:sldChg chg="del">
        <pc:chgData name="嘉展 張" userId="56c0cc265fef7f12" providerId="LiveId" clId="{4409F9D8-FA24-44EF-8020-254A52CDBD6B}" dt="2025-07-11T23:43:08.834" v="79" actId="47"/>
        <pc:sldMkLst>
          <pc:docMk/>
          <pc:sldMk cId="2901890192" sldId="364"/>
        </pc:sldMkLst>
      </pc:sldChg>
      <pc:sldChg chg="del">
        <pc:chgData name="嘉展 張" userId="56c0cc265fef7f12" providerId="LiveId" clId="{4409F9D8-FA24-44EF-8020-254A52CDBD6B}" dt="2025-07-11T23:44:29.335" v="118" actId="47"/>
        <pc:sldMkLst>
          <pc:docMk/>
          <pc:sldMk cId="4208653585" sldId="365"/>
        </pc:sldMkLst>
      </pc:sldChg>
      <pc:sldChg chg="add">
        <pc:chgData name="嘉展 張" userId="56c0cc265fef7f12" providerId="LiveId" clId="{4409F9D8-FA24-44EF-8020-254A52CDBD6B}" dt="2025-07-11T23:42:57.506" v="77"/>
        <pc:sldMkLst>
          <pc:docMk/>
          <pc:sldMk cId="3330119125" sldId="366"/>
        </pc:sldMkLst>
      </pc:sldChg>
      <pc:sldChg chg="add">
        <pc:chgData name="嘉展 張" userId="56c0cc265fef7f12" providerId="LiveId" clId="{4409F9D8-FA24-44EF-8020-254A52CDBD6B}" dt="2025-07-11T23:44:15.134" v="116"/>
        <pc:sldMkLst>
          <pc:docMk/>
          <pc:sldMk cId="1800767988" sldId="367"/>
        </pc:sldMkLst>
      </pc:sldChg>
      <pc:sldMasterChg chg="modSldLayout">
        <pc:chgData name="嘉展 張" userId="56c0cc265fef7f12" providerId="LiveId" clId="{4409F9D8-FA24-44EF-8020-254A52CDBD6B}" dt="2025-07-11T23:41:22.191" v="34" actId="6549"/>
        <pc:sldMasterMkLst>
          <pc:docMk/>
          <pc:sldMasterMk cId="2733321511" sldId="2147483688"/>
        </pc:sldMasterMkLst>
        <pc:sldLayoutChg chg="modSp mod">
          <pc:chgData name="嘉展 張" userId="56c0cc265fef7f12" providerId="LiveId" clId="{4409F9D8-FA24-44EF-8020-254A52CDBD6B}" dt="2025-07-11T23:41:22.191" v="34" actId="6549"/>
          <pc:sldLayoutMkLst>
            <pc:docMk/>
            <pc:sldMasterMk cId="2733321511" sldId="2147483688"/>
            <pc:sldLayoutMk cId="2749409723" sldId="2147483690"/>
          </pc:sldLayoutMkLst>
        </pc:sldLayoutChg>
      </pc:sldMasterChg>
    </pc:docChg>
  </pc:docChgLst>
  <pc:docChgLst>
    <pc:chgData name="嘉展 張" userId="56c0cc265fef7f12" providerId="LiveId" clId="{CA2D70FC-5C55-47B2-99B4-B3F2BD8F9BEE}"/>
    <pc:docChg chg="undo custSel addSld delSld modSld sldOrd modMainMaster">
      <pc:chgData name="嘉展 張" userId="56c0cc265fef7f12" providerId="LiveId" clId="{CA2D70FC-5C55-47B2-99B4-B3F2BD8F9BEE}" dt="2025-07-09T09:08:13.713" v="221" actId="207"/>
      <pc:docMkLst>
        <pc:docMk/>
      </pc:docMkLst>
      <pc:sldChg chg="modSp mod">
        <pc:chgData name="嘉展 張" userId="56c0cc265fef7f12" providerId="LiveId" clId="{CA2D70FC-5C55-47B2-99B4-B3F2BD8F9BEE}" dt="2025-07-09T08:53:37.299" v="38"/>
        <pc:sldMkLst>
          <pc:docMk/>
          <pc:sldMk cId="1698366788" sldId="274"/>
        </pc:sldMkLst>
      </pc:sldChg>
      <pc:sldChg chg="modSp mod">
        <pc:chgData name="嘉展 張" userId="56c0cc265fef7f12" providerId="LiveId" clId="{CA2D70FC-5C55-47B2-99B4-B3F2BD8F9BEE}" dt="2025-07-09T09:00:47.384" v="157" actId="207"/>
        <pc:sldMkLst>
          <pc:docMk/>
          <pc:sldMk cId="3676040206" sldId="336"/>
        </pc:sldMkLst>
      </pc:sldChg>
      <pc:sldChg chg="del">
        <pc:chgData name="嘉展 張" userId="56c0cc265fef7f12" providerId="LiveId" clId="{CA2D70FC-5C55-47B2-99B4-B3F2BD8F9BEE}" dt="2025-07-09T08:58:04.032" v="107" actId="47"/>
        <pc:sldMkLst>
          <pc:docMk/>
          <pc:sldMk cId="2128628793" sldId="337"/>
        </pc:sldMkLst>
      </pc:sldChg>
      <pc:sldChg chg="modSp mod">
        <pc:chgData name="嘉展 張" userId="56c0cc265fef7f12" providerId="LiveId" clId="{CA2D70FC-5C55-47B2-99B4-B3F2BD8F9BEE}" dt="2025-07-09T09:07:36.283" v="220" actId="20577"/>
        <pc:sldMkLst>
          <pc:docMk/>
          <pc:sldMk cId="3383698067" sldId="342"/>
        </pc:sldMkLst>
      </pc:sldChg>
      <pc:sldChg chg="modSp mod ord">
        <pc:chgData name="嘉展 張" userId="56c0cc265fef7f12" providerId="LiveId" clId="{CA2D70FC-5C55-47B2-99B4-B3F2BD8F9BEE}" dt="2025-07-09T09:07:28.375" v="218" actId="20577"/>
        <pc:sldMkLst>
          <pc:docMk/>
          <pc:sldMk cId="345017411" sldId="343"/>
        </pc:sldMkLst>
      </pc:sldChg>
      <pc:sldChg chg="modSp mod">
        <pc:chgData name="嘉展 張" userId="56c0cc265fef7f12" providerId="LiveId" clId="{CA2D70FC-5C55-47B2-99B4-B3F2BD8F9BEE}" dt="2025-07-09T09:01:08.659" v="159" actId="15"/>
        <pc:sldMkLst>
          <pc:docMk/>
          <pc:sldMk cId="3752334464" sldId="345"/>
        </pc:sldMkLst>
      </pc:sldChg>
      <pc:sldChg chg="modSp mod">
        <pc:chgData name="嘉展 張" userId="56c0cc265fef7f12" providerId="LiveId" clId="{CA2D70FC-5C55-47B2-99B4-B3F2BD8F9BEE}" dt="2025-07-09T09:03:30.405" v="167" actId="15"/>
        <pc:sldMkLst>
          <pc:docMk/>
          <pc:sldMk cId="1115666099" sldId="346"/>
        </pc:sldMkLst>
      </pc:sldChg>
      <pc:sldChg chg="modSp mod">
        <pc:chgData name="嘉展 張" userId="56c0cc265fef7f12" providerId="LiveId" clId="{CA2D70FC-5C55-47B2-99B4-B3F2BD8F9BEE}" dt="2025-07-09T09:04:04.880" v="171"/>
        <pc:sldMkLst>
          <pc:docMk/>
          <pc:sldMk cId="3822570613" sldId="347"/>
        </pc:sldMkLst>
      </pc:sldChg>
      <pc:sldChg chg="modSp mod">
        <pc:chgData name="嘉展 張" userId="56c0cc265fef7f12" providerId="LiveId" clId="{CA2D70FC-5C55-47B2-99B4-B3F2BD8F9BEE}" dt="2025-07-09T08:58:00.156" v="106" actId="207"/>
        <pc:sldMkLst>
          <pc:docMk/>
          <pc:sldMk cId="732333138" sldId="351"/>
        </pc:sldMkLst>
      </pc:sldChg>
      <pc:sldChg chg="del">
        <pc:chgData name="嘉展 張" userId="56c0cc265fef7f12" providerId="LiveId" clId="{CA2D70FC-5C55-47B2-99B4-B3F2BD8F9BEE}" dt="2025-07-09T08:59:58.138" v="140" actId="47"/>
        <pc:sldMkLst>
          <pc:docMk/>
          <pc:sldMk cId="838783306" sldId="352"/>
        </pc:sldMkLst>
      </pc:sldChg>
      <pc:sldChg chg="del">
        <pc:chgData name="嘉展 張" userId="56c0cc265fef7f12" providerId="LiveId" clId="{CA2D70FC-5C55-47B2-99B4-B3F2BD8F9BEE}" dt="2025-07-09T09:01:18.660" v="162" actId="47"/>
        <pc:sldMkLst>
          <pc:docMk/>
          <pc:sldMk cId="1406075394" sldId="353"/>
        </pc:sldMkLst>
      </pc:sldChg>
      <pc:sldChg chg="modSp mod">
        <pc:chgData name="嘉展 張" userId="56c0cc265fef7f12" providerId="LiveId" clId="{CA2D70FC-5C55-47B2-99B4-B3F2BD8F9BEE}" dt="2025-07-09T09:04:26.024" v="173" actId="15"/>
        <pc:sldMkLst>
          <pc:docMk/>
          <pc:sldMk cId="2503062332" sldId="354"/>
        </pc:sldMkLst>
      </pc:sldChg>
      <pc:sldChg chg="modSp mod">
        <pc:chgData name="嘉展 張" userId="56c0cc265fef7f12" providerId="LiveId" clId="{CA2D70FC-5C55-47B2-99B4-B3F2BD8F9BEE}" dt="2025-07-09T09:04:52.828" v="176"/>
        <pc:sldMkLst>
          <pc:docMk/>
          <pc:sldMk cId="2169278876" sldId="355"/>
        </pc:sldMkLst>
      </pc:sldChg>
      <pc:sldChg chg="add">
        <pc:chgData name="嘉展 張" userId="56c0cc265fef7f12" providerId="LiveId" clId="{CA2D70FC-5C55-47B2-99B4-B3F2BD8F9BEE}" dt="2025-07-09T08:57:55.575" v="105"/>
        <pc:sldMkLst>
          <pc:docMk/>
          <pc:sldMk cId="3052656619" sldId="356"/>
        </pc:sldMkLst>
      </pc:sldChg>
      <pc:sldChg chg="add">
        <pc:chgData name="嘉展 張" userId="56c0cc265fef7f12" providerId="LiveId" clId="{CA2D70FC-5C55-47B2-99B4-B3F2BD8F9BEE}" dt="2025-07-09T09:00:43.843" v="156"/>
        <pc:sldMkLst>
          <pc:docMk/>
          <pc:sldMk cId="185642437" sldId="357"/>
        </pc:sldMkLst>
      </pc:sldChg>
      <pc:sldChg chg="addSp modSp add mod">
        <pc:chgData name="嘉展 張" userId="56c0cc265fef7f12" providerId="LiveId" clId="{CA2D70FC-5C55-47B2-99B4-B3F2BD8F9BEE}" dt="2025-07-09T09:08:13.713" v="221" actId="207"/>
        <pc:sldMkLst>
          <pc:docMk/>
          <pc:sldMk cId="4193172206" sldId="358"/>
        </pc:sldMkLst>
      </pc:sldChg>
      <pc:sldMasterChg chg="modSldLayout">
        <pc:chgData name="嘉展 張" userId="56c0cc265fef7f12" providerId="LiveId" clId="{CA2D70FC-5C55-47B2-99B4-B3F2BD8F9BEE}" dt="2025-07-09T08:54:19.509" v="64" actId="20577"/>
        <pc:sldMasterMkLst>
          <pc:docMk/>
          <pc:sldMasterMk cId="2733321511" sldId="2147483688"/>
        </pc:sldMasterMkLst>
        <pc:sldLayoutChg chg="modSp mod">
          <pc:chgData name="嘉展 張" userId="56c0cc265fef7f12" providerId="LiveId" clId="{CA2D70FC-5C55-47B2-99B4-B3F2BD8F9BEE}" dt="2025-07-09T08:54:19.509" v="64" actId="20577"/>
          <pc:sldLayoutMkLst>
            <pc:docMk/>
            <pc:sldMasterMk cId="2733321511" sldId="2147483688"/>
            <pc:sldLayoutMk cId="2749409723" sldId="2147483690"/>
          </pc:sldLayoutMkLst>
        </pc:sldLayoutChg>
      </pc:sldMasterChg>
    </pc:docChg>
  </pc:docChgLst>
  <pc:docChgLst>
    <pc:chgData name="嘉展 張" userId="56c0cc265fef7f12" providerId="LiveId" clId="{B8F15BBE-A2E8-4DCB-B8C2-722EEBD073BE}"/>
    <pc:docChg chg="undo redo custSel addSld delSld modSld modMainMaster">
      <pc:chgData name="嘉展 張" userId="56c0cc265fef7f12" providerId="LiveId" clId="{B8F15BBE-A2E8-4DCB-B8C2-722EEBD073BE}" dt="2025-07-11T23:37:36.079" v="211" actId="20577"/>
      <pc:docMkLst>
        <pc:docMk/>
      </pc:docMkLst>
      <pc:sldChg chg="modSp mod">
        <pc:chgData name="嘉展 張" userId="56c0cc265fef7f12" providerId="LiveId" clId="{B8F15BBE-A2E8-4DCB-B8C2-722EEBD073BE}" dt="2025-07-11T23:31:50.127" v="130" actId="207"/>
        <pc:sldMkLst>
          <pc:docMk/>
          <pc:sldMk cId="732333138" sldId="351"/>
        </pc:sldMkLst>
      </pc:sldChg>
      <pc:sldChg chg="modSp mod">
        <pc:chgData name="嘉展 張" userId="56c0cc265fef7f12" providerId="LiveId" clId="{B8F15BBE-A2E8-4DCB-B8C2-722EEBD073BE}" dt="2025-07-11T23:33:49.051" v="148" actId="15"/>
        <pc:sldMkLst>
          <pc:docMk/>
          <pc:sldMk cId="2503062332" sldId="354"/>
        </pc:sldMkLst>
      </pc:sldChg>
      <pc:sldChg chg="modSp mod">
        <pc:chgData name="嘉展 張" userId="56c0cc265fef7f12" providerId="LiveId" clId="{B8F15BBE-A2E8-4DCB-B8C2-722EEBD073BE}" dt="2025-07-11T23:34:13.940" v="153"/>
        <pc:sldMkLst>
          <pc:docMk/>
          <pc:sldMk cId="2169278876" sldId="355"/>
        </pc:sldMkLst>
      </pc:sldChg>
      <pc:sldChg chg="modSp mod">
        <pc:chgData name="嘉展 張" userId="56c0cc265fef7f12" providerId="LiveId" clId="{B8F15BBE-A2E8-4DCB-B8C2-722EEBD073BE}" dt="2025-07-11T23:32:58.322" v="141" actId="6549"/>
        <pc:sldMkLst>
          <pc:docMk/>
          <pc:sldMk cId="4193172206" sldId="358"/>
        </pc:sldMkLst>
      </pc:sldChg>
      <pc:sldChg chg="modSp mod">
        <pc:chgData name="嘉展 張" userId="56c0cc265fef7f12" providerId="LiveId" clId="{B8F15BBE-A2E8-4DCB-B8C2-722EEBD073BE}" dt="2025-07-11T23:29:58.509" v="83" actId="207"/>
        <pc:sldMkLst>
          <pc:docMk/>
          <pc:sldMk cId="3585428774" sldId="359"/>
        </pc:sldMkLst>
      </pc:sldChg>
      <pc:sldChg chg="del">
        <pc:chgData name="嘉展 張" userId="56c0cc265fef7f12" providerId="LiveId" clId="{B8F15BBE-A2E8-4DCB-B8C2-722EEBD073BE}" dt="2025-07-11T23:29:53.142" v="81" actId="47"/>
        <pc:sldMkLst>
          <pc:docMk/>
          <pc:sldMk cId="2643400217" sldId="362"/>
        </pc:sldMkLst>
      </pc:sldChg>
      <pc:sldChg chg="del">
        <pc:chgData name="嘉展 張" userId="56c0cc265fef7f12" providerId="LiveId" clId="{B8F15BBE-A2E8-4DCB-B8C2-722EEBD073BE}" dt="2025-07-11T23:31:42.132" v="129" actId="47"/>
        <pc:sldMkLst>
          <pc:docMk/>
          <pc:sldMk cId="1308011151" sldId="363"/>
        </pc:sldMkLst>
      </pc:sldChg>
      <pc:sldChg chg="add">
        <pc:chgData name="嘉展 張" userId="56c0cc265fef7f12" providerId="LiveId" clId="{B8F15BBE-A2E8-4DCB-B8C2-722EEBD073BE}" dt="2025-07-11T23:29:54.524" v="82"/>
        <pc:sldMkLst>
          <pc:docMk/>
          <pc:sldMk cId="2901890192" sldId="364"/>
        </pc:sldMkLst>
      </pc:sldChg>
      <pc:sldChg chg="add">
        <pc:chgData name="嘉展 張" userId="56c0cc265fef7f12" providerId="LiveId" clId="{B8F15BBE-A2E8-4DCB-B8C2-722EEBD073BE}" dt="2025-07-11T23:31:40.443" v="128"/>
        <pc:sldMkLst>
          <pc:docMk/>
          <pc:sldMk cId="4208653585" sldId="365"/>
        </pc:sldMkLst>
      </pc:sldChg>
      <pc:sldChg chg="addSp delSp modSp add del mod">
        <pc:chgData name="嘉展 張" userId="56c0cc265fef7f12" providerId="LiveId" clId="{B8F15BBE-A2E8-4DCB-B8C2-722EEBD073BE}" dt="2025-07-11T23:35:29.456" v="171" actId="47"/>
        <pc:sldMkLst>
          <pc:docMk/>
          <pc:sldMk cId="2529413341" sldId="366"/>
        </pc:sldMkLst>
      </pc:sldChg>
    </pc:docChg>
  </pc:docChgLst>
  <pc:docChgLst>
    <pc:chgData name="嘉展 張" userId="56c0cc265fef7f12" providerId="LiveId" clId="{5580ED99-93D3-4B02-83F7-8E96E5CBA2DE}"/>
    <pc:docChg chg="modMainMaster">
      <pc:chgData name="嘉展 張" userId="56c0cc265fef7f12" providerId="LiveId" clId="{5580ED99-93D3-4B02-83F7-8E96E5CBA2DE}" dt="2025-08-20T12:41:42.347" v="0"/>
      <pc:docMkLst>
        <pc:docMk/>
      </pc:docMkLst>
      <pc:sldMasterChg chg="modSldLayout">
        <pc:chgData name="嘉展 張" userId="56c0cc265fef7f12" providerId="LiveId" clId="{5580ED99-93D3-4B02-83F7-8E96E5CBA2DE}" dt="2025-08-20T12:41:42.347" v="0"/>
        <pc:sldMasterMkLst>
          <pc:docMk/>
          <pc:sldMasterMk cId="2733321511" sldId="2147483688"/>
        </pc:sldMasterMkLst>
        <pc:sldLayoutChg chg="modSp">
          <pc:chgData name="嘉展 張" userId="56c0cc265fef7f12" providerId="LiveId" clId="{5580ED99-93D3-4B02-83F7-8E96E5CBA2DE}" dt="2025-08-20T12:41:42.347" v="0"/>
          <pc:sldLayoutMkLst>
            <pc:docMk/>
            <pc:sldMasterMk cId="2733321511" sldId="2147483688"/>
            <pc:sldLayoutMk cId="810264706" sldId="2147483689"/>
          </pc:sldLayoutMkLst>
        </pc:sldLayoutChg>
      </pc:sldMasterChg>
    </pc:docChg>
  </pc:docChgLst>
  <pc:docChgLst>
    <pc:chgData name="嘉展 張" userId="56c0cc265fef7f12" providerId="LiveId" clId="{0BB0EFE5-82D4-4395-89A8-40A71B510EC6}"/>
    <pc:docChg chg="undo custSel addSld delSld modSld modMainMaster">
      <pc:chgData name="嘉展 張" userId="56c0cc265fef7f12" providerId="LiveId" clId="{0BB0EFE5-82D4-4395-89A8-40A71B510EC6}" dt="2025-07-10T11:02:24.083" v="259" actId="108"/>
      <pc:docMkLst>
        <pc:docMk/>
      </pc:docMkLst>
      <pc:sldChg chg="modSp mod">
        <pc:chgData name="嘉展 張" userId="56c0cc265fef7f12" providerId="LiveId" clId="{0BB0EFE5-82D4-4395-89A8-40A71B510EC6}" dt="2025-07-10T10:47:54.091" v="120" actId="207"/>
        <pc:sldMkLst>
          <pc:docMk/>
          <pc:sldMk cId="3676040206" sldId="336"/>
        </pc:sldMkLst>
      </pc:sldChg>
      <pc:sldChg chg="modSp mod">
        <pc:chgData name="嘉展 張" userId="56c0cc265fef7f12" providerId="LiveId" clId="{0BB0EFE5-82D4-4395-89A8-40A71B510EC6}" dt="2025-07-10T09:31:21.243" v="73"/>
        <pc:sldMkLst>
          <pc:docMk/>
          <pc:sldMk cId="732333138" sldId="351"/>
        </pc:sldMkLst>
      </pc:sldChg>
      <pc:sldChg chg="modSp mod">
        <pc:chgData name="嘉展 張" userId="56c0cc265fef7f12" providerId="LiveId" clId="{0BB0EFE5-82D4-4395-89A8-40A71B510EC6}" dt="2025-07-10T10:57:53.903" v="167" actId="15"/>
        <pc:sldMkLst>
          <pc:docMk/>
          <pc:sldMk cId="2503062332" sldId="354"/>
        </pc:sldMkLst>
      </pc:sldChg>
      <pc:sldChg chg="modSp mod">
        <pc:chgData name="嘉展 張" userId="56c0cc265fef7f12" providerId="LiveId" clId="{0BB0EFE5-82D4-4395-89A8-40A71B510EC6}" dt="2025-07-10T10:58:11.544" v="170"/>
        <pc:sldMkLst>
          <pc:docMk/>
          <pc:sldMk cId="2169278876" sldId="355"/>
        </pc:sldMkLst>
      </pc:sldChg>
      <pc:sldChg chg="modSp mod">
        <pc:chgData name="嘉展 張" userId="56c0cc265fef7f12" providerId="LiveId" clId="{0BB0EFE5-82D4-4395-89A8-40A71B510EC6}" dt="2025-07-10T10:54:17.972" v="160" actId="20577"/>
        <pc:sldMkLst>
          <pc:docMk/>
          <pc:sldMk cId="4193172206" sldId="358"/>
        </pc:sldMkLst>
      </pc:sldChg>
      <pc:sldChg chg="modSp mod">
        <pc:chgData name="嘉展 張" userId="56c0cc265fef7f12" providerId="LiveId" clId="{0BB0EFE5-82D4-4395-89A8-40A71B510EC6}" dt="2025-07-10T10:45:23.104" v="91" actId="207"/>
        <pc:sldMkLst>
          <pc:docMk/>
          <pc:sldMk cId="3585428774" sldId="359"/>
        </pc:sldMkLst>
      </pc:sldChg>
      <pc:sldChg chg="del">
        <pc:chgData name="嘉展 張" userId="56c0cc265fef7f12" providerId="LiveId" clId="{0BB0EFE5-82D4-4395-89A8-40A71B510EC6}" dt="2025-07-10T10:48:02.987" v="121" actId="47"/>
        <pc:sldMkLst>
          <pc:docMk/>
          <pc:sldMk cId="1907735413" sldId="360"/>
        </pc:sldMkLst>
      </pc:sldChg>
      <pc:sldChg chg="add">
        <pc:chgData name="嘉展 張" userId="56c0cc265fef7f12" providerId="LiveId" clId="{0BB0EFE5-82D4-4395-89A8-40A71B510EC6}" dt="2025-07-10T10:47:50.439" v="119"/>
        <pc:sldMkLst>
          <pc:docMk/>
          <pc:sldMk cId="771378846" sldId="361"/>
        </pc:sldMkLst>
      </pc:sldChg>
    </pc:docChg>
  </pc:docChgLst>
  <pc:docChgLst>
    <pc:chgData name="嘉展 張" userId="56c0cc265fef7f12" providerId="LiveId" clId="{8C17DC2B-5918-4C2A-ABAD-E0796C8BEBAA}"/>
    <pc:docChg chg="undo custSel addSld delSld modSld modMainMaster">
      <pc:chgData name="嘉展 張" userId="56c0cc265fef7f12" providerId="LiveId" clId="{8C17DC2B-5918-4C2A-ABAD-E0796C8BEBAA}" dt="2025-07-09T09:31:06.934" v="373" actId="2711"/>
      <pc:docMkLst>
        <pc:docMk/>
      </pc:docMkLst>
      <pc:sldChg chg="modSp mod">
        <pc:chgData name="嘉展 張" userId="56c0cc265fef7f12" providerId="LiveId" clId="{8C17DC2B-5918-4C2A-ABAD-E0796C8BEBAA}" dt="2025-07-09T09:14:09.580" v="41"/>
        <pc:sldMkLst>
          <pc:docMk/>
          <pc:sldMk cId="1698366788" sldId="274"/>
        </pc:sldMkLst>
      </pc:sldChg>
      <pc:sldChg chg="modSp mod">
        <pc:chgData name="嘉展 張" userId="56c0cc265fef7f12" providerId="LiveId" clId="{8C17DC2B-5918-4C2A-ABAD-E0796C8BEBAA}" dt="2025-07-09T09:23:28.904" v="318" actId="207"/>
        <pc:sldMkLst>
          <pc:docMk/>
          <pc:sldMk cId="3676040206" sldId="336"/>
        </pc:sldMkLst>
      </pc:sldChg>
      <pc:sldChg chg="modSp mod">
        <pc:chgData name="嘉展 張" userId="56c0cc265fef7f12" providerId="LiveId" clId="{8C17DC2B-5918-4C2A-ABAD-E0796C8BEBAA}" dt="2025-07-09T09:29:41.625" v="352" actId="20577"/>
        <pc:sldMkLst>
          <pc:docMk/>
          <pc:sldMk cId="345017411" sldId="343"/>
        </pc:sldMkLst>
      </pc:sldChg>
      <pc:sldChg chg="modSp mod">
        <pc:chgData name="嘉展 張" userId="56c0cc265fef7f12" providerId="LiveId" clId="{8C17DC2B-5918-4C2A-ABAD-E0796C8BEBAA}" dt="2025-07-09T09:25:12.609" v="320" actId="15"/>
        <pc:sldMkLst>
          <pc:docMk/>
          <pc:sldMk cId="3752334464" sldId="345"/>
        </pc:sldMkLst>
      </pc:sldChg>
      <pc:sldChg chg="modSp mod">
        <pc:chgData name="嘉展 張" userId="56c0cc265fef7f12" providerId="LiveId" clId="{8C17DC2B-5918-4C2A-ABAD-E0796C8BEBAA}" dt="2025-07-09T09:26:11.378" v="327" actId="15"/>
        <pc:sldMkLst>
          <pc:docMk/>
          <pc:sldMk cId="1115666099" sldId="346"/>
        </pc:sldMkLst>
      </pc:sldChg>
      <pc:sldChg chg="modSp mod">
        <pc:chgData name="嘉展 張" userId="56c0cc265fef7f12" providerId="LiveId" clId="{8C17DC2B-5918-4C2A-ABAD-E0796C8BEBAA}" dt="2025-07-09T09:26:39.415" v="331" actId="20577"/>
        <pc:sldMkLst>
          <pc:docMk/>
          <pc:sldMk cId="3822570613" sldId="347"/>
        </pc:sldMkLst>
      </pc:sldChg>
      <pc:sldChg chg="modSp mod">
        <pc:chgData name="嘉展 張" userId="56c0cc265fef7f12" providerId="LiveId" clId="{8C17DC2B-5918-4C2A-ABAD-E0796C8BEBAA}" dt="2025-07-09T09:19:45.557" v="174" actId="6549"/>
        <pc:sldMkLst>
          <pc:docMk/>
          <pc:sldMk cId="732333138" sldId="351"/>
        </pc:sldMkLst>
      </pc:sldChg>
      <pc:sldChg chg="modSp mod">
        <pc:chgData name="嘉展 張" userId="56c0cc265fef7f12" providerId="LiveId" clId="{8C17DC2B-5918-4C2A-ABAD-E0796C8BEBAA}" dt="2025-07-09T09:27:03.141" v="333" actId="15"/>
        <pc:sldMkLst>
          <pc:docMk/>
          <pc:sldMk cId="2503062332" sldId="354"/>
        </pc:sldMkLst>
      </pc:sldChg>
      <pc:sldChg chg="modSp mod">
        <pc:chgData name="嘉展 張" userId="56c0cc265fef7f12" providerId="LiveId" clId="{8C17DC2B-5918-4C2A-ABAD-E0796C8BEBAA}" dt="2025-07-09T09:28:04.992" v="336"/>
        <pc:sldMkLst>
          <pc:docMk/>
          <pc:sldMk cId="2169278876" sldId="355"/>
        </pc:sldMkLst>
      </pc:sldChg>
      <pc:sldChg chg="del">
        <pc:chgData name="嘉展 張" userId="56c0cc265fef7f12" providerId="LiveId" clId="{8C17DC2B-5918-4C2A-ABAD-E0796C8BEBAA}" dt="2025-07-09T09:20:12.217" v="177" actId="47"/>
        <pc:sldMkLst>
          <pc:docMk/>
          <pc:sldMk cId="3052656619" sldId="356"/>
        </pc:sldMkLst>
      </pc:sldChg>
      <pc:sldChg chg="del">
        <pc:chgData name="嘉展 張" userId="56c0cc265fef7f12" providerId="LiveId" clId="{8C17DC2B-5918-4C2A-ABAD-E0796C8BEBAA}" dt="2025-07-09T09:21:06.418" v="281" actId="47"/>
        <pc:sldMkLst>
          <pc:docMk/>
          <pc:sldMk cId="185642437" sldId="357"/>
        </pc:sldMkLst>
      </pc:sldChg>
      <pc:sldChg chg="modSp mod">
        <pc:chgData name="嘉展 張" userId="56c0cc265fef7f12" providerId="LiveId" clId="{8C17DC2B-5918-4C2A-ABAD-E0796C8BEBAA}" dt="2025-07-09T09:25:48.444" v="325" actId="207"/>
        <pc:sldMkLst>
          <pc:docMk/>
          <pc:sldMk cId="4193172206" sldId="358"/>
        </pc:sldMkLst>
      </pc:sldChg>
      <pc:sldChg chg="modSp add mod">
        <pc:chgData name="嘉展 張" userId="56c0cc265fef7f12" providerId="LiveId" clId="{8C17DC2B-5918-4C2A-ABAD-E0796C8BEBAA}" dt="2025-07-09T09:19:57.814" v="176" actId="207"/>
        <pc:sldMkLst>
          <pc:docMk/>
          <pc:sldMk cId="3585428774" sldId="359"/>
        </pc:sldMkLst>
      </pc:sldChg>
      <pc:sldChg chg="add">
        <pc:chgData name="嘉展 張" userId="56c0cc265fef7f12" providerId="LiveId" clId="{8C17DC2B-5918-4C2A-ABAD-E0796C8BEBAA}" dt="2025-07-09T09:23:26.053" v="317"/>
        <pc:sldMkLst>
          <pc:docMk/>
          <pc:sldMk cId="1907735413" sldId="360"/>
        </pc:sldMkLst>
      </pc:sldChg>
      <pc:sldMasterChg chg="modSldLayout">
        <pc:chgData name="嘉展 張" userId="56c0cc265fef7f12" providerId="LiveId" clId="{8C17DC2B-5918-4C2A-ABAD-E0796C8BEBAA}" dt="2025-07-09T09:18:08.998" v="120" actId="6549"/>
        <pc:sldMasterMkLst>
          <pc:docMk/>
          <pc:sldMasterMk cId="2733321511" sldId="2147483688"/>
        </pc:sldMasterMkLst>
        <pc:sldLayoutChg chg="modSp mod">
          <pc:chgData name="嘉展 張" userId="56c0cc265fef7f12" providerId="LiveId" clId="{8C17DC2B-5918-4C2A-ABAD-E0796C8BEBAA}" dt="2025-07-09T09:18:08.998" v="120" actId="6549"/>
          <pc:sldLayoutMkLst>
            <pc:docMk/>
            <pc:sldMasterMk cId="2733321511" sldId="2147483688"/>
            <pc:sldLayoutMk cId="2749409723" sldId="2147483690"/>
          </pc:sldLayoutMkLst>
        </pc:sldLayoutChg>
      </pc:sldMasterChg>
    </pc:docChg>
  </pc:docChgLst>
  <pc:docChgLst>
    <pc:chgData name="嘉展 張" userId="56c0cc265fef7f12" providerId="LiveId" clId="{213D5065-CE67-4765-9BDB-C6C7D26EE3E2}"/>
    <pc:docChg chg="undo custSel addSld delSld modSld modMainMaster">
      <pc:chgData name="嘉展 張" userId="56c0cc265fef7f12" providerId="LiveId" clId="{213D5065-CE67-4765-9BDB-C6C7D26EE3E2}" dt="2025-07-13T11:08:57.250" v="210" actId="5793"/>
      <pc:docMkLst>
        <pc:docMk/>
      </pc:docMkLst>
      <pc:sldChg chg="modSp mod">
        <pc:chgData name="嘉展 張" userId="56c0cc265fef7f12" providerId="LiveId" clId="{213D5065-CE67-4765-9BDB-C6C7D26EE3E2}" dt="2025-07-13T10:51:19.674" v="22" actId="20577"/>
        <pc:sldMkLst>
          <pc:docMk/>
          <pc:sldMk cId="1698366788" sldId="274"/>
        </pc:sldMkLst>
      </pc:sldChg>
      <pc:sldChg chg="del">
        <pc:chgData name="嘉展 張" userId="56c0cc265fef7f12" providerId="LiveId" clId="{213D5065-CE67-4765-9BDB-C6C7D26EE3E2}" dt="2025-07-13T11:03:34.371" v="156" actId="47"/>
        <pc:sldMkLst>
          <pc:docMk/>
          <pc:sldMk cId="3752334464" sldId="345"/>
        </pc:sldMkLst>
      </pc:sldChg>
      <pc:sldChg chg="modSp mod">
        <pc:chgData name="嘉展 張" userId="56c0cc265fef7f12" providerId="LiveId" clId="{213D5065-CE67-4765-9BDB-C6C7D26EE3E2}" dt="2025-07-13T11:04:58.661" v="171" actId="15"/>
        <pc:sldMkLst>
          <pc:docMk/>
          <pc:sldMk cId="1115666099" sldId="346"/>
        </pc:sldMkLst>
      </pc:sldChg>
      <pc:sldChg chg="modSp mod">
        <pc:chgData name="嘉展 張" userId="56c0cc265fef7f12" providerId="LiveId" clId="{213D5065-CE67-4765-9BDB-C6C7D26EE3E2}" dt="2025-07-13T11:05:22.088" v="174"/>
        <pc:sldMkLst>
          <pc:docMk/>
          <pc:sldMk cId="3822570613" sldId="347"/>
        </pc:sldMkLst>
      </pc:sldChg>
      <pc:sldChg chg="modSp mod">
        <pc:chgData name="嘉展 張" userId="56c0cc265fef7f12" providerId="LiveId" clId="{213D5065-CE67-4765-9BDB-C6C7D26EE3E2}" dt="2025-07-13T11:03:30.555" v="155" actId="207"/>
        <pc:sldMkLst>
          <pc:docMk/>
          <pc:sldMk cId="732333138" sldId="351"/>
        </pc:sldMkLst>
      </pc:sldChg>
      <pc:sldChg chg="modSp mod">
        <pc:chgData name="嘉展 張" userId="56c0cc265fef7f12" providerId="LiveId" clId="{213D5065-CE67-4765-9BDB-C6C7D26EE3E2}" dt="2025-07-13T11:06:17.774" v="180" actId="207"/>
        <pc:sldMkLst>
          <pc:docMk/>
          <pc:sldMk cId="2503062332" sldId="354"/>
        </pc:sldMkLst>
      </pc:sldChg>
      <pc:sldChg chg="modSp mod">
        <pc:chgData name="嘉展 張" userId="56c0cc265fef7f12" providerId="LiveId" clId="{213D5065-CE67-4765-9BDB-C6C7D26EE3E2}" dt="2025-07-13T11:06:01.834" v="179"/>
        <pc:sldMkLst>
          <pc:docMk/>
          <pc:sldMk cId="2169278876" sldId="355"/>
        </pc:sldMkLst>
      </pc:sldChg>
      <pc:sldChg chg="delSp modSp mod">
        <pc:chgData name="嘉展 張" userId="56c0cc265fef7f12" providerId="LiveId" clId="{213D5065-CE67-4765-9BDB-C6C7D26EE3E2}" dt="2025-07-13T11:04:26.703" v="166"/>
        <pc:sldMkLst>
          <pc:docMk/>
          <pc:sldMk cId="4193172206" sldId="358"/>
        </pc:sldMkLst>
      </pc:sldChg>
      <pc:sldChg chg="modSp mod">
        <pc:chgData name="嘉展 張" userId="56c0cc265fef7f12" providerId="LiveId" clId="{213D5065-CE67-4765-9BDB-C6C7D26EE3E2}" dt="2025-07-13T11:00:14.015" v="60" actId="207"/>
        <pc:sldMkLst>
          <pc:docMk/>
          <pc:sldMk cId="3585428774" sldId="359"/>
        </pc:sldMkLst>
      </pc:sldChg>
      <pc:sldChg chg="modSp mod">
        <pc:chgData name="嘉展 張" userId="56c0cc265fef7f12" providerId="LiveId" clId="{213D5065-CE67-4765-9BDB-C6C7D26EE3E2}" dt="2025-07-13T11:00:07.921" v="59"/>
        <pc:sldMkLst>
          <pc:docMk/>
          <pc:sldMk cId="3330119125" sldId="366"/>
        </pc:sldMkLst>
      </pc:sldChg>
      <pc:sldChg chg="del">
        <pc:chgData name="嘉展 張" userId="56c0cc265fef7f12" providerId="LiveId" clId="{213D5065-CE67-4765-9BDB-C6C7D26EE3E2}" dt="2025-07-13T11:03:34.371" v="156" actId="47"/>
        <pc:sldMkLst>
          <pc:docMk/>
          <pc:sldMk cId="1054572155" sldId="368"/>
        </pc:sldMkLst>
      </pc:sldChg>
      <pc:sldChg chg="add">
        <pc:chgData name="嘉展 張" userId="56c0cc265fef7f12" providerId="LiveId" clId="{213D5065-CE67-4765-9BDB-C6C7D26EE3E2}" dt="2025-07-13T11:03:27.459" v="154"/>
        <pc:sldMkLst>
          <pc:docMk/>
          <pc:sldMk cId="3880434486" sldId="369"/>
        </pc:sldMkLst>
      </pc:sldChg>
      <pc:sldChg chg="modSp add mod">
        <pc:chgData name="嘉展 張" userId="56c0cc265fef7f12" providerId="LiveId" clId="{213D5065-CE67-4765-9BDB-C6C7D26EE3E2}" dt="2025-07-13T11:04:43.531" v="169"/>
        <pc:sldMkLst>
          <pc:docMk/>
          <pc:sldMk cId="988387482" sldId="370"/>
        </pc:sldMkLst>
      </pc:sldChg>
    </pc:docChg>
  </pc:docChgLst>
  <pc:docChgLst>
    <pc:chgData name="嘉展 張" userId="56c0cc265fef7f12" providerId="LiveId" clId="{8E012BFB-294C-4CBC-BFD9-F4F33BC901B5}"/>
    <pc:docChg chg="undo custSel addSld delSld modSld modMainMaster">
      <pc:chgData name="嘉展 張" userId="56c0cc265fef7f12" providerId="LiveId" clId="{8E012BFB-294C-4CBC-BFD9-F4F33BC901B5}" dt="2025-07-07T13:15:43.499" v="1890"/>
      <pc:docMkLst>
        <pc:docMk/>
      </pc:docMkLst>
      <pc:sldChg chg="modSp mod">
        <pc:chgData name="嘉展 張" userId="56c0cc265fef7f12" providerId="LiveId" clId="{8E012BFB-294C-4CBC-BFD9-F4F33BC901B5}" dt="2025-07-07T12:02:26.523" v="105" actId="20577"/>
        <pc:sldMkLst>
          <pc:docMk/>
          <pc:sldMk cId="1698366788" sldId="274"/>
        </pc:sldMkLst>
      </pc:sldChg>
      <pc:sldChg chg="modSp mod">
        <pc:chgData name="嘉展 張" userId="56c0cc265fef7f12" providerId="LiveId" clId="{8E012BFB-294C-4CBC-BFD9-F4F33BC901B5}" dt="2025-07-07T12:50:50.900" v="961"/>
        <pc:sldMkLst>
          <pc:docMk/>
          <pc:sldMk cId="516855969" sldId="328"/>
        </pc:sldMkLst>
      </pc:sldChg>
      <pc:sldChg chg="modSp mod">
        <pc:chgData name="嘉展 張" userId="56c0cc265fef7f12" providerId="LiveId" clId="{8E012BFB-294C-4CBC-BFD9-F4F33BC901B5}" dt="2025-07-07T12:22:12.557" v="459" actId="20577"/>
        <pc:sldMkLst>
          <pc:docMk/>
          <pc:sldMk cId="1652940647" sldId="335"/>
        </pc:sldMkLst>
      </pc:sldChg>
      <pc:sldChg chg="modSp mod">
        <pc:chgData name="嘉展 張" userId="56c0cc265fef7f12" providerId="LiveId" clId="{8E012BFB-294C-4CBC-BFD9-F4F33BC901B5}" dt="2025-07-07T12:47:32.732" v="938" actId="207"/>
        <pc:sldMkLst>
          <pc:docMk/>
          <pc:sldMk cId="3676040206" sldId="336"/>
        </pc:sldMkLst>
      </pc:sldChg>
      <pc:sldChg chg="modSp mod">
        <pc:chgData name="嘉展 張" userId="56c0cc265fef7f12" providerId="LiveId" clId="{8E012BFB-294C-4CBC-BFD9-F4F33BC901B5}" dt="2025-07-07T12:23:48.151" v="466" actId="207"/>
        <pc:sldMkLst>
          <pc:docMk/>
          <pc:sldMk cId="2128628793" sldId="337"/>
        </pc:sldMkLst>
      </pc:sldChg>
      <pc:sldChg chg="modSp mod">
        <pc:chgData name="嘉展 張" userId="56c0cc265fef7f12" providerId="LiveId" clId="{8E012BFB-294C-4CBC-BFD9-F4F33BC901B5}" dt="2025-07-07T13:15:23.668" v="1886" actId="1076"/>
        <pc:sldMkLst>
          <pc:docMk/>
          <pc:sldMk cId="3383698067" sldId="342"/>
        </pc:sldMkLst>
      </pc:sldChg>
      <pc:sldChg chg="modSp mod">
        <pc:chgData name="嘉展 張" userId="56c0cc265fef7f12" providerId="LiveId" clId="{8E012BFB-294C-4CBC-BFD9-F4F33BC901B5}" dt="2025-07-07T13:15:43.499" v="1890"/>
        <pc:sldMkLst>
          <pc:docMk/>
          <pc:sldMk cId="345017411" sldId="343"/>
        </pc:sldMkLst>
      </pc:sldChg>
      <pc:sldChg chg="del">
        <pc:chgData name="嘉展 張" userId="56c0cc265fef7f12" providerId="LiveId" clId="{8E012BFB-294C-4CBC-BFD9-F4F33BC901B5}" dt="2025-07-07T12:41:39.935" v="731" actId="47"/>
        <pc:sldMkLst>
          <pc:docMk/>
          <pc:sldMk cId="919750547" sldId="344"/>
        </pc:sldMkLst>
      </pc:sldChg>
      <pc:sldChg chg="modSp mod">
        <pc:chgData name="嘉展 張" userId="56c0cc265fef7f12" providerId="LiveId" clId="{8E012BFB-294C-4CBC-BFD9-F4F33BC901B5}" dt="2025-07-07T12:51:07.548" v="963"/>
        <pc:sldMkLst>
          <pc:docMk/>
          <pc:sldMk cId="3752334464" sldId="345"/>
        </pc:sldMkLst>
      </pc:sldChg>
      <pc:sldChg chg="modSp mod">
        <pc:chgData name="嘉展 張" userId="56c0cc265fef7f12" providerId="LiveId" clId="{8E012BFB-294C-4CBC-BFD9-F4F33BC901B5}" dt="2025-07-07T12:52:38.362" v="983" actId="20577"/>
        <pc:sldMkLst>
          <pc:docMk/>
          <pc:sldMk cId="1115666099" sldId="346"/>
        </pc:sldMkLst>
      </pc:sldChg>
      <pc:sldChg chg="modSp mod">
        <pc:chgData name="嘉展 張" userId="56c0cc265fef7f12" providerId="LiveId" clId="{8E012BFB-294C-4CBC-BFD9-F4F33BC901B5}" dt="2025-07-07T12:53:49.422" v="986"/>
        <pc:sldMkLst>
          <pc:docMk/>
          <pc:sldMk cId="3822570613" sldId="347"/>
        </pc:sldMkLst>
      </pc:sldChg>
      <pc:sldChg chg="modSp mod">
        <pc:chgData name="嘉展 張" userId="56c0cc265fef7f12" providerId="LiveId" clId="{8E012BFB-294C-4CBC-BFD9-F4F33BC901B5}" dt="2025-07-07T12:55:05.653" v="1005" actId="20577"/>
        <pc:sldMkLst>
          <pc:docMk/>
          <pc:sldMk cId="2652490174" sldId="348"/>
        </pc:sldMkLst>
      </pc:sldChg>
      <pc:sldChg chg="modSp mod">
        <pc:chgData name="嘉展 張" userId="56c0cc265fef7f12" providerId="LiveId" clId="{8E012BFB-294C-4CBC-BFD9-F4F33BC901B5}" dt="2025-07-07T12:55:49.755" v="1008"/>
        <pc:sldMkLst>
          <pc:docMk/>
          <pc:sldMk cId="2056490660" sldId="349"/>
        </pc:sldMkLst>
      </pc:sldChg>
      <pc:sldChg chg="modSp add mod">
        <pc:chgData name="嘉展 張" userId="56c0cc265fef7f12" providerId="LiveId" clId="{8E012BFB-294C-4CBC-BFD9-F4F33BC901B5}" dt="2025-07-07T12:47:17.642" v="936" actId="207"/>
        <pc:sldMkLst>
          <pc:docMk/>
          <pc:sldMk cId="1893602695" sldId="350"/>
        </pc:sldMkLst>
      </pc:sldChg>
      <pc:sldMasterChg chg="modSldLayout">
        <pc:chgData name="嘉展 張" userId="56c0cc265fef7f12" providerId="LiveId" clId="{8E012BFB-294C-4CBC-BFD9-F4F33BC901B5}" dt="2025-07-07T11:59:24.703" v="91" actId="6549"/>
        <pc:sldMasterMkLst>
          <pc:docMk/>
          <pc:sldMasterMk cId="2733321511" sldId="2147483688"/>
        </pc:sldMasterMkLst>
        <pc:sldLayoutChg chg="modSp mod">
          <pc:chgData name="嘉展 張" userId="56c0cc265fef7f12" providerId="LiveId" clId="{8E012BFB-294C-4CBC-BFD9-F4F33BC901B5}" dt="2025-07-07T11:59:24.703" v="91" actId="6549"/>
          <pc:sldLayoutMkLst>
            <pc:docMk/>
            <pc:sldMasterMk cId="2733321511" sldId="2147483688"/>
            <pc:sldLayoutMk cId="2749409723" sldId="2147483690"/>
          </pc:sldLayoutMkLst>
        </pc:sldLayoutChg>
      </pc:sldMasterChg>
    </pc:docChg>
  </pc:docChgLst>
  <pc:docChgLst>
    <pc:chgData name="嘉展 張" userId="56c0cc265fef7f12" providerId="LiveId" clId="{7F69A522-7DAF-4A02-BC46-5EFA4FA51996}"/>
    <pc:docChg chg="undo redo custSel addSld delSld modSld sldOrd modMainMaster">
      <pc:chgData name="嘉展 張" userId="56c0cc265fef7f12" providerId="LiveId" clId="{7F69A522-7DAF-4A02-BC46-5EFA4FA51996}" dt="2025-07-07T11:43:59.783" v="1614" actId="20577"/>
      <pc:docMkLst>
        <pc:docMk/>
      </pc:docMkLst>
      <pc:sldChg chg="addSp modSp mod">
        <pc:chgData name="嘉展 張" userId="56c0cc265fef7f12" providerId="LiveId" clId="{7F69A522-7DAF-4A02-BC46-5EFA4FA51996}" dt="2025-07-07T07:12:49.739" v="133" actId="6549"/>
        <pc:sldMkLst>
          <pc:docMk/>
          <pc:sldMk cId="1698366788" sldId="274"/>
        </pc:sldMkLst>
      </pc:sldChg>
      <pc:sldChg chg="modSp mod">
        <pc:chgData name="嘉展 張" userId="56c0cc265fef7f12" providerId="LiveId" clId="{7F69A522-7DAF-4A02-BC46-5EFA4FA51996}" dt="2025-07-07T10:47:32.083" v="879" actId="15"/>
        <pc:sldMkLst>
          <pc:docMk/>
          <pc:sldMk cId="516855969" sldId="328"/>
        </pc:sldMkLst>
      </pc:sldChg>
      <pc:sldChg chg="del">
        <pc:chgData name="嘉展 張" userId="56c0cc265fef7f12" providerId="LiveId" clId="{7F69A522-7DAF-4A02-BC46-5EFA4FA51996}" dt="2025-07-07T10:48:34.374" v="888" actId="47"/>
        <pc:sldMkLst>
          <pc:docMk/>
          <pc:sldMk cId="1848417769" sldId="329"/>
        </pc:sldMkLst>
      </pc:sldChg>
      <pc:sldChg chg="del">
        <pc:chgData name="嘉展 張" userId="56c0cc265fef7f12" providerId="LiveId" clId="{7F69A522-7DAF-4A02-BC46-5EFA4FA51996}" dt="2025-07-07T10:48:34.374" v="888" actId="47"/>
        <pc:sldMkLst>
          <pc:docMk/>
          <pc:sldMk cId="725604826" sldId="330"/>
        </pc:sldMkLst>
      </pc:sldChg>
      <pc:sldChg chg="modSp mod">
        <pc:chgData name="嘉展 張" userId="56c0cc265fef7f12" providerId="LiveId" clId="{7F69A522-7DAF-4A02-BC46-5EFA4FA51996}" dt="2025-07-07T07:34:37.926" v="646" actId="20577"/>
        <pc:sldMkLst>
          <pc:docMk/>
          <pc:sldMk cId="1652940647" sldId="335"/>
        </pc:sldMkLst>
      </pc:sldChg>
      <pc:sldChg chg="modSp mod">
        <pc:chgData name="嘉展 張" userId="56c0cc265fef7f12" providerId="LiveId" clId="{7F69A522-7DAF-4A02-BC46-5EFA4FA51996}" dt="2025-07-07T10:41:39.183" v="813" actId="20577"/>
        <pc:sldMkLst>
          <pc:docMk/>
          <pc:sldMk cId="3676040206" sldId="336"/>
        </pc:sldMkLst>
      </pc:sldChg>
      <pc:sldChg chg="modSp mod">
        <pc:chgData name="嘉展 張" userId="56c0cc265fef7f12" providerId="LiveId" clId="{7F69A522-7DAF-4A02-BC46-5EFA4FA51996}" dt="2025-07-07T07:37:27.551" v="655"/>
        <pc:sldMkLst>
          <pc:docMk/>
          <pc:sldMk cId="2128628793" sldId="337"/>
        </pc:sldMkLst>
      </pc:sldChg>
      <pc:sldChg chg="del">
        <pc:chgData name="嘉展 張" userId="56c0cc265fef7f12" providerId="LiveId" clId="{7F69A522-7DAF-4A02-BC46-5EFA4FA51996}" dt="2025-07-07T07:14:28.904" v="169" actId="47"/>
        <pc:sldMkLst>
          <pc:docMk/>
          <pc:sldMk cId="4036497139" sldId="338"/>
        </pc:sldMkLst>
      </pc:sldChg>
      <pc:sldChg chg="modSp del mod">
        <pc:chgData name="嘉展 張" userId="56c0cc265fef7f12" providerId="LiveId" clId="{7F69A522-7DAF-4A02-BC46-5EFA4FA51996}" dt="2025-07-07T10:47:46.757" v="882" actId="47"/>
        <pc:sldMkLst>
          <pc:docMk/>
          <pc:sldMk cId="2939669483" sldId="339"/>
        </pc:sldMkLst>
      </pc:sldChg>
      <pc:sldChg chg="del">
        <pc:chgData name="嘉展 張" userId="56c0cc265fef7f12" providerId="LiveId" clId="{7F69A522-7DAF-4A02-BC46-5EFA4FA51996}" dt="2025-07-07T10:48:34.374" v="888" actId="47"/>
        <pc:sldMkLst>
          <pc:docMk/>
          <pc:sldMk cId="1195771477" sldId="340"/>
        </pc:sldMkLst>
      </pc:sldChg>
      <pc:sldChg chg="del">
        <pc:chgData name="嘉展 張" userId="56c0cc265fef7f12" providerId="LiveId" clId="{7F69A522-7DAF-4A02-BC46-5EFA4FA51996}" dt="2025-07-07T10:48:34.374" v="888" actId="47"/>
        <pc:sldMkLst>
          <pc:docMk/>
          <pc:sldMk cId="3653896156" sldId="341"/>
        </pc:sldMkLst>
      </pc:sldChg>
      <pc:sldChg chg="modSp mod">
        <pc:chgData name="嘉展 張" userId="56c0cc265fef7f12" providerId="LiveId" clId="{7F69A522-7DAF-4A02-BC46-5EFA4FA51996}" dt="2025-07-07T11:43:59.783" v="1614" actId="20577"/>
        <pc:sldMkLst>
          <pc:docMk/>
          <pc:sldMk cId="3383698067" sldId="342"/>
        </pc:sldMkLst>
      </pc:sldChg>
      <pc:sldChg chg="modSp mod">
        <pc:chgData name="嘉展 張" userId="56c0cc265fef7f12" providerId="LiveId" clId="{7F69A522-7DAF-4A02-BC46-5EFA4FA51996}" dt="2025-07-07T11:43:47.461" v="1596" actId="20577"/>
        <pc:sldMkLst>
          <pc:docMk/>
          <pc:sldMk cId="345017411" sldId="343"/>
        </pc:sldMkLst>
      </pc:sldChg>
      <pc:sldChg chg="modSp add mod">
        <pc:chgData name="嘉展 張" userId="56c0cc265fef7f12" providerId="LiveId" clId="{7F69A522-7DAF-4A02-BC46-5EFA4FA51996}" dt="2025-07-07T10:42:22.726" v="848" actId="207"/>
        <pc:sldMkLst>
          <pc:docMk/>
          <pc:sldMk cId="919750547" sldId="344"/>
        </pc:sldMkLst>
      </pc:sldChg>
      <pc:sldChg chg="add del">
        <pc:chgData name="嘉展 張" userId="56c0cc265fef7f12" providerId="LiveId" clId="{7F69A522-7DAF-4A02-BC46-5EFA4FA51996}" dt="2025-07-07T10:47:26.562" v="877" actId="47"/>
        <pc:sldMkLst>
          <pc:docMk/>
          <pc:sldMk cId="1590898524" sldId="345"/>
        </pc:sldMkLst>
      </pc:sldChg>
      <pc:sldChg chg="addSp modSp add del">
        <pc:chgData name="嘉展 張" userId="56c0cc265fef7f12" providerId="LiveId" clId="{7F69A522-7DAF-4A02-BC46-5EFA4FA51996}" dt="2025-07-07T10:46:57.549" v="873"/>
        <pc:sldMkLst>
          <pc:docMk/>
          <pc:sldMk cId="2963216146" sldId="345"/>
        </pc:sldMkLst>
      </pc:sldChg>
      <pc:sldChg chg="addSp modSp add mod">
        <pc:chgData name="嘉展 張" userId="56c0cc265fef7f12" providerId="LiveId" clId="{7F69A522-7DAF-4A02-BC46-5EFA4FA51996}" dt="2025-07-07T10:48:51.726" v="905" actId="20577"/>
        <pc:sldMkLst>
          <pc:docMk/>
          <pc:sldMk cId="3752334464" sldId="345"/>
        </pc:sldMkLst>
      </pc:sldChg>
      <pc:sldChg chg="modSp add mod ord">
        <pc:chgData name="嘉展 張" userId="56c0cc265fef7f12" providerId="LiveId" clId="{7F69A522-7DAF-4A02-BC46-5EFA4FA51996}" dt="2025-07-07T10:50:38.949" v="944" actId="20577"/>
        <pc:sldMkLst>
          <pc:docMk/>
          <pc:sldMk cId="1115666099" sldId="346"/>
        </pc:sldMkLst>
      </pc:sldChg>
      <pc:sldChg chg="add del">
        <pc:chgData name="嘉展 張" userId="56c0cc265fef7f12" providerId="LiveId" clId="{7F69A522-7DAF-4A02-BC46-5EFA4FA51996}" dt="2025-07-07T10:48:34.374" v="888" actId="47"/>
        <pc:sldMkLst>
          <pc:docMk/>
          <pc:sldMk cId="2840440202" sldId="346"/>
        </pc:sldMkLst>
      </pc:sldChg>
      <pc:sldChg chg="addSp modSp add mod">
        <pc:chgData name="嘉展 張" userId="56c0cc265fef7f12" providerId="LiveId" clId="{7F69A522-7DAF-4A02-BC46-5EFA4FA51996}" dt="2025-07-07T10:51:30.889" v="950" actId="20577"/>
        <pc:sldMkLst>
          <pc:docMk/>
          <pc:sldMk cId="3822570613" sldId="347"/>
        </pc:sldMkLst>
      </pc:sldChg>
      <pc:sldChg chg="modSp add mod ord">
        <pc:chgData name="嘉展 張" userId="56c0cc265fef7f12" providerId="LiveId" clId="{7F69A522-7DAF-4A02-BC46-5EFA4FA51996}" dt="2025-07-07T10:52:46.104" v="983" actId="6549"/>
        <pc:sldMkLst>
          <pc:docMk/>
          <pc:sldMk cId="2652490174" sldId="348"/>
        </pc:sldMkLst>
      </pc:sldChg>
      <pc:sldChg chg="addSp modSp add mod">
        <pc:chgData name="嘉展 張" userId="56c0cc265fef7f12" providerId="LiveId" clId="{7F69A522-7DAF-4A02-BC46-5EFA4FA51996}" dt="2025-07-07T10:53:10.646" v="989" actId="207"/>
        <pc:sldMkLst>
          <pc:docMk/>
          <pc:sldMk cId="2056490660" sldId="349"/>
        </pc:sldMkLst>
      </pc:sldChg>
      <pc:sldChg chg="modSp add del mod">
        <pc:chgData name="嘉展 張" userId="56c0cc265fef7f12" providerId="LiveId" clId="{7F69A522-7DAF-4A02-BC46-5EFA4FA51996}" dt="2025-07-07T11:43:02.907" v="1552" actId="47"/>
        <pc:sldMkLst>
          <pc:docMk/>
          <pc:sldMk cId="1303398649" sldId="350"/>
        </pc:sldMkLst>
      </pc:sldChg>
      <pc:sldMasterChg chg="modSldLayout">
        <pc:chgData name="嘉展 張" userId="56c0cc265fef7f12" providerId="LiveId" clId="{7F69A522-7DAF-4A02-BC46-5EFA4FA51996}" dt="2025-07-07T06:57:29.419" v="122" actId="20577"/>
        <pc:sldMasterMkLst>
          <pc:docMk/>
          <pc:sldMasterMk cId="2733321511" sldId="2147483688"/>
        </pc:sldMasterMkLst>
        <pc:sldLayoutChg chg="delSp mod">
          <pc:chgData name="嘉展 張" userId="56c0cc265fef7f12" providerId="LiveId" clId="{7F69A522-7DAF-4A02-BC46-5EFA4FA51996}" dt="2025-07-07T04:33:12.003" v="0" actId="21"/>
          <pc:sldLayoutMkLst>
            <pc:docMk/>
            <pc:sldMasterMk cId="2733321511" sldId="2147483688"/>
            <pc:sldLayoutMk cId="810264706" sldId="2147483689"/>
          </pc:sldLayoutMkLst>
        </pc:sldLayoutChg>
        <pc:sldLayoutChg chg="modSp mod">
          <pc:chgData name="嘉展 張" userId="56c0cc265fef7f12" providerId="LiveId" clId="{7F69A522-7DAF-4A02-BC46-5EFA4FA51996}" dt="2025-07-07T06:57:29.419" v="122" actId="20577"/>
          <pc:sldLayoutMkLst>
            <pc:docMk/>
            <pc:sldMasterMk cId="2733321511" sldId="2147483688"/>
            <pc:sldLayoutMk cId="2749409723" sldId="2147483690"/>
          </pc:sldLayoutMkLst>
        </pc:sldLayoutChg>
      </pc:sldMasterChg>
    </pc:docChg>
  </pc:docChgLst>
  <pc:docChgLst>
    <pc:chgData name="嘉展 張" userId="56c0cc265fef7f12" providerId="LiveId" clId="{61A3D83D-8E70-4168-93F8-664275C06C64}"/>
    <pc:docChg chg="undo custSel addSld delSld modSld sldOrd modMainMaster">
      <pc:chgData name="嘉展 張" userId="56c0cc265fef7f12" providerId="LiveId" clId="{61A3D83D-8E70-4168-93F8-664275C06C64}" dt="2025-07-09T08:50:25.732" v="856" actId="207"/>
      <pc:docMkLst>
        <pc:docMk/>
      </pc:docMkLst>
      <pc:sldChg chg="modSp mod">
        <pc:chgData name="嘉展 張" userId="56c0cc265fef7f12" providerId="LiveId" clId="{61A3D83D-8E70-4168-93F8-664275C06C64}" dt="2025-07-07T22:21:16.724" v="41" actId="20577"/>
        <pc:sldMkLst>
          <pc:docMk/>
          <pc:sldMk cId="1698366788" sldId="274"/>
        </pc:sldMkLst>
      </pc:sldChg>
      <pc:sldChg chg="del">
        <pc:chgData name="嘉展 張" userId="56c0cc265fef7f12" providerId="LiveId" clId="{61A3D83D-8E70-4168-93F8-664275C06C64}" dt="2025-07-09T08:38:51.651" v="661" actId="47"/>
        <pc:sldMkLst>
          <pc:docMk/>
          <pc:sldMk cId="516855969" sldId="328"/>
        </pc:sldMkLst>
      </pc:sldChg>
      <pc:sldChg chg="modSp del mod ord">
        <pc:chgData name="嘉展 張" userId="56c0cc265fef7f12" providerId="LiveId" clId="{61A3D83D-8E70-4168-93F8-664275C06C64}" dt="2025-07-09T08:36:52.758" v="629" actId="47"/>
        <pc:sldMkLst>
          <pc:docMk/>
          <pc:sldMk cId="1652940647" sldId="335"/>
        </pc:sldMkLst>
      </pc:sldChg>
      <pc:sldChg chg="modSp mod">
        <pc:chgData name="嘉展 張" userId="56c0cc265fef7f12" providerId="LiveId" clId="{61A3D83D-8E70-4168-93F8-664275C06C64}" dt="2025-07-09T08:37:56.642" v="658" actId="207"/>
        <pc:sldMkLst>
          <pc:docMk/>
          <pc:sldMk cId="3676040206" sldId="336"/>
        </pc:sldMkLst>
      </pc:sldChg>
      <pc:sldChg chg="modSp mod ord">
        <pc:chgData name="嘉展 張" userId="56c0cc265fef7f12" providerId="LiveId" clId="{61A3D83D-8E70-4168-93F8-664275C06C64}" dt="2025-07-09T08:36:46.609" v="628" actId="207"/>
        <pc:sldMkLst>
          <pc:docMk/>
          <pc:sldMk cId="2128628793" sldId="337"/>
        </pc:sldMkLst>
      </pc:sldChg>
      <pc:sldChg chg="modSp mod">
        <pc:chgData name="嘉展 張" userId="56c0cc265fef7f12" providerId="LiveId" clId="{61A3D83D-8E70-4168-93F8-664275C06C64}" dt="2025-07-09T08:47:51.529" v="819" actId="5793"/>
        <pc:sldMkLst>
          <pc:docMk/>
          <pc:sldMk cId="3383698067" sldId="342"/>
        </pc:sldMkLst>
      </pc:sldChg>
      <pc:sldChg chg="modSp mod">
        <pc:chgData name="嘉展 張" userId="56c0cc265fef7f12" providerId="LiveId" clId="{61A3D83D-8E70-4168-93F8-664275C06C64}" dt="2025-07-09T08:49:53.628" v="855" actId="207"/>
        <pc:sldMkLst>
          <pc:docMk/>
          <pc:sldMk cId="345017411" sldId="343"/>
        </pc:sldMkLst>
      </pc:sldChg>
      <pc:sldChg chg="addSp delSp modSp mod">
        <pc:chgData name="嘉展 張" userId="56c0cc265fef7f12" providerId="LiveId" clId="{61A3D83D-8E70-4168-93F8-664275C06C64}" dt="2025-07-09T08:50:25.732" v="856" actId="207"/>
        <pc:sldMkLst>
          <pc:docMk/>
          <pc:sldMk cId="3752334464" sldId="345"/>
        </pc:sldMkLst>
      </pc:sldChg>
      <pc:sldChg chg="addSp delSp modSp mod">
        <pc:chgData name="嘉展 張" userId="56c0cc265fef7f12" providerId="LiveId" clId="{61A3D83D-8E70-4168-93F8-664275C06C64}" dt="2025-07-09T08:44:55.675" v="778" actId="20577"/>
        <pc:sldMkLst>
          <pc:docMk/>
          <pc:sldMk cId="1115666099" sldId="346"/>
        </pc:sldMkLst>
      </pc:sldChg>
      <pc:sldChg chg="addSp delSp modSp mod">
        <pc:chgData name="嘉展 張" userId="56c0cc265fef7f12" providerId="LiveId" clId="{61A3D83D-8E70-4168-93F8-664275C06C64}" dt="2025-07-09T08:45:47.099" v="793"/>
        <pc:sldMkLst>
          <pc:docMk/>
          <pc:sldMk cId="3822570613" sldId="347"/>
        </pc:sldMkLst>
      </pc:sldChg>
      <pc:sldChg chg="del">
        <pc:chgData name="嘉展 張" userId="56c0cc265fef7f12" providerId="LiveId" clId="{61A3D83D-8E70-4168-93F8-664275C06C64}" dt="2025-07-09T08:46:08.197" v="794" actId="47"/>
        <pc:sldMkLst>
          <pc:docMk/>
          <pc:sldMk cId="2652490174" sldId="348"/>
        </pc:sldMkLst>
      </pc:sldChg>
      <pc:sldChg chg="del">
        <pc:chgData name="嘉展 張" userId="56c0cc265fef7f12" providerId="LiveId" clId="{61A3D83D-8E70-4168-93F8-664275C06C64}" dt="2025-07-09T08:46:08.197" v="794" actId="47"/>
        <pc:sldMkLst>
          <pc:docMk/>
          <pc:sldMk cId="2056490660" sldId="349"/>
        </pc:sldMkLst>
      </pc:sldChg>
      <pc:sldChg chg="del">
        <pc:chgData name="嘉展 張" userId="56c0cc265fef7f12" providerId="LiveId" clId="{61A3D83D-8E70-4168-93F8-664275C06C64}" dt="2025-07-09T08:37:50.990" v="657" actId="47"/>
        <pc:sldMkLst>
          <pc:docMk/>
          <pc:sldMk cId="1893602695" sldId="350"/>
        </pc:sldMkLst>
      </pc:sldChg>
      <pc:sldChg chg="modSp add mod ord">
        <pc:chgData name="嘉展 張" userId="56c0cc265fef7f12" providerId="LiveId" clId="{61A3D83D-8E70-4168-93F8-664275C06C64}" dt="2025-07-09T08:36:58.667" v="633" actId="207"/>
        <pc:sldMkLst>
          <pc:docMk/>
          <pc:sldMk cId="732333138" sldId="351"/>
        </pc:sldMkLst>
      </pc:sldChg>
      <pc:sldChg chg="add">
        <pc:chgData name="嘉展 張" userId="56c0cc265fef7f12" providerId="LiveId" clId="{61A3D83D-8E70-4168-93F8-664275C06C64}" dt="2025-07-09T08:37:49.462" v="656"/>
        <pc:sldMkLst>
          <pc:docMk/>
          <pc:sldMk cId="838783306" sldId="352"/>
        </pc:sldMkLst>
      </pc:sldChg>
      <pc:sldChg chg="modSp add mod">
        <pc:chgData name="嘉展 張" userId="56c0cc265fef7f12" providerId="LiveId" clId="{61A3D83D-8E70-4168-93F8-664275C06C64}" dt="2025-07-09T08:44:59.889" v="784" actId="20577"/>
        <pc:sldMkLst>
          <pc:docMk/>
          <pc:sldMk cId="1406075394" sldId="353"/>
        </pc:sldMkLst>
      </pc:sldChg>
      <pc:sldChg chg="modSp add mod">
        <pc:chgData name="嘉展 張" userId="56c0cc265fef7f12" providerId="LiveId" clId="{61A3D83D-8E70-4168-93F8-664275C06C64}" dt="2025-07-09T08:46:38.988" v="804" actId="15"/>
        <pc:sldMkLst>
          <pc:docMk/>
          <pc:sldMk cId="2503062332" sldId="354"/>
        </pc:sldMkLst>
      </pc:sldChg>
      <pc:sldChg chg="addSp delSp modSp add mod">
        <pc:chgData name="嘉展 張" userId="56c0cc265fef7f12" providerId="LiveId" clId="{61A3D83D-8E70-4168-93F8-664275C06C64}" dt="2025-07-09T08:47:25.416" v="812"/>
        <pc:sldMkLst>
          <pc:docMk/>
          <pc:sldMk cId="2169278876" sldId="355"/>
        </pc:sldMkLst>
      </pc:sldChg>
      <pc:sldMasterChg chg="modSldLayout">
        <pc:chgData name="嘉展 張" userId="56c0cc265fef7f12" providerId="LiveId" clId="{61A3D83D-8E70-4168-93F8-664275C06C64}" dt="2025-07-07T22:46:29.148" v="596" actId="20577"/>
        <pc:sldMasterMkLst>
          <pc:docMk/>
          <pc:sldMasterMk cId="2733321511" sldId="2147483688"/>
        </pc:sldMasterMkLst>
        <pc:sldLayoutChg chg="modSp mod">
          <pc:chgData name="嘉展 張" userId="56c0cc265fef7f12" providerId="LiveId" clId="{61A3D83D-8E70-4168-93F8-664275C06C64}" dt="2025-07-07T22:46:29.148" v="596" actId="20577"/>
          <pc:sldLayoutMkLst>
            <pc:docMk/>
            <pc:sldMasterMk cId="2733321511" sldId="2147483688"/>
            <pc:sldLayoutMk cId="2749409723" sldId="2147483690"/>
          </pc:sldLayoutMkLst>
        </pc:sldLayoutChg>
      </pc:sldMasterChg>
    </pc:docChg>
  </pc:docChgLst>
  <pc:docChgLst>
    <pc:chgData name="嘉展 張" userId="56c0cc265fef7f12" providerId="LiveId" clId="{C79D0F98-B24D-4A46-9B71-0ADF60F60E08}"/>
    <pc:docChg chg="undo custSel addSld delSld modSld sldOrd">
      <pc:chgData name="嘉展 張" userId="56c0cc265fef7f12" providerId="LiveId" clId="{C79D0F98-B24D-4A46-9B71-0ADF60F60E08}" dt="2025-08-24T04:12:14.340" v="898" actId="1076"/>
      <pc:docMkLst>
        <pc:docMk/>
      </pc:docMkLst>
      <pc:sldChg chg="del">
        <pc:chgData name="嘉展 張" userId="56c0cc265fef7f12" providerId="LiveId" clId="{C79D0F98-B24D-4A46-9B71-0ADF60F60E08}" dt="2025-08-24T03:43:20.139" v="28" actId="47"/>
        <pc:sldMkLst>
          <pc:docMk/>
          <pc:sldMk cId="4193172206" sldId="358"/>
        </pc:sldMkLst>
      </pc:sldChg>
      <pc:sldChg chg="del">
        <pc:chgData name="嘉展 張" userId="56c0cc265fef7f12" providerId="LiveId" clId="{C79D0F98-B24D-4A46-9B71-0ADF60F60E08}" dt="2025-08-24T03:48:54.090" v="194" actId="47"/>
        <pc:sldMkLst>
          <pc:docMk/>
          <pc:sldMk cId="3585428774" sldId="359"/>
        </pc:sldMkLst>
      </pc:sldChg>
      <pc:sldChg chg="addSp modSp mod">
        <pc:chgData name="嘉展 張" userId="56c0cc265fef7f12" providerId="LiveId" clId="{C79D0F98-B24D-4A46-9B71-0ADF60F60E08}" dt="2025-08-24T03:53:20.704" v="467" actId="115"/>
        <pc:sldMkLst>
          <pc:docMk/>
          <pc:sldMk cId="3330119125" sldId="366"/>
        </pc:sldMkLst>
      </pc:sldChg>
      <pc:sldChg chg="modSp mod">
        <pc:chgData name="嘉展 張" userId="56c0cc265fef7f12" providerId="LiveId" clId="{C79D0F98-B24D-4A46-9B71-0ADF60F60E08}" dt="2025-08-24T03:57:36.119" v="760" actId="20577"/>
        <pc:sldMkLst>
          <pc:docMk/>
          <pc:sldMk cId="3880434486" sldId="369"/>
        </pc:sldMkLst>
      </pc:sldChg>
      <pc:sldChg chg="modSp del mod">
        <pc:chgData name="嘉展 張" userId="56c0cc265fef7f12" providerId="LiveId" clId="{C79D0F98-B24D-4A46-9B71-0ADF60F60E08}" dt="2025-08-24T03:43:20.139" v="28" actId="47"/>
        <pc:sldMkLst>
          <pc:docMk/>
          <pc:sldMk cId="988387482" sldId="370"/>
        </pc:sldMkLst>
      </pc:sldChg>
      <pc:sldChg chg="addSp delSp modSp add mod ord">
        <pc:chgData name="嘉展 張" userId="56c0cc265fef7f12" providerId="LiveId" clId="{C79D0F98-B24D-4A46-9B71-0ADF60F60E08}" dt="2025-08-24T03:47:10.266" v="117" actId="478"/>
        <pc:sldMkLst>
          <pc:docMk/>
          <pc:sldMk cId="1776864839" sldId="370"/>
        </pc:sldMkLst>
      </pc:sldChg>
      <pc:sldChg chg="add">
        <pc:chgData name="嘉展 張" userId="56c0cc265fef7f12" providerId="LiveId" clId="{C79D0F98-B24D-4A46-9B71-0ADF60F60E08}" dt="2025-08-24T03:47:05.403" v="116"/>
        <pc:sldMkLst>
          <pc:docMk/>
          <pc:sldMk cId="1959955217" sldId="371"/>
        </pc:sldMkLst>
      </pc:sldChg>
      <pc:sldChg chg="add del">
        <pc:chgData name="嘉展 張" userId="56c0cc265fef7f12" providerId="LiveId" clId="{C79D0F98-B24D-4A46-9B71-0ADF60F60E08}" dt="2025-08-24T03:53:25.666" v="468" actId="47"/>
        <pc:sldMkLst>
          <pc:docMk/>
          <pc:sldMk cId="1150395154" sldId="372"/>
        </pc:sldMkLst>
      </pc:sldChg>
      <pc:sldChg chg="addSp modSp add mod">
        <pc:chgData name="嘉展 張" userId="56c0cc265fef7f12" providerId="LiveId" clId="{C79D0F98-B24D-4A46-9B71-0ADF60F60E08}" dt="2025-08-24T03:53:16.310" v="461" actId="1076"/>
        <pc:sldMkLst>
          <pc:docMk/>
          <pc:sldMk cId="2149005075" sldId="373"/>
        </pc:sldMkLst>
      </pc:sldChg>
      <pc:sldChg chg="add del">
        <pc:chgData name="嘉展 張" userId="56c0cc265fef7f12" providerId="LiveId" clId="{C79D0F98-B24D-4A46-9B71-0ADF60F60E08}" dt="2025-08-24T04:11:01.635" v="772" actId="47"/>
        <pc:sldMkLst>
          <pc:docMk/>
          <pc:sldMk cId="4290706977" sldId="374"/>
        </pc:sldMkLst>
      </pc:sldChg>
      <pc:sldChg chg="addSp modSp add mod">
        <pc:chgData name="嘉展 張" userId="56c0cc265fef7f12" providerId="LiveId" clId="{C79D0F98-B24D-4A46-9B71-0ADF60F60E08}" dt="2025-08-24T04:12:14.340" v="898" actId="1076"/>
        <pc:sldMkLst>
          <pc:docMk/>
          <pc:sldMk cId="3061985893" sldId="375"/>
        </pc:sldMkLst>
      </pc:sldChg>
    </pc:docChg>
  </pc:docChgLst>
  <pc:docChgLst>
    <pc:chgData name="嘉展 張" userId="56c0cc265fef7f12" providerId="LiveId" clId="{503394CD-CD7C-4FEF-9F21-9EB2DB85109F}"/>
    <pc:docChg chg="modSld">
      <pc:chgData name="嘉展 張" userId="56c0cc265fef7f12" providerId="LiveId" clId="{503394CD-CD7C-4FEF-9F21-9EB2DB85109F}" dt="2025-09-24T10:48:26.260" v="4" actId="20577"/>
      <pc:docMkLst>
        <pc:docMk/>
      </pc:docMkLst>
      <pc:sldChg chg="modSp mod">
        <pc:chgData name="嘉展 張" userId="56c0cc265fef7f12" providerId="LiveId" clId="{503394CD-CD7C-4FEF-9F21-9EB2DB85109F}" dt="2025-09-24T10:48:26.260" v="4" actId="20577"/>
        <pc:sldMkLst>
          <pc:docMk/>
          <pc:sldMk cId="3383698067" sldId="342"/>
        </pc:sldMkLst>
        <pc:spChg chg="mod">
          <ac:chgData name="嘉展 張" userId="56c0cc265fef7f12" providerId="LiveId" clId="{503394CD-CD7C-4FEF-9F21-9EB2DB85109F}" dt="2025-09-24T10:48:26.260" v="4" actId="20577"/>
          <ac:spMkLst>
            <pc:docMk/>
            <pc:sldMk cId="3383698067" sldId="342"/>
            <ac:spMk id="9" creationId="{0CAF9C41-14FE-17B0-CE76-741338CCF4CA}"/>
          </ac:spMkLst>
        </pc:spChg>
      </pc:sldChg>
    </pc:docChg>
  </pc:docChgLst>
  <pc:docChgLst>
    <pc:chgData name="嘉展 張" userId="56c0cc265fef7f12" providerId="LiveId" clId="{871B63E1-5688-4BC9-A264-EFDDC7298B48}"/>
    <pc:docChg chg="undo custSel addSld delSld modSld modMainMaster">
      <pc:chgData name="嘉展 張" userId="56c0cc265fef7f12" providerId="LiveId" clId="{871B63E1-5688-4BC9-A264-EFDDC7298B48}" dt="2025-07-11T23:25:53.146" v="183" actId="5793"/>
      <pc:docMkLst>
        <pc:docMk/>
      </pc:docMkLst>
      <pc:sldChg chg="modSp mod">
        <pc:chgData name="嘉展 張" userId="56c0cc265fef7f12" providerId="LiveId" clId="{871B63E1-5688-4BC9-A264-EFDDC7298B48}" dt="2025-07-11T23:13:48.171" v="11"/>
        <pc:sldMkLst>
          <pc:docMk/>
          <pc:sldMk cId="1698366788" sldId="274"/>
        </pc:sldMkLst>
      </pc:sldChg>
      <pc:sldChg chg="del">
        <pc:chgData name="嘉展 張" userId="56c0cc265fef7f12" providerId="LiveId" clId="{871B63E1-5688-4BC9-A264-EFDDC7298B48}" dt="2025-07-11T23:21:07.059" v="123" actId="47"/>
        <pc:sldMkLst>
          <pc:docMk/>
          <pc:sldMk cId="3676040206" sldId="336"/>
        </pc:sldMkLst>
      </pc:sldChg>
      <pc:sldChg chg="modSp mod">
        <pc:chgData name="嘉展 張" userId="56c0cc265fef7f12" providerId="LiveId" clId="{871B63E1-5688-4BC9-A264-EFDDC7298B48}" dt="2025-07-11T23:25:53.146" v="183" actId="5793"/>
        <pc:sldMkLst>
          <pc:docMk/>
          <pc:sldMk cId="3383698067" sldId="342"/>
        </pc:sldMkLst>
      </pc:sldChg>
      <pc:sldChg chg="modSp mod">
        <pc:chgData name="嘉展 張" userId="56c0cc265fef7f12" providerId="LiveId" clId="{871B63E1-5688-4BC9-A264-EFDDC7298B48}" dt="2025-07-11T23:23:17.764" v="150" actId="20577"/>
        <pc:sldMkLst>
          <pc:docMk/>
          <pc:sldMk cId="345017411" sldId="343"/>
        </pc:sldMkLst>
      </pc:sldChg>
      <pc:sldChg chg="modSp mod">
        <pc:chgData name="嘉展 張" userId="56c0cc265fef7f12" providerId="LiveId" clId="{871B63E1-5688-4BC9-A264-EFDDC7298B48}" dt="2025-07-11T23:21:28.196" v="125" actId="15"/>
        <pc:sldMkLst>
          <pc:docMk/>
          <pc:sldMk cId="3752334464" sldId="345"/>
        </pc:sldMkLst>
      </pc:sldChg>
      <pc:sldChg chg="modSp mod">
        <pc:chgData name="嘉展 張" userId="56c0cc265fef7f12" providerId="LiveId" clId="{871B63E1-5688-4BC9-A264-EFDDC7298B48}" dt="2025-07-11T23:22:00.820" v="130" actId="15"/>
        <pc:sldMkLst>
          <pc:docMk/>
          <pc:sldMk cId="1115666099" sldId="346"/>
        </pc:sldMkLst>
      </pc:sldChg>
      <pc:sldChg chg="modSp mod">
        <pc:chgData name="嘉展 張" userId="56c0cc265fef7f12" providerId="LiveId" clId="{871B63E1-5688-4BC9-A264-EFDDC7298B48}" dt="2025-07-11T23:22:18.321" v="133"/>
        <pc:sldMkLst>
          <pc:docMk/>
          <pc:sldMk cId="3822570613" sldId="347"/>
        </pc:sldMkLst>
      </pc:sldChg>
      <pc:sldChg chg="modSp mod">
        <pc:chgData name="嘉展 張" userId="56c0cc265fef7f12" providerId="LiveId" clId="{871B63E1-5688-4BC9-A264-EFDDC7298B48}" dt="2025-07-11T23:20:59.511" v="121" actId="207"/>
        <pc:sldMkLst>
          <pc:docMk/>
          <pc:sldMk cId="732333138" sldId="351"/>
        </pc:sldMkLst>
      </pc:sldChg>
      <pc:sldChg chg="modSp mod">
        <pc:chgData name="嘉展 張" userId="56c0cc265fef7f12" providerId="LiveId" clId="{871B63E1-5688-4BC9-A264-EFDDC7298B48}" dt="2025-07-11T23:22:37.686" v="135" actId="15"/>
        <pc:sldMkLst>
          <pc:docMk/>
          <pc:sldMk cId="2503062332" sldId="354"/>
        </pc:sldMkLst>
      </pc:sldChg>
      <pc:sldChg chg="modSp mod">
        <pc:chgData name="嘉展 張" userId="56c0cc265fef7f12" providerId="LiveId" clId="{871B63E1-5688-4BC9-A264-EFDDC7298B48}" dt="2025-07-11T23:22:54.190" v="138"/>
        <pc:sldMkLst>
          <pc:docMk/>
          <pc:sldMk cId="2169278876" sldId="355"/>
        </pc:sldMkLst>
      </pc:sldChg>
      <pc:sldChg chg="modSp mod">
        <pc:chgData name="嘉展 張" userId="56c0cc265fef7f12" providerId="LiveId" clId="{871B63E1-5688-4BC9-A264-EFDDC7298B48}" dt="2025-07-11T23:21:47.926" v="128"/>
        <pc:sldMkLst>
          <pc:docMk/>
          <pc:sldMk cId="4193172206" sldId="358"/>
        </pc:sldMkLst>
      </pc:sldChg>
      <pc:sldChg chg="modSp mod">
        <pc:chgData name="嘉展 張" userId="56c0cc265fef7f12" providerId="LiveId" clId="{871B63E1-5688-4BC9-A264-EFDDC7298B48}" dt="2025-07-11T23:21:01.265" v="122" actId="207"/>
        <pc:sldMkLst>
          <pc:docMk/>
          <pc:sldMk cId="3585428774" sldId="359"/>
        </pc:sldMkLst>
      </pc:sldChg>
      <pc:sldChg chg="del">
        <pc:chgData name="嘉展 張" userId="56c0cc265fef7f12" providerId="LiveId" clId="{871B63E1-5688-4BC9-A264-EFDDC7298B48}" dt="2025-07-11T23:21:07.059" v="123" actId="47"/>
        <pc:sldMkLst>
          <pc:docMk/>
          <pc:sldMk cId="771378846" sldId="361"/>
        </pc:sldMkLst>
      </pc:sldChg>
      <pc:sldChg chg="add">
        <pc:chgData name="嘉展 張" userId="56c0cc265fef7f12" providerId="LiveId" clId="{871B63E1-5688-4BC9-A264-EFDDC7298B48}" dt="2025-07-11T23:18:10.223" v="57"/>
        <pc:sldMkLst>
          <pc:docMk/>
          <pc:sldMk cId="2643400217" sldId="362"/>
        </pc:sldMkLst>
      </pc:sldChg>
      <pc:sldChg chg="add">
        <pc:chgData name="嘉展 張" userId="56c0cc265fef7f12" providerId="LiveId" clId="{871B63E1-5688-4BC9-A264-EFDDC7298B48}" dt="2025-07-11T23:20:56.187" v="120"/>
        <pc:sldMkLst>
          <pc:docMk/>
          <pc:sldMk cId="1308011151" sldId="363"/>
        </pc:sldMkLst>
      </pc:sldChg>
      <pc:sldMasterChg chg="modSldLayout">
        <pc:chgData name="嘉展 張" userId="56c0cc265fef7f12" providerId="LiveId" clId="{871B63E1-5688-4BC9-A264-EFDDC7298B48}" dt="2025-07-11T23:18:41.043" v="80" actId="20577"/>
        <pc:sldMasterMkLst>
          <pc:docMk/>
          <pc:sldMasterMk cId="2733321511" sldId="2147483688"/>
        </pc:sldMasterMkLst>
        <pc:sldLayoutChg chg="modSp mod">
          <pc:chgData name="嘉展 張" userId="56c0cc265fef7f12" providerId="LiveId" clId="{871B63E1-5688-4BC9-A264-EFDDC7298B48}" dt="2025-07-11T23:18:41.043" v="80" actId="20577"/>
          <pc:sldLayoutMkLst>
            <pc:docMk/>
            <pc:sldMasterMk cId="2733321511" sldId="2147483688"/>
            <pc:sldLayoutMk cId="2749409723" sldId="214748369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08BF25A6-087F-D6D2-267D-B40DBA7EE1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AA0814FC-58BC-3550-CD96-55E744A225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02A62F-168C-441A-BD3A-3CBD0D8996EF}" type="datetimeFigureOut">
              <a:rPr lang="zh-TW" altLang="en-US" smtClean="0"/>
              <a:t>2025/9/24</a:t>
            </a:fld>
            <a:endParaRPr lang="zh-TW" altLang="en-US"/>
          </a:p>
        </p:txBody>
      </p:sp>
      <p:sp>
        <p:nvSpPr>
          <p:cNvPr id="4" name="頁尾版面配置區 3">
            <a:extLst>
              <a:ext uri="{FF2B5EF4-FFF2-40B4-BE49-F238E27FC236}">
                <a16:creationId xmlns:a16="http://schemas.microsoft.com/office/drawing/2014/main" id="{79AE01F6-5383-DDC4-7D41-985AFCC1FB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94AF33B8-A6BA-F9CB-9D1A-F0E8411475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F976BC-45D2-4837-B745-B3BC93427B15}" type="slidenum">
              <a:rPr lang="zh-TW" altLang="en-US" smtClean="0"/>
              <a:t>‹#›</a:t>
            </a:fld>
            <a:endParaRPr lang="zh-TW" altLang="en-US"/>
          </a:p>
        </p:txBody>
      </p:sp>
    </p:spTree>
    <p:extLst>
      <p:ext uri="{BB962C8B-B14F-4D97-AF65-F5344CB8AC3E}">
        <p14:creationId xmlns:p14="http://schemas.microsoft.com/office/powerpoint/2010/main" val="2158451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BIZ UDGothic" panose="020B0400000000000000" pitchFamily="33" charset="-128"/>
        <a:ea typeface="BIZ UDGothic" panose="020B0400000000000000" pitchFamily="33"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9346A-3D5D-98ED-45F2-FB510E1934E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B6EBC61-10B6-270A-9073-763FCCF9C677}"/>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90650C5A-0F11-51DB-90F2-1D3B47F9ECA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888158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30663-3095-42C5-0409-2AA5D91A231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BA14B83-609E-CCFD-EE01-C05B26FCDB87}"/>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A12682CC-D76B-CFB1-A5E7-256889449F0C}"/>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0878735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A0049-0861-2E1B-3573-BA10B2F94C7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213C68F-72E0-4602-6C21-DD7F9BC7A377}"/>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6AE8C661-5926-D12F-64C7-A5553B063E60}"/>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97647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0E528-F8C5-398D-E889-915FC99870D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5AE2988-9AF5-6129-FD5F-20B346C93A37}"/>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4B3D5B39-5F54-8ED9-B0D7-CC26FC37E681}"/>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871878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9704E-7EED-C2D2-AB0C-9735446DFE5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EC38AC2-0366-3164-A5DC-828EC5C85F9E}"/>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21BE83F-F2D0-7D4D-6FCD-F1A7DC9883A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39476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7D44-8515-EA05-78FF-A15CE5600A0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7F962DF-1858-3443-38F9-00426D5514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4104576-44CB-1017-4E20-3C5F49A08F45}"/>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328854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817C-F287-F065-8882-D7A4DE98C6A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EDAC0BE-EE20-BA6B-0516-1B9B0FE68528}"/>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1C8B431F-7A24-FB64-CF33-07FADF8305AE}"/>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806188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AF310-7F58-FA17-6341-7E5E80802E2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57D5293-8193-FF20-FA48-8B4F9739858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6804C5F3-E8CC-A1B4-0A04-FF293BA0514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9246990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0F522-CDB5-3659-7A80-C644F06D623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0B6DD2F-C0A4-9BFD-B47D-811584387E6B}"/>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17CD8BD-9233-06E7-5C58-6E24B0DD919D}"/>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609393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593CF-259C-4FDD-F3AA-D127307CA95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49408DD-A57E-AD0C-A892-FC2A23F7F5D5}"/>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7224D076-6C5B-96CC-7799-74B75FA9C186}"/>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53720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E18B-9284-4C34-1C60-E918802CD2F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E8BB489-F93C-819E-5985-79CFC6810C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2245CC0-BD14-DF5C-7A17-EFCD00FFE3D1}"/>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696862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9F13D-1ED7-DF52-F6AD-DA3481E6ACF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17BBF0B-7D7D-D6A0-63D5-6153918B72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95CD1C0-0BA9-E1F1-B6A8-BEA3D120E687}"/>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624308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BIZ UDGothic" panose="020B0400000000000000" pitchFamily="33" charset="-128"/>
              <a:ea typeface="BIZ UDGothic" panose="020B0400000000000000" pitchFamily="33" charset="-128"/>
            </a:endParaRPr>
          </a:p>
        </p:txBody>
      </p:sp>
      <p:sp>
        <p:nvSpPr>
          <p:cNvPr id="301" name="Google Shape;30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224893-DBDA-4BFA-9CE1-4BFE7CD0F8CF}" type="datetime1">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7" name="Google Shape;173;p15">
            <a:extLst>
              <a:ext uri="{FF2B5EF4-FFF2-40B4-BE49-F238E27FC236}">
                <a16:creationId xmlns:a16="http://schemas.microsoft.com/office/drawing/2014/main" id="{1EA53AEF-F2B1-0F4B-39E7-2C1000323C5C}"/>
              </a:ext>
            </a:extLst>
          </p:cNvPr>
          <p:cNvSpPr/>
          <p:nvPr userDrawn="1"/>
        </p:nvSpPr>
        <p:spPr>
          <a:xfrm>
            <a:off x="-1" y="12529696"/>
            <a:ext cx="24384001" cy="1188793"/>
          </a:xfrm>
          <a:prstGeom prst="rect">
            <a:avLst/>
          </a:prstGeom>
          <a:solidFill>
            <a:srgbClr val="288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Calibri"/>
              <a:buNone/>
            </a:pPr>
            <a:endParaRPr sz="3600" b="0" i="0" u="none" strike="noStrike" cap="none" dirty="0">
              <a:solidFill>
                <a:srgbClr val="000000"/>
              </a:solidFill>
              <a:latin typeface="Gen Jyuu GothicL Bold" panose="020B0602020203020207" pitchFamily="34" charset="-120"/>
              <a:ea typeface="Gen Jyuu GothicL Bold" panose="020B0602020203020207" pitchFamily="34" charset="-120"/>
              <a:cs typeface="Gen Jyuu GothicL Bold" panose="020B0602020203020207" pitchFamily="34" charset="-120"/>
              <a:sym typeface="Calibri"/>
            </a:endParaRPr>
          </a:p>
        </p:txBody>
      </p:sp>
      <p:pic>
        <p:nvPicPr>
          <p:cNvPr id="8" name="Google Shape;175;p15" descr="00新品牌元素-55.png">
            <a:extLst>
              <a:ext uri="{FF2B5EF4-FFF2-40B4-BE49-F238E27FC236}">
                <a16:creationId xmlns:a16="http://schemas.microsoft.com/office/drawing/2014/main" id="{A1C6D771-7D6B-48B8-4879-512D53716F0E}"/>
              </a:ext>
            </a:extLst>
          </p:cNvPr>
          <p:cNvPicPr preferRelativeResize="0"/>
          <p:nvPr userDrawn="1"/>
        </p:nvPicPr>
        <p:blipFill rotWithShape="1">
          <a:blip r:embed="rId2">
            <a:alphaModFix/>
          </a:blip>
          <a:srcRect/>
          <a:stretch/>
        </p:blipFill>
        <p:spPr>
          <a:xfrm>
            <a:off x="1661141" y="12716794"/>
            <a:ext cx="4686527" cy="849086"/>
          </a:xfrm>
          <a:prstGeom prst="rect">
            <a:avLst/>
          </a:prstGeom>
          <a:noFill/>
          <a:ln>
            <a:noFill/>
          </a:ln>
        </p:spPr>
      </p:pic>
      <p:sp>
        <p:nvSpPr>
          <p:cNvPr id="9" name="Google Shape;177;p15">
            <a:extLst>
              <a:ext uri="{FF2B5EF4-FFF2-40B4-BE49-F238E27FC236}">
                <a16:creationId xmlns:a16="http://schemas.microsoft.com/office/drawing/2014/main" id="{F6E91BB9-A0CF-7DC6-E565-0F8D841B8D6A}"/>
              </a:ext>
            </a:extLst>
          </p:cNvPr>
          <p:cNvSpPr txBox="1"/>
          <p:nvPr userDrawn="1"/>
        </p:nvSpPr>
        <p:spPr>
          <a:xfrm>
            <a:off x="1779473" y="4241866"/>
            <a:ext cx="5726816" cy="1415743"/>
          </a:xfrm>
          <a:prstGeom prst="rect">
            <a:avLst/>
          </a:prstGeom>
          <a:solidFill>
            <a:srgbClr val="288CCC"/>
          </a:solidFill>
          <a:ln>
            <a:noFill/>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strike="noStrike" cap="none" err="1">
                <a:solidFill>
                  <a:srgbClr val="FFFFFF"/>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rPr>
              <a:t>本課文型</a:t>
            </a:r>
            <a:endParaRPr sz="1400" b="0" i="0" u="none" strike="noStrike" cap="none">
              <a:solidFill>
                <a:srgbClr val="000000"/>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endParaRPr>
          </a:p>
        </p:txBody>
      </p:sp>
      <p:pic>
        <p:nvPicPr>
          <p:cNvPr id="11" name="Google Shape;180;p15" descr="新品牌元素-04.png">
            <a:extLst>
              <a:ext uri="{FF2B5EF4-FFF2-40B4-BE49-F238E27FC236}">
                <a16:creationId xmlns:a16="http://schemas.microsoft.com/office/drawing/2014/main" id="{9706B59E-0CCB-A03D-5962-B885D023C539}"/>
              </a:ext>
            </a:extLst>
          </p:cNvPr>
          <p:cNvPicPr preferRelativeResize="0"/>
          <p:nvPr userDrawn="1"/>
        </p:nvPicPr>
        <p:blipFill rotWithShape="1">
          <a:blip r:embed="rId3">
            <a:alphaModFix amt="70000"/>
          </a:blip>
          <a:srcRect/>
          <a:stretch/>
        </p:blipFill>
        <p:spPr>
          <a:xfrm>
            <a:off x="21137221" y="1024091"/>
            <a:ext cx="2776561" cy="1589427"/>
          </a:xfrm>
          <a:prstGeom prst="rect">
            <a:avLst/>
          </a:prstGeom>
          <a:noFill/>
          <a:ln>
            <a:noFill/>
          </a:ln>
        </p:spPr>
      </p:pic>
      <p:pic>
        <p:nvPicPr>
          <p:cNvPr id="12" name="Google Shape;181;p15" descr="00新品牌元素-47.png">
            <a:extLst>
              <a:ext uri="{FF2B5EF4-FFF2-40B4-BE49-F238E27FC236}">
                <a16:creationId xmlns:a16="http://schemas.microsoft.com/office/drawing/2014/main" id="{816445DC-2A49-15E8-A162-AB44553F104E}"/>
              </a:ext>
            </a:extLst>
          </p:cNvPr>
          <p:cNvPicPr preferRelativeResize="0"/>
          <p:nvPr userDrawn="1"/>
        </p:nvPicPr>
        <p:blipFill rotWithShape="1">
          <a:blip r:embed="rId4">
            <a:alphaModFix/>
            <a:duotone>
              <a:schemeClr val="accent3">
                <a:shade val="45000"/>
                <a:satMod val="135000"/>
              </a:schemeClr>
              <a:prstClr val="white"/>
            </a:duotone>
          </a:blip>
          <a:srcRect/>
          <a:stretch/>
        </p:blipFill>
        <p:spPr>
          <a:xfrm>
            <a:off x="20832421" y="8763000"/>
            <a:ext cx="3780876" cy="4361092"/>
          </a:xfrm>
          <a:prstGeom prst="rect">
            <a:avLst/>
          </a:prstGeom>
          <a:noFill/>
          <a:ln>
            <a:noFill/>
          </a:ln>
        </p:spPr>
      </p:pic>
      <p:sp>
        <p:nvSpPr>
          <p:cNvPr id="18" name="文字版面配置區 17">
            <a:extLst>
              <a:ext uri="{FF2B5EF4-FFF2-40B4-BE49-F238E27FC236}">
                <a16:creationId xmlns:a16="http://schemas.microsoft.com/office/drawing/2014/main" id="{945131EA-FBA2-5A69-36FD-4A242A80AB22}"/>
              </a:ext>
            </a:extLst>
          </p:cNvPr>
          <p:cNvSpPr>
            <a:spLocks noGrp="1"/>
          </p:cNvSpPr>
          <p:nvPr>
            <p:ph type="body" sz="quarter" idx="13"/>
          </p:nvPr>
        </p:nvSpPr>
        <p:spPr>
          <a:xfrm>
            <a:off x="1679070" y="6660848"/>
            <a:ext cx="17113623" cy="5032117"/>
          </a:xfrm>
        </p:spPr>
        <p:txBody>
          <a:bodyPr numCol="2">
            <a:normAutofit/>
          </a:bodyPr>
          <a:lstStyle>
            <a:lvl1pPr marL="0" indent="0">
              <a:buNone/>
              <a:defRPr sz="4200">
                <a:solidFill>
                  <a:srgbClr val="3B3838"/>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vl2pPr marL="914400" indent="0">
              <a:buNone/>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2pPr>
            <a:lvl3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3pPr>
            <a:lvl4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4pPr>
            <a:lvl5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5pPr>
          </a:lstStyle>
          <a:p>
            <a:pPr lvl="0"/>
            <a:r>
              <a:rPr lang="zh-TW" altLang="en-US" dirty="0"/>
              <a:t>按一下以編輯母片文字樣式</a:t>
            </a:r>
            <a:endParaRPr lang="en-US" altLang="zh-TW" dirty="0"/>
          </a:p>
        </p:txBody>
      </p:sp>
      <p:sp>
        <p:nvSpPr>
          <p:cNvPr id="19" name="Google Shape;179;p15">
            <a:extLst>
              <a:ext uri="{FF2B5EF4-FFF2-40B4-BE49-F238E27FC236}">
                <a16:creationId xmlns:a16="http://schemas.microsoft.com/office/drawing/2014/main" id="{3F54C1E6-3D7F-502D-6C15-E0DC042557B2}"/>
              </a:ext>
            </a:extLst>
          </p:cNvPr>
          <p:cNvSpPr txBox="1"/>
          <p:nvPr userDrawn="1"/>
        </p:nvSpPr>
        <p:spPr>
          <a:xfrm>
            <a:off x="18036333" y="12735798"/>
            <a:ext cx="5266463" cy="83096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FFFFFF"/>
              </a:buClr>
              <a:buSzPts val="4200"/>
              <a:buFont typeface="Arial"/>
              <a:buNone/>
            </a:pPr>
            <a:r>
              <a:rPr lang="ja-JP" altLang="en-US" sz="4200" b="1" i="0" u="none" strike="noStrike" kern="1200" cap="none" dirty="0">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rPr>
              <a:t>學習導師・中級</a:t>
            </a:r>
          </a:p>
        </p:txBody>
      </p:sp>
    </p:spTree>
    <p:extLst>
      <p:ext uri="{BB962C8B-B14F-4D97-AF65-F5344CB8AC3E}">
        <p14:creationId xmlns:p14="http://schemas.microsoft.com/office/powerpoint/2010/main" val="81026470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81500" y="-36844"/>
            <a:ext cx="19983450" cy="1148734"/>
          </a:xfrm>
          <a:prstGeom prst="rect">
            <a:avLst/>
          </a:prstGeom>
        </p:spPr>
        <p:txBody>
          <a:bodyPr>
            <a:normAutofit/>
          </a:bodyPr>
          <a:lstStyle>
            <a:lvl1pPr>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zh-TW" altLang="en-US"/>
              <a:t>按一下以編輯母片標題樣式 </a:t>
            </a:r>
            <a:endParaRPr lang="en-US"/>
          </a:p>
        </p:txBody>
      </p:sp>
      <p:sp>
        <p:nvSpPr>
          <p:cNvPr id="7" name="矩形 6">
            <a:extLst>
              <a:ext uri="{FF2B5EF4-FFF2-40B4-BE49-F238E27FC236}">
                <a16:creationId xmlns:a16="http://schemas.microsoft.com/office/drawing/2014/main" id="{1AC0EF03-D6B3-CE56-533B-535D9DFA0793}"/>
              </a:ext>
            </a:extLst>
          </p:cNvPr>
          <p:cNvSpPr/>
          <p:nvPr userDrawn="1"/>
        </p:nvSpPr>
        <p:spPr>
          <a:xfrm>
            <a:off x="-38100" y="-151233"/>
            <a:ext cx="24403050" cy="189136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Google Shape;191;p60" descr="00新品牌元素-50.png">
            <a:extLst>
              <a:ext uri="{FF2B5EF4-FFF2-40B4-BE49-F238E27FC236}">
                <a16:creationId xmlns:a16="http://schemas.microsoft.com/office/drawing/2014/main" id="{30CA417C-C8B7-0AFC-3F11-7B07400254AC}"/>
              </a:ext>
            </a:extLst>
          </p:cNvPr>
          <p:cNvPicPr preferRelativeResize="0"/>
          <p:nvPr userDrawn="1"/>
        </p:nvPicPr>
        <p:blipFill rotWithShape="1">
          <a:blip r:embed="rId2">
            <a:alphaModFix/>
          </a:blip>
          <a:srcRect/>
          <a:stretch/>
        </p:blipFill>
        <p:spPr>
          <a:xfrm>
            <a:off x="76200" y="-165077"/>
            <a:ext cx="1371600" cy="1469989"/>
          </a:xfrm>
          <a:prstGeom prst="rect">
            <a:avLst/>
          </a:prstGeom>
          <a:noFill/>
          <a:ln>
            <a:noFill/>
          </a:ln>
        </p:spPr>
      </p:pic>
      <p:pic>
        <p:nvPicPr>
          <p:cNvPr id="11" name="Google Shape;190;p60" descr="浮水印.png">
            <a:extLst>
              <a:ext uri="{FF2B5EF4-FFF2-40B4-BE49-F238E27FC236}">
                <a16:creationId xmlns:a16="http://schemas.microsoft.com/office/drawing/2014/main" id="{151502A3-5726-B337-1182-245A2ADF7D85}"/>
              </a:ext>
            </a:extLst>
          </p:cNvPr>
          <p:cNvPicPr preferRelativeResize="0"/>
          <p:nvPr userDrawn="1"/>
        </p:nvPicPr>
        <p:blipFill rotWithShape="1">
          <a:blip r:embed="rId3">
            <a:alphaModFix/>
          </a:blip>
          <a:srcRect/>
          <a:stretch/>
        </p:blipFill>
        <p:spPr>
          <a:xfrm>
            <a:off x="22574250" y="145476"/>
            <a:ext cx="1580320" cy="886984"/>
          </a:xfrm>
          <a:prstGeom prst="rect">
            <a:avLst/>
          </a:prstGeom>
          <a:noFill/>
          <a:ln>
            <a:noFill/>
          </a:ln>
        </p:spPr>
      </p:pic>
      <p:sp>
        <p:nvSpPr>
          <p:cNvPr id="18" name="文字方塊 17">
            <a:extLst>
              <a:ext uri="{FF2B5EF4-FFF2-40B4-BE49-F238E27FC236}">
                <a16:creationId xmlns:a16="http://schemas.microsoft.com/office/drawing/2014/main" id="{286F6F29-2332-3D9E-E40D-AF2D204D300D}"/>
              </a:ext>
            </a:extLst>
          </p:cNvPr>
          <p:cNvSpPr txBox="1"/>
          <p:nvPr userDrawn="1"/>
        </p:nvSpPr>
        <p:spPr>
          <a:xfrm>
            <a:off x="1346200" y="-1056222"/>
            <a:ext cx="3098800" cy="2646878"/>
          </a:xfrm>
          <a:prstGeom prst="rect">
            <a:avLst/>
          </a:prstGeom>
          <a:noFill/>
        </p:spPr>
        <p:txBody>
          <a:bodyPr wrap="square" rtlCol="0">
            <a:spAutoFit/>
          </a:bodyPr>
          <a:lstStyle/>
          <a:p>
            <a:r>
              <a:rPr kumimoji="1" lang="en-US" altLang="zh-TW"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1</a:t>
            </a:r>
            <a:r>
              <a:rPr kumimoji="1" lang="en-US" altLang="ja-JP"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2</a:t>
            </a:r>
            <a:r>
              <a:rPr kumimoji="1" lang="zh-TW"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9" name="文字方塊 18">
            <a:extLst>
              <a:ext uri="{FF2B5EF4-FFF2-40B4-BE49-F238E27FC236}">
                <a16:creationId xmlns:a16="http://schemas.microsoft.com/office/drawing/2014/main" id="{666ED131-2A2B-58C7-4569-0A0957402ACC}"/>
              </a:ext>
            </a:extLst>
          </p:cNvPr>
          <p:cNvSpPr txBox="1"/>
          <p:nvPr userDrawn="1"/>
        </p:nvSpPr>
        <p:spPr>
          <a:xfrm>
            <a:off x="2952115" y="355598"/>
            <a:ext cx="8080829" cy="892552"/>
          </a:xfrm>
          <a:prstGeom prst="rect">
            <a:avLst/>
          </a:prstGeom>
          <a:noFill/>
        </p:spPr>
        <p:txBody>
          <a:bodyPr wrap="square" rtlCol="0">
            <a:spAutoFit/>
          </a:bodyPr>
          <a:lstStyle/>
          <a:p>
            <a:r>
              <a:rPr kumimoji="1" lang="ja-JP" altLang="en-US"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中谷さんのデート</a:t>
            </a:r>
            <a:endParaRPr kumimoji="1" lang="en-US" altLang="ja-JP"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24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第十二課</a:t>
            </a:r>
          </a:p>
        </p:txBody>
      </p:sp>
    </p:spTree>
    <p:extLst>
      <p:ext uri="{BB962C8B-B14F-4D97-AF65-F5344CB8AC3E}">
        <p14:creationId xmlns:p14="http://schemas.microsoft.com/office/powerpoint/2010/main" val="2749409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663700" y="3424846"/>
            <a:ext cx="21031200" cy="5702416"/>
          </a:xfrm>
          <a:prstGeom prst="rect">
            <a:avLst/>
          </a:prstGeom>
        </p:spPr>
        <p:txBody>
          <a:bodyPr anchor="b">
            <a:normAutofit/>
          </a:bodyPr>
          <a:lstStyle>
            <a:lvl1pPr>
              <a:defRPr sz="12000" b="0"/>
            </a:lvl1pPr>
          </a:lstStyle>
          <a:p>
            <a:r>
              <a:rPr lang="zh-TW" altLang="en-US"/>
              <a:t>按一下以編輯母片標題樣式</a:t>
            </a:r>
            <a:endParaRPr lang="en-US"/>
          </a:p>
        </p:txBody>
      </p:sp>
      <p:sp>
        <p:nvSpPr>
          <p:cNvPr id="3" name="Text Placeholder 2"/>
          <p:cNvSpPr>
            <a:spLocks noGrp="1"/>
          </p:cNvSpPr>
          <p:nvPr>
            <p:ph type="body" idx="1"/>
          </p:nvPr>
        </p:nvSpPr>
        <p:spPr>
          <a:xfrm>
            <a:off x="1663700" y="9105267"/>
            <a:ext cx="21031200" cy="3000374"/>
          </a:xfrm>
          <a:prstGeom prst="rect">
            <a:avLst/>
          </a:prstGeom>
        </p:spPr>
        <p:txBody>
          <a:bodyPr anchor="t">
            <a:normAutofit/>
          </a:bodyPr>
          <a:lstStyle>
            <a:lvl1pPr marL="0" indent="0">
              <a:buNone/>
              <a:defRPr sz="4800">
                <a:solidFill>
                  <a:schemeClr val="tx1">
                    <a:lumMod val="75000"/>
                    <a:lumOff val="25000"/>
                  </a:schemeClr>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A50F84E2-2D7A-43CF-AC90-352A289A783A}" type="datetime1">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7496618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1690254"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12344400"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F12952B5-7A2F-4CC8-B7CE-9234E21C2837}" type="datetime1">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3861146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90254" y="3363701"/>
            <a:ext cx="10312400" cy="1651398"/>
          </a:xfrm>
          <a:prstGeom prst="rect">
            <a:avLst/>
          </a:prstGeom>
        </p:spPr>
        <p:txBody>
          <a:bodyPr anchor="b">
            <a:normAutofit/>
          </a:bodyPr>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4" name="Content Placeholder 3"/>
          <p:cNvSpPr>
            <a:spLocks noGrp="1"/>
          </p:cNvSpPr>
          <p:nvPr>
            <p:ph sz="half" idx="2"/>
          </p:nvPr>
        </p:nvSpPr>
        <p:spPr>
          <a:xfrm>
            <a:off x="1690254" y="5015101"/>
            <a:ext cx="10312400"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12344401" y="3363702"/>
            <a:ext cx="10363202" cy="1651396"/>
          </a:xfrm>
          <a:prstGeom prst="rect">
            <a:avLst/>
          </a:prstGeom>
        </p:spPr>
        <p:txBody>
          <a:bodyPr anchor="b"/>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6" name="Content Placeholder 5"/>
          <p:cNvSpPr>
            <a:spLocks noGrp="1"/>
          </p:cNvSpPr>
          <p:nvPr>
            <p:ph sz="quarter" idx="4"/>
          </p:nvPr>
        </p:nvSpPr>
        <p:spPr>
          <a:xfrm>
            <a:off x="12344401" y="5015101"/>
            <a:ext cx="10363202"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CE1DA07A-9201-4B4B-BAF2-015AFA30F520}" type="datetime1">
              <a:rPr lang="en-US" smtClean="0"/>
              <a:t>9/24/2025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10" name="Title 9"/>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593435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只有標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3D7E00A-486F-4252-8B1D-E32645521F49}" type="datetime1">
              <a:rPr lang="en-US" smtClean="0"/>
              <a:t>9/24/2025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6" name="Title 5"/>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669163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1">
              <a:rPr lang="en-US" smtClean="0"/>
              <a:t>9/24/2025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2466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1"/>
            <a:ext cx="7863840" cy="3200394"/>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Content Placeholder 2"/>
          <p:cNvSpPr>
            <a:spLocks noGrp="1"/>
          </p:cNvSpPr>
          <p:nvPr>
            <p:ph idx="1"/>
          </p:nvPr>
        </p:nvSpPr>
        <p:spPr>
          <a:xfrm>
            <a:off x="10363200" y="1981200"/>
            <a:ext cx="12344400" cy="975360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1682496" y="4114799"/>
            <a:ext cx="7863840" cy="7620002"/>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F6E2C9B-5FA2-460D-9BE7-B0812FC2A6FF}" type="datetime1">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0611787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0"/>
            <a:ext cx="7863840" cy="3200400"/>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Picture Placeholder 2"/>
          <p:cNvSpPr>
            <a:spLocks noGrp="1"/>
          </p:cNvSpPr>
          <p:nvPr>
            <p:ph type="pic" idx="1"/>
          </p:nvPr>
        </p:nvSpPr>
        <p:spPr>
          <a:xfrm>
            <a:off x="10363200" y="1981200"/>
            <a:ext cx="12344400" cy="975360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zh-TW" altLang="en-US"/>
              <a:t>按一下圖示以新增圖片</a:t>
            </a:r>
            <a:endParaRPr lang="en-US"/>
          </a:p>
        </p:txBody>
      </p:sp>
      <p:sp>
        <p:nvSpPr>
          <p:cNvPr id="4" name="Text Placeholder 3"/>
          <p:cNvSpPr>
            <a:spLocks noGrp="1"/>
          </p:cNvSpPr>
          <p:nvPr>
            <p:ph type="body" sz="half" idx="2"/>
          </p:nvPr>
        </p:nvSpPr>
        <p:spPr>
          <a:xfrm>
            <a:off x="1682496" y="4114800"/>
            <a:ext cx="7863840" cy="7620000"/>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D374940-A916-4C8B-9648-02A2D3898F9E}" type="datetime1">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34635085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90254" y="3657601"/>
            <a:ext cx="21031200" cy="8702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F4E5243-F52A-4D37-9694-EB26C6C31910}" type="datetime1">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7889867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20724"/>
            <a:ext cx="5257800" cy="11623676"/>
          </a:xfrm>
          <a:prstGeom prst="rect">
            <a:avLst/>
          </a:prstGeo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76400" y="720725"/>
            <a:ext cx="15468600" cy="11623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3A77B6E1-634A-48DC-9E8B-D894023267EF}" type="datetime1">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29946938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90254" y="731520"/>
            <a:ext cx="21031200" cy="2651124"/>
          </a:xfrm>
          <a:prstGeom prst="rect">
            <a:avLst/>
          </a:prstGeom>
        </p:spPr>
        <p:txBody>
          <a:bodyPr vert="horz" lIns="91440" tIns="45720" rIns="91440" bIns="45720" rtlCol="0" anchor="ctr">
            <a:normAutofit/>
          </a:bodyPr>
          <a:lstStyle/>
          <a:p>
            <a:r>
              <a:rPr lang="zh-TW" altLang="en-US"/>
              <a:t>按一下以編輯母片標題樣式</a:t>
            </a:r>
            <a:endParaRPr lang="en-US"/>
          </a:p>
        </p:txBody>
      </p:sp>
      <p:sp>
        <p:nvSpPr>
          <p:cNvPr id="3" name="Text Placeholder 2"/>
          <p:cNvSpPr>
            <a:spLocks noGrp="1"/>
          </p:cNvSpPr>
          <p:nvPr>
            <p:ph type="body" idx="1"/>
          </p:nvPr>
        </p:nvSpPr>
        <p:spPr>
          <a:xfrm>
            <a:off x="1690254" y="3657601"/>
            <a:ext cx="21031200" cy="8702674"/>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200">
                <a:solidFill>
                  <a:schemeClr val="tx1">
                    <a:lumMod val="65000"/>
                    <a:lumOff val="35000"/>
                  </a:schemeClr>
                </a:solidFill>
              </a:defRPr>
            </a:lvl1pPr>
          </a:lstStyle>
          <a:p>
            <a:fld id="{5586B75A-687E-405C-8A0B-8D00578BA2C3}" type="datetime1">
              <a:rPr lang="en-US" smtClean="0"/>
              <a:t>9/24/2025</a:t>
            </a:fld>
            <a:endParaRPr lang="en-US"/>
          </a:p>
        </p:txBody>
      </p:sp>
      <p:sp>
        <p:nvSpPr>
          <p:cNvPr id="5" name="Footer Placeholder 4"/>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7235054" y="12712701"/>
            <a:ext cx="5486400" cy="730250"/>
          </a:xfrm>
          <a:prstGeom prst="rect">
            <a:avLst/>
          </a:prstGeom>
        </p:spPr>
        <p:txBody>
          <a:bodyPr vert="horz" lIns="91440" tIns="45720" rIns="91440" bIns="45720" rtlCol="0" anchor="ctr"/>
          <a:lstStyle>
            <a:lvl1pPr algn="r">
              <a:defRPr sz="2200">
                <a:solidFill>
                  <a:schemeClr val="tx1">
                    <a:tint val="75000"/>
                  </a:schemeClr>
                </a:solidFill>
              </a:defRPr>
            </a:lvl1p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273332151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Wingdings 2" pitchFamily="18" charset="2"/>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Wingdings 2" pitchFamily="18" charset="2"/>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Wingdings 2" pitchFamily="18" charset="2"/>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5pPr>
      <a:lvl6pPr marL="50292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6pPr>
      <a:lvl7pPr marL="59436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7pPr>
      <a:lvl8pPr marL="68580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8pPr>
      <a:lvl9pPr marL="77724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1">
            <a:extLst>
              <a:ext uri="{FF2B5EF4-FFF2-40B4-BE49-F238E27FC236}">
                <a16:creationId xmlns:a16="http://schemas.microsoft.com/office/drawing/2014/main" id="{42978BFF-C9BA-D65A-A597-87A395CE7CCE}"/>
              </a:ext>
            </a:extLst>
          </p:cNvPr>
          <p:cNvSpPr>
            <a:spLocks noGrp="1" noRot="1" noMove="1" noResize="1" noEditPoints="1" noAdjustHandles="1" noChangeArrowheads="1" noChangeShapeType="1"/>
          </p:cNvSpPr>
          <p:nvPr>
            <p:ph type="body" sz="quarter" idx="13"/>
          </p:nvPr>
        </p:nvSpPr>
        <p:spPr>
          <a:xfrm>
            <a:off x="1679070" y="6660848"/>
            <a:ext cx="21314280" cy="5032117"/>
          </a:xfrm>
        </p:spPr>
        <p:txBody>
          <a:bodyPr numCol="2">
            <a:normAutofit/>
          </a:bodyPr>
          <a:lstStyle/>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～たびに</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～とか</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～くせに</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～かぎり</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～がち</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～てほしい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～たら</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～かねる </a:t>
            </a:r>
            <a:r>
              <a:rPr lang="en-US" altLang="ja-JP" sz="4800" dirty="0">
                <a:latin typeface="BIZ UDGothic" panose="020B0600070205080204" charset="-128"/>
                <a:ea typeface="BIZ UDGothic" panose="020B0600070205080204" charset="-128"/>
              </a:rPr>
              <a:t>vs. </a:t>
            </a:r>
            <a:r>
              <a:rPr lang="ja-JP" altLang="en-US" sz="4800" dirty="0">
                <a:latin typeface="BIZ UDGothic" panose="020B0600070205080204" charset="-128"/>
                <a:ea typeface="BIZ UDGothic" panose="020B0600070205080204" charset="-128"/>
              </a:rPr>
              <a:t>～かねない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～の中</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おかげで</a:t>
            </a:r>
          </a:p>
        </p:txBody>
      </p:sp>
      <p:sp>
        <p:nvSpPr>
          <p:cNvPr id="10" name="文字方塊 9">
            <a:extLst>
              <a:ext uri="{FF2B5EF4-FFF2-40B4-BE49-F238E27FC236}">
                <a16:creationId xmlns:a16="http://schemas.microsoft.com/office/drawing/2014/main" id="{ED9B722B-1BEB-4A9C-1D65-143E67B5ABB6}"/>
              </a:ext>
            </a:extLst>
          </p:cNvPr>
          <p:cNvSpPr txBox="1"/>
          <p:nvPr/>
        </p:nvSpPr>
        <p:spPr>
          <a:xfrm>
            <a:off x="1544081" y="-821209"/>
            <a:ext cx="3098800" cy="3770263"/>
          </a:xfrm>
          <a:prstGeom prst="rect">
            <a:avLst/>
          </a:prstGeom>
          <a:noFill/>
        </p:spPr>
        <p:txBody>
          <a:bodyPr wrap="square" rtlCol="0">
            <a:spAutoFit/>
          </a:bodyPr>
          <a:lstStyle/>
          <a:p>
            <a:r>
              <a:rPr kumimoji="1" lang="en-US" altLang="ja-JP" sz="138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12</a:t>
            </a:r>
            <a:r>
              <a:rPr kumimoji="1" lang="zh-TW"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3" name="文字方塊 12">
            <a:extLst>
              <a:ext uri="{FF2B5EF4-FFF2-40B4-BE49-F238E27FC236}">
                <a16:creationId xmlns:a16="http://schemas.microsoft.com/office/drawing/2014/main" id="{CE093256-7AFB-4FC3-3F91-43D09072FD5D}"/>
              </a:ext>
            </a:extLst>
          </p:cNvPr>
          <p:cNvSpPr txBox="1"/>
          <p:nvPr/>
        </p:nvSpPr>
        <p:spPr>
          <a:xfrm>
            <a:off x="4036785" y="1239585"/>
            <a:ext cx="8080829" cy="1261884"/>
          </a:xfrm>
          <a:prstGeom prst="rect">
            <a:avLst/>
          </a:prstGeom>
          <a:noFill/>
        </p:spPr>
        <p:txBody>
          <a:bodyPr wrap="square" rtlCol="0">
            <a:spAutoFit/>
          </a:bodyPr>
          <a:lstStyle/>
          <a:p>
            <a:r>
              <a:rPr kumimoji="1" lang="ja-JP" altLang="en-US"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中谷さんのデート</a:t>
            </a:r>
            <a:endParaRPr kumimoji="1" lang="en-US" altLang="ja-JP"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a:t>
            </a:r>
            <a:r>
              <a:rPr kumimoji="1" lang="ja-JP" altLang="en-US" sz="360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十二</a:t>
            </a:r>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課</a:t>
            </a:r>
          </a:p>
        </p:txBody>
      </p:sp>
    </p:spTree>
    <p:extLst>
      <p:ext uri="{BB962C8B-B14F-4D97-AF65-F5344CB8AC3E}">
        <p14:creationId xmlns:p14="http://schemas.microsoft.com/office/powerpoint/2010/main" val="169836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7872D-1093-C9AE-1C4D-097225EAFD5E}"/>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374FD597-BCE7-00A6-7D60-23419FE434AC}"/>
              </a:ext>
            </a:extLst>
          </p:cNvPr>
          <p:cNvSpPr txBox="1"/>
          <p:nvPr/>
        </p:nvSpPr>
        <p:spPr>
          <a:xfrm>
            <a:off x="1041143" y="2344617"/>
            <a:ext cx="22301713" cy="7260193"/>
          </a:xfrm>
          <a:prstGeom prst="rect">
            <a:avLst/>
          </a:prstGeom>
          <a:noFill/>
        </p:spPr>
        <p:txBody>
          <a:bodyPr wrap="square">
            <a:spAutoFit/>
          </a:bodyPr>
          <a:lstStyle/>
          <a:p>
            <a:pPr>
              <a:lnSpc>
                <a:spcPct val="200000"/>
              </a:lnSpc>
            </a:pPr>
            <a:r>
              <a:rPr lang="en-US" altLang="ja-JP" sz="4800" dirty="0"/>
              <a:t>1.	</a:t>
            </a:r>
            <a:r>
              <a:rPr lang="ja-JP" altLang="en-US" sz="4800" dirty="0"/>
              <a:t>この歌を</a:t>
            </a:r>
            <a:r>
              <a:rPr lang="ja-JP" altLang="en-US" sz="4800" u="sng" dirty="0"/>
              <a:t>　　　　　　　　　　　　　　　</a:t>
            </a:r>
            <a:r>
              <a:rPr lang="ja-JP" altLang="en-US" sz="4800" dirty="0"/>
              <a:t>、昔の恋人を思い出してしまう。</a:t>
            </a:r>
          </a:p>
          <a:p>
            <a:pPr>
              <a:lnSpc>
                <a:spcPct val="200000"/>
              </a:lnSpc>
            </a:pPr>
            <a:r>
              <a:rPr lang="en-US" altLang="ja-JP" sz="4800" dirty="0"/>
              <a:t>2.	</a:t>
            </a:r>
            <a:r>
              <a:rPr lang="ja-JP" altLang="en-US" sz="4800" dirty="0"/>
              <a:t>今夜はカレー</a:t>
            </a:r>
            <a:r>
              <a:rPr lang="ja-JP" altLang="en-US" sz="4800" u="sng" dirty="0"/>
              <a:t>　　　　　　　　　　　　　</a:t>
            </a:r>
            <a:r>
              <a:rPr lang="ja-JP" altLang="en-US" sz="4800" dirty="0"/>
              <a:t>など、子どもが好きなメニューを作ります。</a:t>
            </a:r>
          </a:p>
          <a:p>
            <a:pPr>
              <a:lnSpc>
                <a:spcPct val="200000"/>
              </a:lnSpc>
            </a:pPr>
            <a:r>
              <a:rPr lang="en-US" altLang="ja-JP" sz="4800" dirty="0"/>
              <a:t>3.	</a:t>
            </a:r>
            <a:r>
              <a:rPr lang="ja-JP" altLang="en-US" sz="4800" dirty="0"/>
              <a:t>彼は自分では何もしない</a:t>
            </a:r>
            <a:r>
              <a:rPr lang="ja-JP" altLang="en-US" sz="4800" u="sng" dirty="0"/>
              <a:t>　　　　　　　　　　　　　</a:t>
            </a:r>
            <a:r>
              <a:rPr lang="ja-JP" altLang="en-US" sz="4800" dirty="0"/>
              <a:t>、文句だけはよく言う。</a:t>
            </a:r>
          </a:p>
          <a:p>
            <a:pPr>
              <a:lnSpc>
                <a:spcPct val="200000"/>
              </a:lnSpc>
            </a:pPr>
            <a:r>
              <a:rPr lang="en-US" altLang="ja-JP" sz="4800" dirty="0"/>
              <a:t>4.	</a:t>
            </a:r>
            <a:r>
              <a:rPr lang="ja-JP" altLang="en-US" sz="4800" dirty="0"/>
              <a:t>体が</a:t>
            </a:r>
            <a:r>
              <a:rPr lang="ja-JP" altLang="en-US" sz="4800" u="sng" dirty="0"/>
              <a:t>　　　　　　　　　　　　　　　　　　</a:t>
            </a:r>
            <a:r>
              <a:rPr lang="ja-JP" altLang="en-US" sz="4800" dirty="0"/>
              <a:t>、できるだけ働きたいと思っている。</a:t>
            </a:r>
          </a:p>
          <a:p>
            <a:pPr>
              <a:lnSpc>
                <a:spcPct val="200000"/>
              </a:lnSpc>
            </a:pPr>
            <a:r>
              <a:rPr lang="en-US" altLang="ja-JP" sz="4800" dirty="0"/>
              <a:t>5.	</a:t>
            </a:r>
            <a:r>
              <a:rPr lang="ja-JP" altLang="en-US" sz="4800" dirty="0"/>
              <a:t>この季節は、風邪を</a:t>
            </a:r>
            <a:r>
              <a:rPr lang="ja-JP" altLang="en-US" sz="4800" u="sng" dirty="0"/>
              <a:t>　　　　　　　　　　　　　　　　　　</a:t>
            </a:r>
            <a:r>
              <a:rPr lang="ja-JP" altLang="en-US" sz="4800" dirty="0"/>
              <a:t>ので注意してください。</a:t>
            </a:r>
          </a:p>
        </p:txBody>
      </p:sp>
      <p:sp>
        <p:nvSpPr>
          <p:cNvPr id="2" name="標題 1">
            <a:extLst>
              <a:ext uri="{FF2B5EF4-FFF2-40B4-BE49-F238E27FC236}">
                <a16:creationId xmlns:a16="http://schemas.microsoft.com/office/drawing/2014/main" id="{A102FD66-8BD0-1E14-E28C-FB59174C6002}"/>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5">
            <a:extLst>
              <a:ext uri="{FF2B5EF4-FFF2-40B4-BE49-F238E27FC236}">
                <a16:creationId xmlns:a16="http://schemas.microsoft.com/office/drawing/2014/main" id="{8ED9AEA9-7C39-B296-4954-DC64A6C42725}"/>
              </a:ext>
            </a:extLst>
          </p:cNvPr>
          <p:cNvSpPr txBox="1"/>
          <p:nvPr/>
        </p:nvSpPr>
        <p:spPr>
          <a:xfrm>
            <a:off x="4576118" y="11873237"/>
            <a:ext cx="14646958" cy="830997"/>
          </a:xfrm>
          <a:prstGeom prst="rect">
            <a:avLst/>
          </a:prstGeom>
          <a:noFill/>
          <a:ln>
            <a:solidFill>
              <a:srgbClr val="000000"/>
            </a:solidFill>
          </a:ln>
        </p:spPr>
        <p:txBody>
          <a:bodyPr wrap="none" rtlCol="0">
            <a:spAutoFit/>
          </a:bodyPr>
          <a:lstStyle/>
          <a:p>
            <a:r>
              <a:rPr lang="ja-JP" altLang="en-US" sz="4800" dirty="0"/>
              <a:t>～かぎり　</a:t>
            </a:r>
            <a:r>
              <a:rPr lang="en-US" altLang="ja-JP" sz="4800" dirty="0"/>
              <a:t>/</a:t>
            </a:r>
            <a:r>
              <a:rPr lang="ja-JP" altLang="en-US" sz="4800" dirty="0"/>
              <a:t>　～がち　</a:t>
            </a:r>
            <a:r>
              <a:rPr lang="en-US" altLang="ja-JP" sz="4800" dirty="0"/>
              <a:t>/</a:t>
            </a:r>
            <a:r>
              <a:rPr lang="ja-JP" altLang="en-US" sz="4800" dirty="0"/>
              <a:t>　～くせに　</a:t>
            </a:r>
            <a:r>
              <a:rPr lang="en-US" altLang="ja-JP" sz="4800" dirty="0"/>
              <a:t>/</a:t>
            </a:r>
            <a:r>
              <a:rPr lang="ja-JP" altLang="en-US" sz="4800" dirty="0"/>
              <a:t>　～たびに　</a:t>
            </a:r>
            <a:r>
              <a:rPr lang="en-US" altLang="ja-JP" sz="4800" dirty="0"/>
              <a:t>/</a:t>
            </a:r>
            <a:r>
              <a:rPr lang="ja-JP" altLang="en-US" sz="4800" dirty="0"/>
              <a:t>　～とか</a:t>
            </a:r>
            <a:endParaRPr kumimoji="1" lang="ja-JP" altLang="en-US" sz="4800" dirty="0"/>
          </a:p>
        </p:txBody>
      </p:sp>
    </p:spTree>
    <p:extLst>
      <p:ext uri="{BB962C8B-B14F-4D97-AF65-F5344CB8AC3E}">
        <p14:creationId xmlns:p14="http://schemas.microsoft.com/office/powerpoint/2010/main" val="3330119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C3A63-588E-90DE-76C8-38F8C648C3F2}"/>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8DDFB81D-BAE0-7BE1-944C-890826625A68}"/>
              </a:ext>
            </a:extLst>
          </p:cNvPr>
          <p:cNvSpPr txBox="1"/>
          <p:nvPr/>
        </p:nvSpPr>
        <p:spPr>
          <a:xfrm>
            <a:off x="1041143" y="2344617"/>
            <a:ext cx="22301713" cy="7260193"/>
          </a:xfrm>
          <a:prstGeom prst="rect">
            <a:avLst/>
          </a:prstGeom>
          <a:noFill/>
        </p:spPr>
        <p:txBody>
          <a:bodyPr wrap="square">
            <a:spAutoFit/>
          </a:bodyPr>
          <a:lstStyle/>
          <a:p>
            <a:pPr>
              <a:lnSpc>
                <a:spcPct val="200000"/>
              </a:lnSpc>
            </a:pPr>
            <a:r>
              <a:rPr lang="en-US" altLang="ja-JP" sz="4800" dirty="0"/>
              <a:t>1.	</a:t>
            </a:r>
            <a:r>
              <a:rPr lang="ja-JP" altLang="en-US" sz="4800" dirty="0"/>
              <a:t>この歌を</a:t>
            </a:r>
            <a:r>
              <a:rPr lang="ja-JP" altLang="en-US" sz="4800" u="sng" dirty="0"/>
              <a:t>　　　　　　　　　　　　　　　</a:t>
            </a:r>
            <a:r>
              <a:rPr lang="ja-JP" altLang="en-US" sz="4800" dirty="0"/>
              <a:t>、昔の恋人を思い出してしまう。</a:t>
            </a:r>
          </a:p>
          <a:p>
            <a:pPr>
              <a:lnSpc>
                <a:spcPct val="200000"/>
              </a:lnSpc>
            </a:pPr>
            <a:r>
              <a:rPr lang="en-US" altLang="ja-JP" sz="4800" dirty="0"/>
              <a:t>2.	</a:t>
            </a:r>
            <a:r>
              <a:rPr lang="ja-JP" altLang="en-US" sz="4800" dirty="0"/>
              <a:t>今夜はカレー</a:t>
            </a:r>
            <a:r>
              <a:rPr lang="ja-JP" altLang="en-US" sz="4800" u="sng" dirty="0"/>
              <a:t>　　　　　　　　　　　　　</a:t>
            </a:r>
            <a:r>
              <a:rPr lang="ja-JP" altLang="en-US" sz="4800" dirty="0"/>
              <a:t>など、子どもが好きなメニューを作ります。</a:t>
            </a:r>
          </a:p>
          <a:p>
            <a:pPr>
              <a:lnSpc>
                <a:spcPct val="200000"/>
              </a:lnSpc>
            </a:pPr>
            <a:r>
              <a:rPr lang="en-US" altLang="ja-JP" sz="4800" dirty="0"/>
              <a:t>3.	</a:t>
            </a:r>
            <a:r>
              <a:rPr lang="ja-JP" altLang="en-US" sz="4800" dirty="0"/>
              <a:t>彼は自分では何もしない</a:t>
            </a:r>
            <a:r>
              <a:rPr lang="ja-JP" altLang="en-US" sz="4800" u="sng" dirty="0"/>
              <a:t>　　　　　　　　　　　　　</a:t>
            </a:r>
            <a:r>
              <a:rPr lang="ja-JP" altLang="en-US" sz="4800" dirty="0"/>
              <a:t>、文句だけはよく言う。</a:t>
            </a:r>
          </a:p>
          <a:p>
            <a:pPr>
              <a:lnSpc>
                <a:spcPct val="200000"/>
              </a:lnSpc>
            </a:pPr>
            <a:r>
              <a:rPr lang="en-US" altLang="ja-JP" sz="4800" dirty="0"/>
              <a:t>4.	</a:t>
            </a:r>
            <a:r>
              <a:rPr lang="ja-JP" altLang="en-US" sz="4800" dirty="0"/>
              <a:t>体が</a:t>
            </a:r>
            <a:r>
              <a:rPr lang="ja-JP" altLang="en-US" sz="4800" u="sng" dirty="0"/>
              <a:t>　　　　　　　　　　　　　　　　　　</a:t>
            </a:r>
            <a:r>
              <a:rPr lang="ja-JP" altLang="en-US" sz="4800" dirty="0"/>
              <a:t>、できるだけ働きたいと思っている。</a:t>
            </a:r>
          </a:p>
          <a:p>
            <a:pPr>
              <a:lnSpc>
                <a:spcPct val="200000"/>
              </a:lnSpc>
            </a:pPr>
            <a:r>
              <a:rPr lang="en-US" altLang="ja-JP" sz="4800" dirty="0"/>
              <a:t>5.	</a:t>
            </a:r>
            <a:r>
              <a:rPr lang="ja-JP" altLang="en-US" sz="4800" dirty="0"/>
              <a:t>この季節は、風邪を</a:t>
            </a:r>
            <a:r>
              <a:rPr lang="ja-JP" altLang="en-US" sz="4800" u="sng" dirty="0"/>
              <a:t>　　　　　　　　　　　　　　　　　　</a:t>
            </a:r>
            <a:r>
              <a:rPr lang="ja-JP" altLang="en-US" sz="4800" dirty="0"/>
              <a:t>ので注意してください。</a:t>
            </a:r>
          </a:p>
        </p:txBody>
      </p:sp>
      <p:sp>
        <p:nvSpPr>
          <p:cNvPr id="2" name="標題 1">
            <a:extLst>
              <a:ext uri="{FF2B5EF4-FFF2-40B4-BE49-F238E27FC236}">
                <a16:creationId xmlns:a16="http://schemas.microsoft.com/office/drawing/2014/main" id="{2403E4F7-3411-0E70-1604-727BE0F4C824}"/>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5">
            <a:extLst>
              <a:ext uri="{FF2B5EF4-FFF2-40B4-BE49-F238E27FC236}">
                <a16:creationId xmlns:a16="http://schemas.microsoft.com/office/drawing/2014/main" id="{D1C40E0C-DFC5-3F9A-EE8A-3FB39C5DE571}"/>
              </a:ext>
            </a:extLst>
          </p:cNvPr>
          <p:cNvSpPr txBox="1"/>
          <p:nvPr/>
        </p:nvSpPr>
        <p:spPr>
          <a:xfrm>
            <a:off x="4576118" y="11873237"/>
            <a:ext cx="14646958" cy="830997"/>
          </a:xfrm>
          <a:prstGeom prst="rect">
            <a:avLst/>
          </a:prstGeom>
          <a:noFill/>
          <a:ln>
            <a:solidFill>
              <a:srgbClr val="000000"/>
            </a:solidFill>
          </a:ln>
        </p:spPr>
        <p:txBody>
          <a:bodyPr wrap="none" rtlCol="0">
            <a:spAutoFit/>
          </a:bodyPr>
          <a:lstStyle/>
          <a:p>
            <a:r>
              <a:rPr lang="ja-JP" altLang="en-US" sz="4800" dirty="0"/>
              <a:t>～かぎり　</a:t>
            </a:r>
            <a:r>
              <a:rPr lang="en-US" altLang="ja-JP" sz="4800" dirty="0"/>
              <a:t>/</a:t>
            </a:r>
            <a:r>
              <a:rPr lang="ja-JP" altLang="en-US" sz="4800" dirty="0"/>
              <a:t>　～がち　</a:t>
            </a:r>
            <a:r>
              <a:rPr lang="en-US" altLang="ja-JP" sz="4800" dirty="0"/>
              <a:t>/</a:t>
            </a:r>
            <a:r>
              <a:rPr lang="ja-JP" altLang="en-US" sz="4800" dirty="0"/>
              <a:t>　～くせに　</a:t>
            </a:r>
            <a:r>
              <a:rPr lang="en-US" altLang="ja-JP" sz="4800" dirty="0"/>
              <a:t>/</a:t>
            </a:r>
            <a:r>
              <a:rPr lang="ja-JP" altLang="en-US" sz="4800" dirty="0"/>
              <a:t>　～たびに　</a:t>
            </a:r>
            <a:r>
              <a:rPr lang="en-US" altLang="ja-JP" sz="4800" dirty="0"/>
              <a:t>/</a:t>
            </a:r>
            <a:r>
              <a:rPr lang="ja-JP" altLang="en-US" sz="4800" dirty="0"/>
              <a:t>　～とか</a:t>
            </a:r>
            <a:endParaRPr kumimoji="1" lang="ja-JP" altLang="en-US" sz="4800" dirty="0"/>
          </a:p>
        </p:txBody>
      </p:sp>
      <p:sp>
        <p:nvSpPr>
          <p:cNvPr id="15" name="文字方塊 6">
            <a:extLst>
              <a:ext uri="{FF2B5EF4-FFF2-40B4-BE49-F238E27FC236}">
                <a16:creationId xmlns:a16="http://schemas.microsoft.com/office/drawing/2014/main" id="{0D9FDE48-498C-673B-F241-58FE4BB7831E}"/>
              </a:ext>
            </a:extLst>
          </p:cNvPr>
          <p:cNvSpPr txBox="1"/>
          <p:nvPr/>
        </p:nvSpPr>
        <p:spPr>
          <a:xfrm>
            <a:off x="5033318" y="2733358"/>
            <a:ext cx="2916183" cy="830997"/>
          </a:xfrm>
          <a:prstGeom prst="rect">
            <a:avLst/>
          </a:prstGeom>
          <a:noFill/>
        </p:spPr>
        <p:txBody>
          <a:bodyPr wrap="none" rtlCol="0">
            <a:spAutoFit/>
          </a:bodyPr>
          <a:lstStyle/>
          <a:p>
            <a:r>
              <a:rPr kumimoji="1" lang="ja-JP" altLang="en-US" sz="4800" b="1" dirty="0">
                <a:solidFill>
                  <a:srgbClr val="1C85C9"/>
                </a:solidFill>
              </a:rPr>
              <a:t>聞くたびに</a:t>
            </a:r>
          </a:p>
        </p:txBody>
      </p:sp>
      <p:sp>
        <p:nvSpPr>
          <p:cNvPr id="16" name="文字方塊 6">
            <a:extLst>
              <a:ext uri="{FF2B5EF4-FFF2-40B4-BE49-F238E27FC236}">
                <a16:creationId xmlns:a16="http://schemas.microsoft.com/office/drawing/2014/main" id="{73ABF9D1-3138-B9F2-1D18-3C5DBCFE3366}"/>
              </a:ext>
            </a:extLst>
          </p:cNvPr>
          <p:cNvSpPr txBox="1"/>
          <p:nvPr/>
        </p:nvSpPr>
        <p:spPr>
          <a:xfrm>
            <a:off x="5864291" y="4215555"/>
            <a:ext cx="4209807" cy="830997"/>
          </a:xfrm>
          <a:prstGeom prst="rect">
            <a:avLst/>
          </a:prstGeom>
          <a:noFill/>
        </p:spPr>
        <p:txBody>
          <a:bodyPr wrap="none" rtlCol="0">
            <a:spAutoFit/>
          </a:bodyPr>
          <a:lstStyle/>
          <a:p>
            <a:r>
              <a:rPr kumimoji="1" lang="ja-JP" altLang="en-US" sz="4800" b="1" dirty="0">
                <a:solidFill>
                  <a:srgbClr val="1C85C9"/>
                </a:solidFill>
              </a:rPr>
              <a:t>とかハンバーグ</a:t>
            </a:r>
          </a:p>
        </p:txBody>
      </p:sp>
      <p:sp>
        <p:nvSpPr>
          <p:cNvPr id="17" name="文字方塊 6">
            <a:extLst>
              <a:ext uri="{FF2B5EF4-FFF2-40B4-BE49-F238E27FC236}">
                <a16:creationId xmlns:a16="http://schemas.microsoft.com/office/drawing/2014/main" id="{62C522B6-B509-FE2E-34AC-D63CC8862E81}"/>
              </a:ext>
            </a:extLst>
          </p:cNvPr>
          <p:cNvSpPr txBox="1"/>
          <p:nvPr/>
        </p:nvSpPr>
        <p:spPr>
          <a:xfrm>
            <a:off x="9700568" y="5697752"/>
            <a:ext cx="1750800" cy="830997"/>
          </a:xfrm>
          <a:prstGeom prst="rect">
            <a:avLst/>
          </a:prstGeom>
          <a:noFill/>
        </p:spPr>
        <p:txBody>
          <a:bodyPr wrap="none" rtlCol="0">
            <a:spAutoFit/>
          </a:bodyPr>
          <a:lstStyle/>
          <a:p>
            <a:r>
              <a:rPr kumimoji="1" lang="ja-JP" altLang="en-US" sz="4800" b="1" dirty="0">
                <a:solidFill>
                  <a:srgbClr val="1C85C9"/>
                </a:solidFill>
              </a:rPr>
              <a:t>くせに</a:t>
            </a:r>
          </a:p>
        </p:txBody>
      </p:sp>
      <p:sp>
        <p:nvSpPr>
          <p:cNvPr id="18" name="文字方塊 6">
            <a:extLst>
              <a:ext uri="{FF2B5EF4-FFF2-40B4-BE49-F238E27FC236}">
                <a16:creationId xmlns:a16="http://schemas.microsoft.com/office/drawing/2014/main" id="{C8B4C99B-3A3F-4ED9-79E7-B7D438201FAE}"/>
              </a:ext>
            </a:extLst>
          </p:cNvPr>
          <p:cNvSpPr txBox="1"/>
          <p:nvPr/>
        </p:nvSpPr>
        <p:spPr>
          <a:xfrm>
            <a:off x="4687309" y="7071314"/>
            <a:ext cx="3618298" cy="830997"/>
          </a:xfrm>
          <a:prstGeom prst="rect">
            <a:avLst/>
          </a:prstGeom>
          <a:noFill/>
        </p:spPr>
        <p:txBody>
          <a:bodyPr wrap="none" rtlCol="0">
            <a:spAutoFit/>
          </a:bodyPr>
          <a:lstStyle/>
          <a:p>
            <a:r>
              <a:rPr kumimoji="1" lang="ja-JP" altLang="en-US" sz="4800" b="1" dirty="0">
                <a:solidFill>
                  <a:srgbClr val="1C85C9"/>
                </a:solidFill>
              </a:rPr>
              <a:t>元気なかぎり</a:t>
            </a:r>
          </a:p>
        </p:txBody>
      </p:sp>
      <p:sp>
        <p:nvSpPr>
          <p:cNvPr id="19" name="文字方塊 6">
            <a:extLst>
              <a:ext uri="{FF2B5EF4-FFF2-40B4-BE49-F238E27FC236}">
                <a16:creationId xmlns:a16="http://schemas.microsoft.com/office/drawing/2014/main" id="{0264D410-2708-292E-CB02-56AABD20AB7E}"/>
              </a:ext>
            </a:extLst>
          </p:cNvPr>
          <p:cNvSpPr txBox="1"/>
          <p:nvPr/>
        </p:nvSpPr>
        <p:spPr>
          <a:xfrm>
            <a:off x="8439005" y="8553511"/>
            <a:ext cx="3012363" cy="830997"/>
          </a:xfrm>
          <a:prstGeom prst="rect">
            <a:avLst/>
          </a:prstGeom>
          <a:noFill/>
        </p:spPr>
        <p:txBody>
          <a:bodyPr wrap="none" rtlCol="0">
            <a:spAutoFit/>
          </a:bodyPr>
          <a:lstStyle/>
          <a:p>
            <a:r>
              <a:rPr kumimoji="1" lang="ja-JP" altLang="en-US" sz="4800" b="1" dirty="0">
                <a:solidFill>
                  <a:srgbClr val="1C85C9"/>
                </a:solidFill>
              </a:rPr>
              <a:t>ひきがちな</a:t>
            </a:r>
          </a:p>
        </p:txBody>
      </p:sp>
    </p:spTree>
    <p:extLst>
      <p:ext uri="{BB962C8B-B14F-4D97-AF65-F5344CB8AC3E}">
        <p14:creationId xmlns:p14="http://schemas.microsoft.com/office/powerpoint/2010/main" val="2149005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931B4-CB59-599A-B0FB-F6B85732BC52}"/>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9BA442E7-0369-F471-6995-09959075157F}"/>
              </a:ext>
            </a:extLst>
          </p:cNvPr>
          <p:cNvSpPr txBox="1"/>
          <p:nvPr/>
        </p:nvSpPr>
        <p:spPr>
          <a:xfrm>
            <a:off x="1041143" y="2344617"/>
            <a:ext cx="22301713" cy="7260193"/>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私はあなたにもう一度</a:t>
            </a:r>
            <a:r>
              <a:rPr lang="ja-JP" altLang="en-US" sz="4800" u="sng" dirty="0"/>
              <a:t>　　　　　　　　　　　　　　　　</a:t>
            </a:r>
            <a:r>
              <a:rPr lang="ja-JP" altLang="en-US" sz="4800" dirty="0"/>
              <a:t>と思っている。「～てほしい」</a:t>
            </a:r>
          </a:p>
          <a:p>
            <a:pPr marL="914400" indent="-914400">
              <a:lnSpc>
                <a:spcPct val="200000"/>
              </a:lnSpc>
              <a:buFont typeface="+mj-lt"/>
              <a:buAutoNum type="arabicPeriod" startAt="6"/>
            </a:pPr>
            <a:r>
              <a:rPr lang="ja-JP" altLang="en-US" sz="4800" dirty="0"/>
              <a:t>時間が</a:t>
            </a:r>
            <a:r>
              <a:rPr lang="ja-JP" altLang="en-US" sz="4800" u="sng" dirty="0"/>
              <a:t>　　　　　　　　　　　</a:t>
            </a:r>
            <a:r>
              <a:rPr lang="ja-JP" altLang="en-US" sz="4800" dirty="0"/>
              <a:t>一緒に映画でも行かない？　「～たら」</a:t>
            </a:r>
          </a:p>
          <a:p>
            <a:pPr marL="914400" indent="-914400">
              <a:lnSpc>
                <a:spcPct val="200000"/>
              </a:lnSpc>
              <a:buFont typeface="+mj-lt"/>
              <a:buAutoNum type="arabicPeriod" startAt="6"/>
            </a:pPr>
            <a:r>
              <a:rPr lang="ja-JP" altLang="en-US" sz="4800" dirty="0"/>
              <a:t>このような行為は誤解を</a:t>
            </a:r>
            <a:r>
              <a:rPr lang="ja-JP" altLang="en-US" sz="4800" u="sng" dirty="0"/>
              <a:t>　　　　　　　　　　　　　</a:t>
            </a:r>
            <a:r>
              <a:rPr lang="ja-JP" altLang="en-US" sz="4800" dirty="0"/>
              <a:t>ので、注意が必要です。「～かねない」</a:t>
            </a:r>
          </a:p>
          <a:p>
            <a:pPr marL="914400" indent="-914400">
              <a:lnSpc>
                <a:spcPct val="200000"/>
              </a:lnSpc>
              <a:buFont typeface="+mj-lt"/>
              <a:buAutoNum type="arabicPeriod" startAt="6"/>
            </a:pPr>
            <a:r>
              <a:rPr lang="ja-JP" altLang="en-US" sz="4800" u="sng" dirty="0"/>
              <a:t>　　　　　　　　　　　</a:t>
            </a:r>
            <a:r>
              <a:rPr lang="ja-JP" altLang="en-US" sz="4800" dirty="0"/>
              <a:t>、わざわざご足労いただきありがとうございます。「～中」</a:t>
            </a:r>
          </a:p>
          <a:p>
            <a:pPr marL="914400" indent="-914400">
              <a:lnSpc>
                <a:spcPct val="200000"/>
              </a:lnSpc>
              <a:buFont typeface="+mj-lt"/>
              <a:buAutoNum type="arabicPeriod" startAt="6"/>
            </a:pPr>
            <a:r>
              <a:rPr lang="ja-JP" altLang="en-US" sz="4800" u="sng" dirty="0"/>
              <a:t>　　　　　　　　　　　　　　　　　　</a:t>
            </a:r>
            <a:r>
              <a:rPr lang="ja-JP" altLang="en-US" sz="4800" dirty="0"/>
              <a:t>、今の自分があると思っています。「おかげで」</a:t>
            </a:r>
          </a:p>
        </p:txBody>
      </p:sp>
      <p:sp>
        <p:nvSpPr>
          <p:cNvPr id="2" name="標題 1">
            <a:extLst>
              <a:ext uri="{FF2B5EF4-FFF2-40B4-BE49-F238E27FC236}">
                <a16:creationId xmlns:a16="http://schemas.microsoft.com/office/drawing/2014/main" id="{82238770-7AB1-6DCC-E8E6-DFA04537888F}"/>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880434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A4C70-EBE6-9123-7C27-3A36DA35ABD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6B17C251-C1E9-C803-C459-037BEC494509}"/>
              </a:ext>
            </a:extLst>
          </p:cNvPr>
          <p:cNvSpPr txBox="1"/>
          <p:nvPr/>
        </p:nvSpPr>
        <p:spPr>
          <a:xfrm>
            <a:off x="1041143" y="2344617"/>
            <a:ext cx="22301713" cy="7260193"/>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私はあなたにもう一度</a:t>
            </a:r>
            <a:r>
              <a:rPr lang="ja-JP" altLang="en-US" sz="4800" u="sng" dirty="0"/>
              <a:t>　　　　　　　　　　　　　　　　</a:t>
            </a:r>
            <a:r>
              <a:rPr lang="ja-JP" altLang="en-US" sz="4800" dirty="0"/>
              <a:t>と思っている。「～てほしい」</a:t>
            </a:r>
          </a:p>
          <a:p>
            <a:pPr marL="914400" indent="-914400">
              <a:lnSpc>
                <a:spcPct val="200000"/>
              </a:lnSpc>
              <a:buFont typeface="+mj-lt"/>
              <a:buAutoNum type="arabicPeriod" startAt="6"/>
            </a:pPr>
            <a:r>
              <a:rPr lang="ja-JP" altLang="en-US" sz="4800" dirty="0"/>
              <a:t>時間が</a:t>
            </a:r>
            <a:r>
              <a:rPr lang="ja-JP" altLang="en-US" sz="4800" u="sng" dirty="0"/>
              <a:t>　　　　　　　　　　　</a:t>
            </a:r>
            <a:r>
              <a:rPr lang="ja-JP" altLang="en-US" sz="4800" dirty="0"/>
              <a:t>一緒に映画でも行かない？　「～たら」</a:t>
            </a:r>
          </a:p>
          <a:p>
            <a:pPr marL="914400" indent="-914400">
              <a:lnSpc>
                <a:spcPct val="200000"/>
              </a:lnSpc>
              <a:buFont typeface="+mj-lt"/>
              <a:buAutoNum type="arabicPeriod" startAt="6"/>
            </a:pPr>
            <a:r>
              <a:rPr lang="ja-JP" altLang="en-US" sz="4800" dirty="0"/>
              <a:t>このような行為は誤解を</a:t>
            </a:r>
            <a:r>
              <a:rPr lang="ja-JP" altLang="en-US" sz="4800" u="sng" dirty="0"/>
              <a:t>　　　　　　　　　　　　　</a:t>
            </a:r>
            <a:r>
              <a:rPr lang="ja-JP" altLang="en-US" sz="4800" dirty="0"/>
              <a:t>ので、注意が必要です。「～かねない」</a:t>
            </a:r>
          </a:p>
          <a:p>
            <a:pPr marL="914400" indent="-914400">
              <a:lnSpc>
                <a:spcPct val="200000"/>
              </a:lnSpc>
              <a:buFont typeface="+mj-lt"/>
              <a:buAutoNum type="arabicPeriod" startAt="6"/>
            </a:pPr>
            <a:r>
              <a:rPr lang="ja-JP" altLang="en-US" sz="4800" u="sng" dirty="0"/>
              <a:t>　　　　　　　　　　　</a:t>
            </a:r>
            <a:r>
              <a:rPr lang="ja-JP" altLang="en-US" sz="4800" dirty="0"/>
              <a:t>、わざわざご足労いただきありがとうございます。「～中」</a:t>
            </a:r>
          </a:p>
          <a:p>
            <a:pPr marL="914400" indent="-914400">
              <a:lnSpc>
                <a:spcPct val="200000"/>
              </a:lnSpc>
              <a:buFont typeface="+mj-lt"/>
              <a:buAutoNum type="arabicPeriod" startAt="6"/>
            </a:pPr>
            <a:r>
              <a:rPr lang="ja-JP" altLang="en-US" sz="4800" u="sng" dirty="0"/>
              <a:t>　　　　　　　　　　　　　　　　　　</a:t>
            </a:r>
            <a:r>
              <a:rPr lang="ja-JP" altLang="en-US" sz="4800" dirty="0"/>
              <a:t>、今の自分があると思っています。「おかげで」</a:t>
            </a:r>
          </a:p>
        </p:txBody>
      </p:sp>
      <p:sp>
        <p:nvSpPr>
          <p:cNvPr id="2" name="標題 1">
            <a:extLst>
              <a:ext uri="{FF2B5EF4-FFF2-40B4-BE49-F238E27FC236}">
                <a16:creationId xmlns:a16="http://schemas.microsoft.com/office/drawing/2014/main" id="{99A6D2CA-E744-1787-823B-E4736903708F}"/>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6">
            <a:extLst>
              <a:ext uri="{FF2B5EF4-FFF2-40B4-BE49-F238E27FC236}">
                <a16:creationId xmlns:a16="http://schemas.microsoft.com/office/drawing/2014/main" id="{10A6551E-243A-DBFA-33B2-D75F15BAF968}"/>
              </a:ext>
            </a:extLst>
          </p:cNvPr>
          <p:cNvSpPr txBox="1"/>
          <p:nvPr/>
        </p:nvSpPr>
        <p:spPr>
          <a:xfrm>
            <a:off x="7982192" y="2577255"/>
            <a:ext cx="4594528" cy="830997"/>
          </a:xfrm>
          <a:prstGeom prst="rect">
            <a:avLst/>
          </a:prstGeom>
          <a:noFill/>
        </p:spPr>
        <p:txBody>
          <a:bodyPr wrap="none" rtlCol="0">
            <a:spAutoFit/>
          </a:bodyPr>
          <a:lstStyle/>
          <a:p>
            <a:r>
              <a:rPr kumimoji="1" lang="ja-JP" altLang="en-US" sz="4800" b="1" dirty="0">
                <a:solidFill>
                  <a:srgbClr val="1C85C9"/>
                </a:solidFill>
              </a:rPr>
              <a:t>やり直してほしい</a:t>
            </a:r>
          </a:p>
        </p:txBody>
      </p:sp>
      <p:sp>
        <p:nvSpPr>
          <p:cNvPr id="4" name="文字方塊 6">
            <a:extLst>
              <a:ext uri="{FF2B5EF4-FFF2-40B4-BE49-F238E27FC236}">
                <a16:creationId xmlns:a16="http://schemas.microsoft.com/office/drawing/2014/main" id="{358D78C8-84E5-9B38-FD7D-67705C001C7D}"/>
              </a:ext>
            </a:extLst>
          </p:cNvPr>
          <p:cNvSpPr txBox="1"/>
          <p:nvPr/>
        </p:nvSpPr>
        <p:spPr>
          <a:xfrm>
            <a:off x="4073591" y="4199352"/>
            <a:ext cx="2334293" cy="830997"/>
          </a:xfrm>
          <a:prstGeom prst="rect">
            <a:avLst/>
          </a:prstGeom>
          <a:noFill/>
        </p:spPr>
        <p:txBody>
          <a:bodyPr wrap="none" rtlCol="0">
            <a:spAutoFit/>
          </a:bodyPr>
          <a:lstStyle/>
          <a:p>
            <a:r>
              <a:rPr kumimoji="1" lang="ja-JP" altLang="en-US" sz="4800" b="1" dirty="0">
                <a:solidFill>
                  <a:srgbClr val="1C85C9"/>
                </a:solidFill>
              </a:rPr>
              <a:t>あったら</a:t>
            </a:r>
          </a:p>
        </p:txBody>
      </p:sp>
      <p:sp>
        <p:nvSpPr>
          <p:cNvPr id="5" name="文字方塊 6">
            <a:extLst>
              <a:ext uri="{FF2B5EF4-FFF2-40B4-BE49-F238E27FC236}">
                <a16:creationId xmlns:a16="http://schemas.microsoft.com/office/drawing/2014/main" id="{8092276E-0427-72B6-DDD2-187EDF47E9E6}"/>
              </a:ext>
            </a:extLst>
          </p:cNvPr>
          <p:cNvSpPr txBox="1"/>
          <p:nvPr/>
        </p:nvSpPr>
        <p:spPr>
          <a:xfrm>
            <a:off x="8378134" y="5675533"/>
            <a:ext cx="3802644" cy="830997"/>
          </a:xfrm>
          <a:prstGeom prst="rect">
            <a:avLst/>
          </a:prstGeom>
          <a:noFill/>
        </p:spPr>
        <p:txBody>
          <a:bodyPr wrap="none" rtlCol="0">
            <a:spAutoFit/>
          </a:bodyPr>
          <a:lstStyle/>
          <a:p>
            <a:r>
              <a:rPr kumimoji="1" lang="ja-JP" altLang="en-US" sz="4800" b="1" dirty="0">
                <a:solidFill>
                  <a:srgbClr val="1C85C9"/>
                </a:solidFill>
              </a:rPr>
              <a:t>生みかねない</a:t>
            </a:r>
          </a:p>
        </p:txBody>
      </p:sp>
      <p:sp>
        <p:nvSpPr>
          <p:cNvPr id="6" name="文字方塊 6">
            <a:extLst>
              <a:ext uri="{FF2B5EF4-FFF2-40B4-BE49-F238E27FC236}">
                <a16:creationId xmlns:a16="http://schemas.microsoft.com/office/drawing/2014/main" id="{7D4C080E-03E8-36C8-BB71-D6867934D58B}"/>
              </a:ext>
            </a:extLst>
          </p:cNvPr>
          <p:cNvSpPr txBox="1"/>
          <p:nvPr/>
        </p:nvSpPr>
        <p:spPr>
          <a:xfrm>
            <a:off x="2173872" y="7131830"/>
            <a:ext cx="3066865" cy="830997"/>
          </a:xfrm>
          <a:prstGeom prst="rect">
            <a:avLst/>
          </a:prstGeom>
          <a:noFill/>
        </p:spPr>
        <p:txBody>
          <a:bodyPr wrap="none" rtlCol="0">
            <a:spAutoFit/>
          </a:bodyPr>
          <a:lstStyle/>
          <a:p>
            <a:r>
              <a:rPr kumimoji="1" lang="ja-JP" altLang="en-US" sz="4800" b="1" dirty="0">
                <a:solidFill>
                  <a:srgbClr val="1C85C9"/>
                </a:solidFill>
              </a:rPr>
              <a:t>お忙しい中</a:t>
            </a:r>
          </a:p>
        </p:txBody>
      </p:sp>
      <p:sp>
        <p:nvSpPr>
          <p:cNvPr id="7" name="文字方塊 6">
            <a:extLst>
              <a:ext uri="{FF2B5EF4-FFF2-40B4-BE49-F238E27FC236}">
                <a16:creationId xmlns:a16="http://schemas.microsoft.com/office/drawing/2014/main" id="{187F8665-746B-A237-6DAE-DDA7DBC67924}"/>
              </a:ext>
            </a:extLst>
          </p:cNvPr>
          <p:cNvSpPr txBox="1"/>
          <p:nvPr/>
        </p:nvSpPr>
        <p:spPr>
          <a:xfrm>
            <a:off x="1901891" y="8368320"/>
            <a:ext cx="7319632" cy="830997"/>
          </a:xfrm>
          <a:prstGeom prst="rect">
            <a:avLst/>
          </a:prstGeom>
          <a:noFill/>
        </p:spPr>
        <p:txBody>
          <a:bodyPr wrap="none" rtlCol="0">
            <a:spAutoFit/>
          </a:bodyPr>
          <a:lstStyle/>
          <a:p>
            <a:r>
              <a:rPr kumimoji="1" lang="ja-JP" altLang="en-US" sz="4800" b="1" dirty="0">
                <a:solidFill>
                  <a:srgbClr val="1C85C9"/>
                </a:solidFill>
              </a:rPr>
              <a:t>あの先生に会えたおかげで</a:t>
            </a:r>
          </a:p>
        </p:txBody>
      </p:sp>
    </p:spTree>
    <p:extLst>
      <p:ext uri="{BB962C8B-B14F-4D97-AF65-F5344CB8AC3E}">
        <p14:creationId xmlns:p14="http://schemas.microsoft.com/office/powerpoint/2010/main" val="3061985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482E-7812-EAAF-8E06-502F877D3105}"/>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B496C4D5-B9D6-E310-239F-160421EC28E2}"/>
              </a:ext>
            </a:extLst>
          </p:cNvPr>
          <p:cNvSpPr txBox="1"/>
          <p:nvPr/>
        </p:nvSpPr>
        <p:spPr>
          <a:xfrm>
            <a:off x="1041143" y="2048947"/>
            <a:ext cx="22301713" cy="3416320"/>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中谷さんがデートで体調を崩した原因は何ですか。</a:t>
            </a:r>
          </a:p>
          <a:p>
            <a:pPr algn="just"/>
            <a:endParaRPr lang="en-US" altLang="ja-JP" sz="4800" b="1" dirty="0"/>
          </a:p>
          <a:p>
            <a:pPr algn="just"/>
            <a:endParaRPr lang="en-US" altLang="ja-JP" sz="4800" b="1" dirty="0"/>
          </a:p>
        </p:txBody>
      </p:sp>
      <p:sp>
        <p:nvSpPr>
          <p:cNvPr id="3" name="標題 1">
            <a:extLst>
              <a:ext uri="{FF2B5EF4-FFF2-40B4-BE49-F238E27FC236}">
                <a16:creationId xmlns:a16="http://schemas.microsoft.com/office/drawing/2014/main" id="{A18C129A-E453-6526-746D-02E277AB2982}"/>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1115666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D37D0-1F5C-E2F5-5621-6869245E8074}"/>
            </a:ext>
          </a:extLst>
        </p:cNvPr>
        <p:cNvGrpSpPr/>
        <p:nvPr/>
      </p:nvGrpSpPr>
      <p:grpSpPr>
        <a:xfrm>
          <a:off x="0" y="0"/>
          <a:ext cx="0" cy="0"/>
          <a:chOff x="0" y="0"/>
          <a:chExt cx="0" cy="0"/>
        </a:xfrm>
      </p:grpSpPr>
      <p:sp>
        <p:nvSpPr>
          <p:cNvPr id="4" name="文字方塊 3">
            <a:extLst>
              <a:ext uri="{FF2B5EF4-FFF2-40B4-BE49-F238E27FC236}">
                <a16:creationId xmlns:a16="http://schemas.microsoft.com/office/drawing/2014/main" id="{7CF0AAA5-7B5F-5A35-EF73-2142F862E9C8}"/>
              </a:ext>
            </a:extLst>
          </p:cNvPr>
          <p:cNvSpPr txBox="1"/>
          <p:nvPr/>
        </p:nvSpPr>
        <p:spPr>
          <a:xfrm>
            <a:off x="1041143" y="2048947"/>
            <a:ext cx="22301713" cy="4524315"/>
          </a:xfrm>
          <a:prstGeom prst="rect">
            <a:avLst/>
          </a:prstGeom>
          <a:noFill/>
        </p:spPr>
        <p:txBody>
          <a:bodyPr wrap="square">
            <a:spAutoFit/>
          </a:bodyPr>
          <a:lstStyle/>
          <a:p>
            <a:pPr algn="just">
              <a:buNone/>
            </a:pPr>
            <a:r>
              <a:rPr lang="ja-JP" altLang="en-US" sz="4800" b="1" dirty="0"/>
              <a:t>問題１</a:t>
            </a:r>
          </a:p>
          <a:p>
            <a:pPr algn="just">
              <a:lnSpc>
                <a:spcPct val="150000"/>
              </a:lnSpc>
            </a:pPr>
            <a:r>
              <a:rPr lang="ja-JP" altLang="en-US" sz="4800" dirty="0"/>
              <a:t>中谷さんがデートで体調を崩した原因は何ですか。</a:t>
            </a:r>
          </a:p>
          <a:p>
            <a:pPr lvl="1" algn="just">
              <a:lnSpc>
                <a:spcPct val="150000"/>
              </a:lnSpc>
            </a:pPr>
            <a:r>
              <a:rPr lang="ja-JP" altLang="en-US" sz="4800" dirty="0">
                <a:solidFill>
                  <a:srgbClr val="1C85C9"/>
                </a:solidFill>
              </a:rPr>
              <a:t>正解：雨の中で長時間待っていたから</a:t>
            </a:r>
          </a:p>
          <a:p>
            <a:pPr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840AB3AB-6369-0CED-A7A5-8957EC06D562}"/>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「雨が降って、しかも岡本さんの仕事が長引いたので彼女は冷たい雨のなか待たなければならなかった」とある。</a:t>
            </a:r>
          </a:p>
        </p:txBody>
      </p:sp>
      <p:sp>
        <p:nvSpPr>
          <p:cNvPr id="2" name="標題 1">
            <a:extLst>
              <a:ext uri="{FF2B5EF4-FFF2-40B4-BE49-F238E27FC236}">
                <a16:creationId xmlns:a16="http://schemas.microsoft.com/office/drawing/2014/main" id="{043562BE-4C2F-D662-D4F8-7141FD589688}"/>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822570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A1BC2-4FF8-13B8-2B87-4C59F23029C5}"/>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811F5A94-0B0C-504F-DC25-BE08E6B5923F}"/>
              </a:ext>
            </a:extLst>
          </p:cNvPr>
          <p:cNvSpPr txBox="1"/>
          <p:nvPr/>
        </p:nvSpPr>
        <p:spPr>
          <a:xfrm>
            <a:off x="1041143" y="2048947"/>
            <a:ext cx="22301713" cy="3416320"/>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デートの結果、</a:t>
            </a:r>
            <a:r>
              <a:rPr lang="en-US" altLang="ja-JP" sz="4800" dirty="0"/>
              <a:t>2</a:t>
            </a:r>
            <a:r>
              <a:rPr lang="ja-JP" altLang="en-US" sz="4800" dirty="0"/>
              <a:t>人の関係はどうなりましたか。</a:t>
            </a:r>
          </a:p>
          <a:p>
            <a:pPr lvl="1" algn="just"/>
            <a:endParaRPr lang="en-US" altLang="ja-JP" sz="4800" b="1" dirty="0"/>
          </a:p>
          <a:p>
            <a:pPr algn="just"/>
            <a:endParaRPr lang="en-US" altLang="ja-JP" sz="4800" b="1" dirty="0"/>
          </a:p>
        </p:txBody>
      </p:sp>
      <p:sp>
        <p:nvSpPr>
          <p:cNvPr id="3" name="標題 1">
            <a:extLst>
              <a:ext uri="{FF2B5EF4-FFF2-40B4-BE49-F238E27FC236}">
                <a16:creationId xmlns:a16="http://schemas.microsoft.com/office/drawing/2014/main" id="{DD3B4A0B-ABC9-057F-63D6-AB090642ED7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2503062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80905-BD41-B96E-B92F-C0769DC95DEF}"/>
            </a:ext>
          </a:extLst>
        </p:cNvPr>
        <p:cNvGrpSpPr/>
        <p:nvPr/>
      </p:nvGrpSpPr>
      <p:grpSpPr>
        <a:xfrm>
          <a:off x="0" y="0"/>
          <a:ext cx="0" cy="0"/>
          <a:chOff x="0" y="0"/>
          <a:chExt cx="0" cy="0"/>
        </a:xfrm>
      </p:grpSpPr>
      <p:sp>
        <p:nvSpPr>
          <p:cNvPr id="4" name="文字方塊 3">
            <a:extLst>
              <a:ext uri="{FF2B5EF4-FFF2-40B4-BE49-F238E27FC236}">
                <a16:creationId xmlns:a16="http://schemas.microsoft.com/office/drawing/2014/main" id="{1A6F6398-4125-3D01-B3FA-C72FE3AE26BE}"/>
              </a:ext>
            </a:extLst>
          </p:cNvPr>
          <p:cNvSpPr txBox="1"/>
          <p:nvPr/>
        </p:nvSpPr>
        <p:spPr>
          <a:xfrm>
            <a:off x="1041143" y="2048947"/>
            <a:ext cx="22301713" cy="4524315"/>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デートの結果、</a:t>
            </a:r>
            <a:r>
              <a:rPr lang="en-US" altLang="ja-JP" sz="4800" dirty="0"/>
              <a:t>2</a:t>
            </a:r>
            <a:r>
              <a:rPr lang="ja-JP" altLang="en-US" sz="4800" dirty="0"/>
              <a:t>人の関係はどうなりましたか。</a:t>
            </a:r>
          </a:p>
          <a:p>
            <a:pPr lvl="1" algn="just">
              <a:lnSpc>
                <a:spcPct val="150000"/>
              </a:lnSpc>
            </a:pPr>
            <a:r>
              <a:rPr lang="ja-JP" altLang="en-US" sz="4800" dirty="0">
                <a:solidFill>
                  <a:srgbClr val="1C85C9"/>
                </a:solidFill>
              </a:rPr>
              <a:t>正解：家まで送ってもらい、交際することになった。</a:t>
            </a:r>
          </a:p>
          <a:p>
            <a:pPr lvl="1"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0F56BF10-A4DB-12BD-61DF-20C1B5C688CB}"/>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本文に「そのおかげで家まで送ってもらうことになり、なんと付き合うことになったらしい。」とある。</a:t>
            </a:r>
          </a:p>
        </p:txBody>
      </p:sp>
      <p:sp>
        <p:nvSpPr>
          <p:cNvPr id="2" name="標題 1">
            <a:extLst>
              <a:ext uri="{FF2B5EF4-FFF2-40B4-BE49-F238E27FC236}">
                <a16:creationId xmlns:a16="http://schemas.microsoft.com/office/drawing/2014/main" id="{C1898A50-870B-7672-8302-948DB51F4AF1}"/>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2169278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349E4-2DBC-2ED4-BC38-AF5E9BCB8A55}"/>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FCAF22CF-50E0-0A8D-FB89-FFB2CADFC4F4}"/>
              </a:ext>
            </a:extLst>
          </p:cNvPr>
          <p:cNvSpPr txBox="1"/>
          <p:nvPr/>
        </p:nvSpPr>
        <p:spPr>
          <a:xfrm>
            <a:off x="1041143" y="2048947"/>
            <a:ext cx="22301713" cy="9325630"/>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en-US" altLang="ja-JP" sz="4800" dirty="0"/>
              <a:t>1</a:t>
            </a:r>
            <a:r>
              <a:rPr lang="ja-JP" altLang="en-US" sz="4800" dirty="0"/>
              <a:t>）あなたはデートや特別なイベントの前に、どんな準備をしますか。</a:t>
            </a:r>
            <a:endParaRPr lang="en-US" altLang="ja-JP" sz="4800" dirty="0"/>
          </a:p>
          <a:p>
            <a:pPr algn="just">
              <a:lnSpc>
                <a:spcPct val="150000"/>
              </a:lnSpc>
              <a:buNone/>
            </a:pPr>
            <a:endParaRPr lang="en-US" altLang="ja-JP" sz="4800" dirty="0"/>
          </a:p>
          <a:p>
            <a:pPr algn="just">
              <a:lnSpc>
                <a:spcPct val="150000"/>
              </a:lnSpc>
              <a:buNone/>
            </a:pPr>
            <a:endParaRPr lang="en-US" altLang="ja-JP" sz="4800" dirty="0"/>
          </a:p>
          <a:p>
            <a:pPr algn="just">
              <a:lnSpc>
                <a:spcPct val="150000"/>
              </a:lnSpc>
              <a:buNone/>
            </a:pPr>
            <a:r>
              <a:rPr lang="en-US" altLang="ja-JP" sz="4800" dirty="0"/>
              <a:t>2</a:t>
            </a:r>
            <a:r>
              <a:rPr lang="ja-JP" altLang="en-US" sz="4800" dirty="0"/>
              <a:t>）あなたが雨や天気のせいで予定が崩れたことはありますか。そのときどうしましたか。</a:t>
            </a:r>
            <a:endParaRPr lang="en-US" altLang="ja-JP" sz="4800" dirty="0"/>
          </a:p>
          <a:p>
            <a:pPr algn="just">
              <a:lnSpc>
                <a:spcPct val="150000"/>
              </a:lnSpc>
              <a:buNone/>
            </a:pPr>
            <a:endParaRPr lang="en-US" altLang="ja-JP" sz="4800" dirty="0"/>
          </a:p>
          <a:p>
            <a:pPr algn="just">
              <a:lnSpc>
                <a:spcPct val="150000"/>
              </a:lnSpc>
              <a:buNone/>
            </a:pPr>
            <a:endParaRPr lang="en-US" altLang="ja-JP" sz="4800" dirty="0"/>
          </a:p>
          <a:p>
            <a:pPr algn="just">
              <a:lnSpc>
                <a:spcPct val="150000"/>
              </a:lnSpc>
              <a:buNone/>
            </a:pPr>
            <a:r>
              <a:rPr lang="en-US" altLang="ja-JP" sz="4800" dirty="0"/>
              <a:t>3</a:t>
            </a:r>
            <a:r>
              <a:rPr lang="ja-JP" altLang="en-US" sz="4800" dirty="0"/>
              <a:t>）あなたが「これは不運だったけど、結果的によかった」と思った経験はありますか。</a:t>
            </a:r>
            <a:endParaRPr lang="en-US" altLang="ja-JP" sz="4800" b="1" dirty="0"/>
          </a:p>
          <a:p>
            <a:pPr algn="just"/>
            <a:endParaRPr lang="en-US" altLang="ja-JP" sz="4800" b="1" dirty="0"/>
          </a:p>
        </p:txBody>
      </p:sp>
      <p:sp>
        <p:nvSpPr>
          <p:cNvPr id="3" name="標題 1">
            <a:extLst>
              <a:ext uri="{FF2B5EF4-FFF2-40B4-BE49-F238E27FC236}">
                <a16:creationId xmlns:a16="http://schemas.microsoft.com/office/drawing/2014/main" id="{66E0CB6E-990A-0EEE-9FB2-E64331AB5D20}"/>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177686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B5174-E140-7C32-2813-535ACCAAE116}"/>
            </a:ext>
          </a:extLst>
        </p:cNvPr>
        <p:cNvGrpSpPr/>
        <p:nvPr/>
      </p:nvGrpSpPr>
      <p:grpSpPr>
        <a:xfrm>
          <a:off x="0" y="0"/>
          <a:ext cx="0" cy="0"/>
          <a:chOff x="0" y="0"/>
          <a:chExt cx="0" cy="0"/>
        </a:xfrm>
      </p:grpSpPr>
      <p:sp>
        <p:nvSpPr>
          <p:cNvPr id="2" name="文字方塊 1">
            <a:extLst>
              <a:ext uri="{FF2B5EF4-FFF2-40B4-BE49-F238E27FC236}">
                <a16:creationId xmlns:a16="http://schemas.microsoft.com/office/drawing/2014/main" id="{D9922290-E130-2E42-1F9F-2CED821756A9}"/>
              </a:ext>
            </a:extLst>
          </p:cNvPr>
          <p:cNvSpPr txBox="1"/>
          <p:nvPr/>
        </p:nvSpPr>
        <p:spPr>
          <a:xfrm>
            <a:off x="1041143" y="2048947"/>
            <a:ext cx="22301713" cy="9325630"/>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en-US" altLang="ja-JP" sz="4800" dirty="0"/>
              <a:t>1</a:t>
            </a:r>
            <a:r>
              <a:rPr lang="ja-JP" altLang="en-US" sz="4800" dirty="0"/>
              <a:t>）あなたはデートや特別なイベントの前に、どんな準備をしますか。</a:t>
            </a:r>
            <a:endParaRPr lang="en-US" altLang="ja-JP" sz="4800" dirty="0"/>
          </a:p>
          <a:p>
            <a:pPr algn="just">
              <a:lnSpc>
                <a:spcPct val="150000"/>
              </a:lnSpc>
              <a:buNone/>
            </a:pPr>
            <a:endParaRPr lang="en-US" altLang="ja-JP" sz="4800" dirty="0"/>
          </a:p>
          <a:p>
            <a:pPr algn="just">
              <a:lnSpc>
                <a:spcPct val="150000"/>
              </a:lnSpc>
              <a:buNone/>
            </a:pPr>
            <a:endParaRPr lang="en-US" altLang="ja-JP" sz="4800" dirty="0"/>
          </a:p>
          <a:p>
            <a:pPr algn="just">
              <a:lnSpc>
                <a:spcPct val="150000"/>
              </a:lnSpc>
              <a:buNone/>
            </a:pPr>
            <a:r>
              <a:rPr lang="en-US" altLang="ja-JP" sz="4800" dirty="0"/>
              <a:t>2</a:t>
            </a:r>
            <a:r>
              <a:rPr lang="ja-JP" altLang="en-US" sz="4800" dirty="0"/>
              <a:t>）あなたが雨や天気のせいで予定が崩れたことはありますか。そのときどうしましたか。</a:t>
            </a:r>
            <a:endParaRPr lang="en-US" altLang="ja-JP" sz="4800" dirty="0"/>
          </a:p>
          <a:p>
            <a:pPr algn="just">
              <a:lnSpc>
                <a:spcPct val="150000"/>
              </a:lnSpc>
              <a:buNone/>
            </a:pPr>
            <a:endParaRPr lang="en-US" altLang="ja-JP" sz="4800" dirty="0"/>
          </a:p>
          <a:p>
            <a:pPr algn="just">
              <a:lnSpc>
                <a:spcPct val="150000"/>
              </a:lnSpc>
              <a:buNone/>
            </a:pPr>
            <a:endParaRPr lang="en-US" altLang="ja-JP" sz="4800" dirty="0"/>
          </a:p>
          <a:p>
            <a:pPr algn="just">
              <a:lnSpc>
                <a:spcPct val="150000"/>
              </a:lnSpc>
              <a:buNone/>
            </a:pPr>
            <a:r>
              <a:rPr lang="en-US" altLang="ja-JP" sz="4800" dirty="0"/>
              <a:t>3</a:t>
            </a:r>
            <a:r>
              <a:rPr lang="ja-JP" altLang="en-US" sz="4800" dirty="0"/>
              <a:t>）あなたが「これは不運だったけど、結果的によかった」と思った経験はありますか。</a:t>
            </a:r>
            <a:endParaRPr lang="en-US" altLang="ja-JP" sz="4800" b="1" dirty="0"/>
          </a:p>
          <a:p>
            <a:pPr algn="just"/>
            <a:endParaRPr lang="en-US" altLang="ja-JP" sz="4800" b="1" dirty="0"/>
          </a:p>
        </p:txBody>
      </p:sp>
      <p:sp>
        <p:nvSpPr>
          <p:cNvPr id="3" name="標題 1">
            <a:extLst>
              <a:ext uri="{FF2B5EF4-FFF2-40B4-BE49-F238E27FC236}">
                <a16:creationId xmlns:a16="http://schemas.microsoft.com/office/drawing/2014/main" id="{111C3356-F68F-A21A-3C9D-41F3AE45ED1A}"/>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會話練習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1">
            <a:extLst>
              <a:ext uri="{FF2B5EF4-FFF2-40B4-BE49-F238E27FC236}">
                <a16:creationId xmlns:a16="http://schemas.microsoft.com/office/drawing/2014/main" id="{4C6A107A-83E5-7168-7EF7-0D82B2D43963}"/>
              </a:ext>
            </a:extLst>
          </p:cNvPr>
          <p:cNvSpPr txBox="1"/>
          <p:nvPr/>
        </p:nvSpPr>
        <p:spPr>
          <a:xfrm>
            <a:off x="1584959" y="4637048"/>
            <a:ext cx="9998250" cy="830997"/>
          </a:xfrm>
          <a:prstGeom prst="rect">
            <a:avLst/>
          </a:prstGeom>
          <a:noFill/>
        </p:spPr>
        <p:txBody>
          <a:bodyPr wrap="none" rtlCol="0">
            <a:spAutoFit/>
          </a:bodyPr>
          <a:lstStyle/>
          <a:p>
            <a:r>
              <a:rPr kumimoji="1" lang="ja-JP" altLang="en-US" sz="4800" b="1" dirty="0">
                <a:solidFill>
                  <a:srgbClr val="1C85C9"/>
                </a:solidFill>
              </a:rPr>
              <a:t>服を選んだり、髪型を整えたりします。</a:t>
            </a:r>
          </a:p>
        </p:txBody>
      </p:sp>
      <p:sp>
        <p:nvSpPr>
          <p:cNvPr id="5" name="文字方塊 2">
            <a:extLst>
              <a:ext uri="{FF2B5EF4-FFF2-40B4-BE49-F238E27FC236}">
                <a16:creationId xmlns:a16="http://schemas.microsoft.com/office/drawing/2014/main" id="{BADDCFE3-F624-6C3A-BA99-DAECC7869ED4}"/>
              </a:ext>
            </a:extLst>
          </p:cNvPr>
          <p:cNvSpPr txBox="1"/>
          <p:nvPr/>
        </p:nvSpPr>
        <p:spPr>
          <a:xfrm>
            <a:off x="1584959" y="8056146"/>
            <a:ext cx="19454365" cy="830997"/>
          </a:xfrm>
          <a:prstGeom prst="rect">
            <a:avLst/>
          </a:prstGeom>
          <a:noFill/>
        </p:spPr>
        <p:txBody>
          <a:bodyPr wrap="none" rtlCol="0">
            <a:spAutoFit/>
          </a:bodyPr>
          <a:lstStyle/>
          <a:p>
            <a:r>
              <a:rPr kumimoji="1" lang="ja-JP" altLang="en-US" sz="4800" b="1" dirty="0">
                <a:solidFill>
                  <a:srgbClr val="1C85C9"/>
                </a:solidFill>
              </a:rPr>
              <a:t>旅行のとき雨が降ってしまい、予定を変更して屋内の観光地に行きました。</a:t>
            </a:r>
          </a:p>
        </p:txBody>
      </p:sp>
      <p:sp>
        <p:nvSpPr>
          <p:cNvPr id="6" name="文字方塊 3">
            <a:extLst>
              <a:ext uri="{FF2B5EF4-FFF2-40B4-BE49-F238E27FC236}">
                <a16:creationId xmlns:a16="http://schemas.microsoft.com/office/drawing/2014/main" id="{591B1E47-7C29-5149-1515-23A11B3CCAA3}"/>
              </a:ext>
            </a:extLst>
          </p:cNvPr>
          <p:cNvSpPr txBox="1"/>
          <p:nvPr/>
        </p:nvSpPr>
        <p:spPr>
          <a:xfrm>
            <a:off x="1584959" y="11251554"/>
            <a:ext cx="20108390" cy="830997"/>
          </a:xfrm>
          <a:prstGeom prst="rect">
            <a:avLst/>
          </a:prstGeom>
          <a:noFill/>
        </p:spPr>
        <p:txBody>
          <a:bodyPr wrap="none" rtlCol="0">
            <a:spAutoFit/>
          </a:bodyPr>
          <a:lstStyle/>
          <a:p>
            <a:r>
              <a:rPr kumimoji="1" lang="ja-JP" altLang="en-US" sz="4800" b="1" dirty="0">
                <a:solidFill>
                  <a:srgbClr val="1C85C9"/>
                </a:solidFill>
              </a:rPr>
              <a:t>電車に乗り遅れたけれど、そのおかげで友達に偶然会えて楽しく話せました。</a:t>
            </a:r>
          </a:p>
        </p:txBody>
      </p:sp>
    </p:spTree>
    <p:extLst>
      <p:ext uri="{BB962C8B-B14F-4D97-AF65-F5344CB8AC3E}">
        <p14:creationId xmlns:p14="http://schemas.microsoft.com/office/powerpoint/2010/main" val="195995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746B-A71A-5831-AE7E-4BDEAAF6FE8D}"/>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CBBDA580-651C-4AFA-39BC-9F7B54D9DFBA}"/>
              </a:ext>
            </a:extLst>
          </p:cNvPr>
          <p:cNvSpPr txBox="1"/>
          <p:nvPr/>
        </p:nvSpPr>
        <p:spPr>
          <a:xfrm>
            <a:off x="1041143" y="2911401"/>
            <a:ext cx="22301713" cy="7712561"/>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每次聽到這首歌，就會想起他。（～たびに）</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明明什麼都不知道，卻裝得一副很懂的樣子。（～くせに）</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他最近常常請假。（～がち）</a:t>
            </a:r>
            <a:endParaRPr lang="en-US" altLang="ja-JP"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只要還記得這件事，我就會一直後悔。（～かぎり）</a:t>
            </a:r>
          </a:p>
        </p:txBody>
      </p:sp>
      <p:sp>
        <p:nvSpPr>
          <p:cNvPr id="2" name="標題 1">
            <a:extLst>
              <a:ext uri="{FF2B5EF4-FFF2-40B4-BE49-F238E27FC236}">
                <a16:creationId xmlns:a16="http://schemas.microsoft.com/office/drawing/2014/main" id="{5EF006DD-708A-A917-58CA-597F9BD1007A}"/>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45017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9886-A626-60D2-71B1-29A110E7CAD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0CAF9C41-14FE-17B0-CE76-741338CCF4CA}"/>
              </a:ext>
            </a:extLst>
          </p:cNvPr>
          <p:cNvSpPr txBox="1"/>
          <p:nvPr/>
        </p:nvSpPr>
        <p:spPr>
          <a:xfrm>
            <a:off x="1041143" y="2911401"/>
            <a:ext cx="22301713" cy="8768041"/>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每次聽到這首歌，就會想起他。（～たびに）</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この曲を聴くたびに、彼のことを思い出します。</a:t>
            </a:r>
          </a:p>
          <a:p>
            <a:pPr marL="914400" indent="-914400">
              <a:lnSpc>
                <a:spcPct val="150000"/>
              </a:lnSpc>
              <a:buAutoNum type="arabicPeriod" startAt="2"/>
            </a:pPr>
            <a:r>
              <a:rPr lang="ja-JP" altLang="en-US" sz="4800" b="1" dirty="0">
                <a:latin typeface="Microsoft JhengHei Light" panose="020B0304030504040204" pitchFamily="34" charset="-120"/>
                <a:ea typeface="Microsoft JhengHei Light" panose="020B0304030504040204" pitchFamily="34" charset="-120"/>
              </a:rPr>
              <a:t>明明什麼都不知道，卻裝得一副很懂的樣子。（～くせに）</a:t>
            </a:r>
            <a:r>
              <a:rPr lang="en-US" altLang="ja-JP" sz="4800" b="1" dirty="0">
                <a:solidFill>
                  <a:srgbClr val="1C85C9"/>
                </a:solidFill>
                <a:latin typeface="BIZ UDGothic" panose="020B0400000000000000" pitchFamily="33" charset="-128"/>
                <a:ea typeface="BIZ UDGothic" panose="020B0400000000000000" pitchFamily="33" charset="-128"/>
              </a:rPr>
              <a:t>	</a:t>
            </a:r>
          </a:p>
          <a:p>
            <a:pPr>
              <a:lnSpc>
                <a:spcPct val="150000"/>
              </a:lnSpc>
            </a:pPr>
            <a:r>
              <a:rPr lang="en-US" altLang="ja-JP" sz="4800" b="1">
                <a:solidFill>
                  <a:srgbClr val="1C85C9"/>
                </a:solidFill>
                <a:latin typeface="BIZ UDGothic" panose="020B0400000000000000" pitchFamily="33" charset="-128"/>
                <a:ea typeface="BIZ UDGothic" panose="020B0400000000000000" pitchFamily="33" charset="-128"/>
              </a:rPr>
              <a:t>   </a:t>
            </a:r>
            <a:r>
              <a:rPr lang="ja-JP" altLang="en-US" sz="4800" b="1">
                <a:solidFill>
                  <a:srgbClr val="1C85C9"/>
                </a:solidFill>
                <a:latin typeface="BIZ UDGothic" panose="020B0400000000000000" pitchFamily="33" charset="-128"/>
                <a:ea typeface="BIZ UDGothic" panose="020B0400000000000000" pitchFamily="33" charset="-128"/>
              </a:rPr>
              <a:t>何</a:t>
            </a:r>
            <a:r>
              <a:rPr lang="ja-JP" altLang="en-US" sz="4800" b="1" dirty="0">
                <a:solidFill>
                  <a:srgbClr val="1C85C9"/>
                </a:solidFill>
                <a:latin typeface="BIZ UDGothic" panose="020B0400000000000000" pitchFamily="33" charset="-128"/>
                <a:ea typeface="BIZ UDGothic" panose="020B0400000000000000" pitchFamily="33" charset="-128"/>
              </a:rPr>
              <a:t>も知らないくせに、よく知っているふりをしている。</a:t>
            </a:r>
          </a:p>
          <a:p>
            <a:pPr marL="914400" indent="-914400">
              <a:lnSpc>
                <a:spcPct val="150000"/>
              </a:lnSpc>
              <a:buAutoNum type="arabicPeriod" startAt="3"/>
            </a:pPr>
            <a:r>
              <a:rPr lang="ja-JP" altLang="en-US" sz="4800" b="1" dirty="0">
                <a:latin typeface="Microsoft JhengHei Light" panose="020B0304030504040204" pitchFamily="34" charset="-120"/>
                <a:ea typeface="Microsoft JhengHei Light" panose="020B0304030504040204" pitchFamily="34" charset="-120"/>
              </a:rPr>
              <a:t> 他最近常常請假。（～がち）</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彼は最近、休みがちです。</a:t>
            </a:r>
          </a:p>
          <a:p>
            <a:pPr marL="914400" indent="-914400">
              <a:lnSpc>
                <a:spcPct val="150000"/>
              </a:lnSpc>
              <a:buAutoNum type="arabicPeriod" startAt="4"/>
            </a:pPr>
            <a:r>
              <a:rPr lang="ja-JP" altLang="en-US" sz="4800" b="1" dirty="0">
                <a:latin typeface="Microsoft JhengHei Light" panose="020B0304030504040204" pitchFamily="34" charset="-120"/>
                <a:ea typeface="Microsoft JhengHei Light" panose="020B0304030504040204" pitchFamily="34" charset="-120"/>
              </a:rPr>
              <a:t>只要還記得這件事，我就會一直後悔。（～かぎり）</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このことを覚えているかぎり、後悔し続けると思う。</a:t>
            </a:r>
          </a:p>
        </p:txBody>
      </p:sp>
      <p:sp>
        <p:nvSpPr>
          <p:cNvPr id="2" name="標題 1">
            <a:extLst>
              <a:ext uri="{FF2B5EF4-FFF2-40B4-BE49-F238E27FC236}">
                <a16:creationId xmlns:a16="http://schemas.microsoft.com/office/drawing/2014/main" id="{903D1CF9-DD25-80A8-9AAB-6951F4DE9AD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383698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9"/>
          <p:cNvSpPr/>
          <p:nvPr/>
        </p:nvSpPr>
        <p:spPr>
          <a:xfrm>
            <a:off x="-1800" y="0"/>
            <a:ext cx="24387600" cy="13716000"/>
          </a:xfrm>
          <a:prstGeom prst="rect">
            <a:avLst/>
          </a:prstGeom>
          <a:solidFill>
            <a:schemeClr val="accent1">
              <a:lumMod val="60000"/>
              <a:lumOff val="40000"/>
            </a:scheme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dirty="0">
              <a:solidFill>
                <a:srgbClr val="FFFFFF"/>
              </a:solidFill>
              <a:latin typeface="SimSun"/>
              <a:ea typeface="SimSun"/>
              <a:cs typeface="SimSun"/>
              <a:sym typeface="SimSun"/>
            </a:endParaRPr>
          </a:p>
        </p:txBody>
      </p:sp>
      <p:sp>
        <p:nvSpPr>
          <p:cNvPr id="304" name="Google Shape;304;p19"/>
          <p:cNvSpPr txBox="1">
            <a:spLocks noGrp="1"/>
          </p:cNvSpPr>
          <p:nvPr>
            <p:ph type="ctrTitle" idx="4294967295"/>
          </p:nvPr>
        </p:nvSpPr>
        <p:spPr>
          <a:xfrm>
            <a:off x="3048000" y="6874950"/>
            <a:ext cx="18288000" cy="3877201"/>
          </a:xfrm>
          <a:prstGeom prst="rect">
            <a:avLst/>
          </a:prstGeom>
          <a:noFill/>
          <a:ln>
            <a:noFill/>
          </a:ln>
        </p:spPr>
        <p:txBody>
          <a:bodyPr spcFirstLastPara="1" wrap="square" lIns="91350" tIns="91350" rIns="91350" bIns="91350" anchor="ctr" anchorCtr="0">
            <a:normAutofit/>
          </a:bodyPr>
          <a:lstStyle/>
          <a:p>
            <a:pPr marL="0" marR="0" lvl="0" indent="0" algn="ctr" rtl="0">
              <a:lnSpc>
                <a:spcPct val="100000"/>
              </a:lnSpc>
              <a:spcBef>
                <a:spcPts val="0"/>
              </a:spcBef>
              <a:spcAft>
                <a:spcPts val="0"/>
              </a:spcAft>
              <a:buClr>
                <a:srgbClr val="FFFFFF"/>
              </a:buClr>
              <a:buSzPts val="8800"/>
              <a:buFont typeface="Microsoft JhengHei"/>
              <a:buNone/>
            </a:pPr>
            <a:r>
              <a:rPr lang="en-US" sz="8800" err="1">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Microsoft JhengHei"/>
              </a:rPr>
              <a:t>また次回の授業でお会いしましょう</a:t>
            </a:r>
            <a:endParaRPr>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endParaRPr>
          </a:p>
        </p:txBody>
      </p:sp>
      <p:grpSp>
        <p:nvGrpSpPr>
          <p:cNvPr id="305" name="Google Shape;305;p19"/>
          <p:cNvGrpSpPr/>
          <p:nvPr/>
        </p:nvGrpSpPr>
        <p:grpSpPr>
          <a:xfrm>
            <a:off x="10521949" y="2253139"/>
            <a:ext cx="3340119" cy="4440061"/>
            <a:chOff x="-1" y="-2"/>
            <a:chExt cx="3340118" cy="4440059"/>
          </a:xfrm>
        </p:grpSpPr>
        <p:cxnSp>
          <p:nvCxnSpPr>
            <p:cNvPr id="306" name="Google Shape;306;p19"/>
            <p:cNvCxnSpPr/>
            <p:nvPr/>
          </p:nvCxnSpPr>
          <p:spPr>
            <a:xfrm rot="10800000">
              <a:off x="319467" y="1446531"/>
              <a:ext cx="1179133" cy="1"/>
            </a:xfrm>
            <a:prstGeom prst="straightConnector1">
              <a:avLst/>
            </a:prstGeom>
            <a:noFill/>
            <a:ln w="25400" cap="flat" cmpd="sng">
              <a:solidFill>
                <a:srgbClr val="FFFFFF"/>
              </a:solidFill>
              <a:prstDash val="dash"/>
              <a:bevel/>
              <a:headEnd type="none" w="sm" len="sm"/>
              <a:tailEnd type="oval" w="med" len="med"/>
            </a:ln>
          </p:spPr>
        </p:cxnSp>
        <p:grpSp>
          <p:nvGrpSpPr>
            <p:cNvPr id="307" name="Google Shape;307;p19"/>
            <p:cNvGrpSpPr/>
            <p:nvPr/>
          </p:nvGrpSpPr>
          <p:grpSpPr>
            <a:xfrm>
              <a:off x="-1" y="-2"/>
              <a:ext cx="3340118" cy="2879716"/>
              <a:chOff x="-1" y="-1"/>
              <a:chExt cx="3340117" cy="2879714"/>
            </a:xfrm>
          </p:grpSpPr>
          <p:sp>
            <p:nvSpPr>
              <p:cNvPr id="308" name="Google Shape;308;p19"/>
              <p:cNvSpPr/>
              <p:nvPr/>
            </p:nvSpPr>
            <p:spPr>
              <a:xfrm>
                <a:off x="-1" y="-1"/>
                <a:ext cx="3340117" cy="2879714"/>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09" name="Google Shape;309;p19"/>
              <p:cNvSpPr/>
              <p:nvPr/>
            </p:nvSpPr>
            <p:spPr>
              <a:xfrm>
                <a:off x="894020" y="719932"/>
                <a:ext cx="1495801" cy="1495801"/>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10" name="Google Shape;310;p19"/>
              <p:cNvSpPr/>
              <p:nvPr/>
            </p:nvSpPr>
            <p:spPr>
              <a:xfrm>
                <a:off x="140105" y="105120"/>
                <a:ext cx="3048625" cy="2628396"/>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noFill/>
              <a:ln w="12700" cap="flat" cmpd="sng">
                <a:solidFill>
                  <a:srgbClr val="7F7F7F"/>
                </a:solidFill>
                <a:prstDash val="dot"/>
                <a:bevel/>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grpSp>
        <p:sp>
          <p:nvSpPr>
            <p:cNvPr id="313" name="Google Shape;313;p19"/>
            <p:cNvSpPr txBox="1"/>
            <p:nvPr/>
          </p:nvSpPr>
          <p:spPr>
            <a:xfrm>
              <a:off x="244517" y="2606355"/>
              <a:ext cx="2839800" cy="1833702"/>
            </a:xfrm>
            <a:prstGeom prst="rect">
              <a:avLst/>
            </a:prstGeom>
            <a:noFill/>
            <a:ln>
              <a:noFill/>
            </a:ln>
          </p:spPr>
          <p:txBody>
            <a:bodyPr spcFirstLastPara="1" wrap="square" lIns="91350" tIns="91350" rIns="91350" bIns="91350" anchor="t" anchorCtr="0">
              <a:spAutoFit/>
            </a:bodyPr>
            <a:lstStyle/>
            <a:p>
              <a:pPr marL="0" marR="0" lvl="0" indent="0" algn="just" rtl="0">
                <a:lnSpc>
                  <a:spcPct val="100000"/>
                </a:lnSpc>
                <a:spcBef>
                  <a:spcPts val="0"/>
                </a:spcBef>
                <a:spcAft>
                  <a:spcPts val="0"/>
                </a:spcAft>
                <a:buClr>
                  <a:srgbClr val="4079B6"/>
                </a:buClr>
                <a:buSzPts val="10800"/>
                <a:buFont typeface="Microsoft Yahei"/>
                <a:buNone/>
              </a:pPr>
              <a:r>
                <a:rPr lang="en-US" sz="10800" b="1" i="0" u="none" strike="noStrike" cap="none" dirty="0">
                  <a:solidFill>
                    <a:srgbClr val="4079B6"/>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FC000"/>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D5229"/>
                  </a:solidFill>
                  <a:latin typeface="Microsoft Yahei"/>
                  <a:ea typeface="Microsoft Yahei"/>
                  <a:cs typeface="Microsoft Yahei"/>
                  <a:sym typeface="Microsoft Yahei"/>
                </a:rPr>
                <a:t>·</a:t>
              </a:r>
              <a:endParaRPr sz="1400" b="0" i="0" u="none" strike="noStrike" cap="none" dirty="0">
                <a:solidFill>
                  <a:srgbClr val="000000"/>
                </a:solidFill>
                <a:latin typeface="BIZ UDGothic" panose="020B0400000000000000" pitchFamily="33" charset="-128"/>
                <a:ea typeface="BIZ UDGothic" panose="020B0400000000000000" pitchFamily="33" charset="-128"/>
                <a:cs typeface="Arial"/>
                <a:sym typeface="Arial"/>
              </a:endParaRPr>
            </a:p>
          </p:txBody>
        </p:sp>
        <p:pic>
          <p:nvPicPr>
            <p:cNvPr id="314" name="Google Shape;314;p19" descr="Google Shape;425;p57"/>
            <p:cNvPicPr preferRelativeResize="0"/>
            <p:nvPr/>
          </p:nvPicPr>
          <p:blipFill rotWithShape="1">
            <a:blip r:embed="rId3">
              <a:alphaModFix/>
            </a:blip>
            <a:srcRect/>
            <a:stretch/>
          </p:blipFill>
          <p:spPr>
            <a:xfrm>
              <a:off x="725868" y="955041"/>
              <a:ext cx="1888364" cy="1062685"/>
            </a:xfrm>
            <a:prstGeom prst="rect">
              <a:avLst/>
            </a:prstGeom>
            <a:noFill/>
            <a:ln>
              <a:noFill/>
            </a:ln>
          </p:spPr>
        </p:pic>
      </p:grpSp>
    </p:spTree>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1DB"/>
      </a:accent5>
      <a:accent6>
        <a:srgbClr val="AE4845"/>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TM02900720[[fn=要素]]</Template>
  <TotalTime>1061</TotalTime>
  <Words>1413</Words>
  <Application>Microsoft Office PowerPoint</Application>
  <PresentationFormat>自訂</PresentationFormat>
  <Paragraphs>105</Paragraphs>
  <Slides>14</Slides>
  <Notes>13</Notes>
  <HiddenSlides>0</HiddenSlides>
  <MMClips>0</MMClips>
  <ScaleCrop>false</ScaleCrop>
  <HeadingPairs>
    <vt:vector size="6" baseType="variant">
      <vt:variant>
        <vt:lpstr>使用字型</vt:lpstr>
      </vt:variant>
      <vt:variant>
        <vt:i4>13</vt:i4>
      </vt:variant>
      <vt:variant>
        <vt:lpstr>佈景主題</vt:lpstr>
      </vt:variant>
      <vt:variant>
        <vt:i4>1</vt:i4>
      </vt:variant>
      <vt:variant>
        <vt:lpstr>投影片標題</vt:lpstr>
      </vt:variant>
      <vt:variant>
        <vt:i4>14</vt:i4>
      </vt:variant>
    </vt:vector>
  </HeadingPairs>
  <TitlesOfParts>
    <vt:vector size="28" baseType="lpstr">
      <vt:lpstr>Arial</vt:lpstr>
      <vt:lpstr>BIZ UDPGothic</vt:lpstr>
      <vt:lpstr>Gen Jyuu GothicL Bold</vt:lpstr>
      <vt:lpstr>BIZ UDGothic</vt:lpstr>
      <vt:lpstr>Microsoft JhengHei Light</vt:lpstr>
      <vt:lpstr>Calibri Light</vt:lpstr>
      <vt:lpstr>Microsoft JhengHei</vt:lpstr>
      <vt:lpstr>Calibri</vt:lpstr>
      <vt:lpstr>Microsoft Yahei</vt:lpstr>
      <vt:lpstr>SimSun</vt:lpstr>
      <vt:lpstr>Gen Jyuu Gothic Bold</vt:lpstr>
      <vt:lpstr>Wingdings 2</vt:lpstr>
      <vt:lpstr>HGPSoeiKakugothicUB</vt:lpstr>
      <vt:lpstr>HDOfficeLightV0</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また次回の授業でお会いしましょう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嘉展 張</cp:lastModifiedBy>
  <cp:revision>2</cp:revision>
  <dcterms:modified xsi:type="dcterms:W3CDTF">2025-09-24T10:48:27Z</dcterms:modified>
</cp:coreProperties>
</file>