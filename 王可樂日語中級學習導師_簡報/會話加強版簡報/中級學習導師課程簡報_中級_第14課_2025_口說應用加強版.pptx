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73" r:id="rId3"/>
    <p:sldId id="376" r:id="rId4"/>
    <p:sldId id="374" r:id="rId5"/>
    <p:sldId id="378" r:id="rId6"/>
    <p:sldId id="358" r:id="rId7"/>
    <p:sldId id="370" r:id="rId8"/>
    <p:sldId id="346" r:id="rId9"/>
    <p:sldId id="347" r:id="rId10"/>
    <p:sldId id="375" r:id="rId11"/>
    <p:sldId id="354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Gen Jyuu Gothic Bold" panose="02020500000000000000" charset="-120"/>
      <p:bold r:id="rId18"/>
    </p:embeddedFont>
    <p:embeddedFont>
      <p:font typeface="Gen Jyuu GothicL Bold" panose="02020500000000000000" charset="-120"/>
      <p:bold r:id="rId19"/>
    </p:embeddedFont>
    <p:embeddedFont>
      <p:font typeface="Microsoft JhengHei" panose="020B0604030504040204" pitchFamily="34" charset="-120"/>
      <p:regular r:id="rId20"/>
      <p:bold r:id="rId21"/>
    </p:embeddedFont>
    <p:embeddedFont>
      <p:font typeface="BIZ UDGothic" panose="020B0400000000000000" pitchFamily="33" charset="-128"/>
      <p:regular r:id="rId22"/>
      <p:bold r:id="rId23"/>
    </p:embeddedFont>
    <p:embeddedFont>
      <p:font typeface="BIZ UDPGothic" panose="020B0400000000000000" pitchFamily="34" charset="-128"/>
      <p:regular r:id="rId24"/>
      <p:bold r:id="rId25"/>
    </p:embeddedFont>
    <p:embeddedFont>
      <p:font typeface="HGPSoeiKakugothicUB" panose="020B0A00000000000000" pitchFamily="34" charset="-128"/>
      <p:regular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0B3B8A-2007-45E2-8404-2CE513B7D8E5}" v="3" dt="2025-09-24T10:51:39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4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213D5065-CE67-4765-9BDB-C6C7D26EE3E2}"/>
    <pc:docChg chg="undo custSel addSld delSld modSld modMainMaster">
      <pc:chgData name="嘉展 張" userId="56c0cc265fef7f12" providerId="LiveId" clId="{213D5065-CE67-4765-9BDB-C6C7D26EE3E2}" dt="2025-07-13T11:08:57.250" v="210" actId="5793"/>
      <pc:docMkLst>
        <pc:docMk/>
      </pc:docMkLst>
      <pc:sldChg chg="modSp mod">
        <pc:chgData name="嘉展 張" userId="56c0cc265fef7f12" providerId="LiveId" clId="{213D5065-CE67-4765-9BDB-C6C7D26EE3E2}" dt="2025-07-13T10:51:19.674" v="22" actId="20577"/>
        <pc:sldMkLst>
          <pc:docMk/>
          <pc:sldMk cId="1698366788" sldId="274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3752334464" sldId="345"/>
        </pc:sldMkLst>
      </pc:sldChg>
      <pc:sldChg chg="modSp mod">
        <pc:chgData name="嘉展 張" userId="56c0cc265fef7f12" providerId="LiveId" clId="{213D5065-CE67-4765-9BDB-C6C7D26EE3E2}" dt="2025-07-13T11:04:58.661" v="171" actId="15"/>
        <pc:sldMkLst>
          <pc:docMk/>
          <pc:sldMk cId="1115666099" sldId="346"/>
        </pc:sldMkLst>
      </pc:sldChg>
      <pc:sldChg chg="modSp mod">
        <pc:chgData name="嘉展 張" userId="56c0cc265fef7f12" providerId="LiveId" clId="{213D5065-CE67-4765-9BDB-C6C7D26EE3E2}" dt="2025-07-13T11:05:22.088" v="174"/>
        <pc:sldMkLst>
          <pc:docMk/>
          <pc:sldMk cId="3822570613" sldId="347"/>
        </pc:sldMkLst>
      </pc:sldChg>
      <pc:sldChg chg="modSp mod">
        <pc:chgData name="嘉展 張" userId="56c0cc265fef7f12" providerId="LiveId" clId="{213D5065-CE67-4765-9BDB-C6C7D26EE3E2}" dt="2025-07-13T11:03:30.555" v="155" actId="207"/>
        <pc:sldMkLst>
          <pc:docMk/>
          <pc:sldMk cId="732333138" sldId="351"/>
        </pc:sldMkLst>
      </pc:sldChg>
      <pc:sldChg chg="modSp mod">
        <pc:chgData name="嘉展 張" userId="56c0cc265fef7f12" providerId="LiveId" clId="{213D5065-CE67-4765-9BDB-C6C7D26EE3E2}" dt="2025-07-13T11:06:17.774" v="180" actId="207"/>
        <pc:sldMkLst>
          <pc:docMk/>
          <pc:sldMk cId="2503062332" sldId="354"/>
        </pc:sldMkLst>
      </pc:sldChg>
      <pc:sldChg chg="modSp mod">
        <pc:chgData name="嘉展 張" userId="56c0cc265fef7f12" providerId="LiveId" clId="{213D5065-CE67-4765-9BDB-C6C7D26EE3E2}" dt="2025-07-13T11:06:01.834" v="179"/>
        <pc:sldMkLst>
          <pc:docMk/>
          <pc:sldMk cId="2169278876" sldId="355"/>
        </pc:sldMkLst>
      </pc:sldChg>
      <pc:sldChg chg="delSp modSp mod">
        <pc:chgData name="嘉展 張" userId="56c0cc265fef7f12" providerId="LiveId" clId="{213D5065-CE67-4765-9BDB-C6C7D26EE3E2}" dt="2025-07-13T11:04:26.703" v="166"/>
        <pc:sldMkLst>
          <pc:docMk/>
          <pc:sldMk cId="4193172206" sldId="358"/>
        </pc:sldMkLst>
      </pc:sldChg>
      <pc:sldChg chg="modSp mod">
        <pc:chgData name="嘉展 張" userId="56c0cc265fef7f12" providerId="LiveId" clId="{213D5065-CE67-4765-9BDB-C6C7D26EE3E2}" dt="2025-07-13T11:00:14.015" v="60" actId="207"/>
        <pc:sldMkLst>
          <pc:docMk/>
          <pc:sldMk cId="3585428774" sldId="359"/>
        </pc:sldMkLst>
      </pc:sldChg>
      <pc:sldChg chg="modSp mod">
        <pc:chgData name="嘉展 張" userId="56c0cc265fef7f12" providerId="LiveId" clId="{213D5065-CE67-4765-9BDB-C6C7D26EE3E2}" dt="2025-07-13T11:00:07.921" v="59"/>
        <pc:sldMkLst>
          <pc:docMk/>
          <pc:sldMk cId="3330119125" sldId="366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1054572155" sldId="368"/>
        </pc:sldMkLst>
      </pc:sldChg>
      <pc:sldChg chg="add">
        <pc:chgData name="嘉展 張" userId="56c0cc265fef7f12" providerId="LiveId" clId="{213D5065-CE67-4765-9BDB-C6C7D26EE3E2}" dt="2025-07-13T11:03:27.459" v="154"/>
        <pc:sldMkLst>
          <pc:docMk/>
          <pc:sldMk cId="3880434486" sldId="369"/>
        </pc:sldMkLst>
      </pc:sldChg>
      <pc:sldChg chg="modSp add mod">
        <pc:chgData name="嘉展 張" userId="56c0cc265fef7f12" providerId="LiveId" clId="{213D5065-CE67-4765-9BDB-C6C7D26EE3E2}" dt="2025-07-13T11:04:43.531" v="169"/>
        <pc:sldMkLst>
          <pc:docMk/>
          <pc:sldMk cId="988387482" sldId="370"/>
        </pc:sldMkLst>
      </pc:sldChg>
      <pc:sldMasterChg chg="modSldLayout">
        <pc:chgData name="嘉展 張" userId="56c0cc265fef7f12" providerId="LiveId" clId="{213D5065-CE67-4765-9BDB-C6C7D26EE3E2}" dt="2025-07-13T10:51:41.973" v="33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213D5065-CE67-4765-9BDB-C6C7D26EE3E2}" dt="2025-07-13T10:51:41.973" v="33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10:54:17.972" v="160" actId="20577"/>
        <pc:sldMkLst>
          <pc:docMk/>
          <pc:sldMk cId="4193172206" sldId="358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7-11T23:25:53.146" v="183" actId="57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1T23:25:53.146" v="183" actId="5793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1T23:23:17.764" v="15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7-11T23:18:41.043" v="8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C6C2923-82F6-4236-9CB5-3F8454DD2333}"/>
    <pc:docChg chg="undo redo custSel addSld delSld modSld modMainMaster">
      <pc:chgData name="嘉展 張" userId="56c0cc265fef7f12" providerId="LiveId" clId="{7C6C2923-82F6-4236-9CB5-3F8454DD2333}" dt="2025-07-13T22:45:04.241" v="254"/>
      <pc:docMkLst>
        <pc:docMk/>
      </pc:docMkLst>
      <pc:sldChg chg="addSp delSp modSp mod">
        <pc:chgData name="嘉展 張" userId="56c0cc265fef7f12" providerId="LiveId" clId="{7C6C2923-82F6-4236-9CB5-3F8454DD2333}" dt="2025-07-13T22:38:47.078" v="194" actId="207"/>
        <pc:sldMkLst>
          <pc:docMk/>
          <pc:sldMk cId="732333138" sldId="351"/>
        </pc:sldMkLst>
      </pc:sldChg>
      <pc:sldChg chg="modSp mod">
        <pc:chgData name="嘉展 張" userId="56c0cc265fef7f12" providerId="LiveId" clId="{7C6C2923-82F6-4236-9CB5-3F8454DD2333}" dt="2025-07-13T22:41:58.678" v="207" actId="15"/>
        <pc:sldMkLst>
          <pc:docMk/>
          <pc:sldMk cId="2503062332" sldId="354"/>
        </pc:sldMkLst>
      </pc:sldChg>
      <pc:sldChg chg="modSp mod">
        <pc:chgData name="嘉展 張" userId="56c0cc265fef7f12" providerId="LiveId" clId="{7C6C2923-82F6-4236-9CB5-3F8454DD2333}" dt="2025-07-13T22:42:24.359" v="210"/>
        <pc:sldMkLst>
          <pc:docMk/>
          <pc:sldMk cId="2169278876" sldId="355"/>
        </pc:sldMkLst>
      </pc:sldChg>
      <pc:sldChg chg="modSp mod">
        <pc:chgData name="嘉展 張" userId="56c0cc265fef7f12" providerId="LiveId" clId="{7C6C2923-82F6-4236-9CB5-3F8454DD2333}" dt="2025-07-13T22:39:24.136" v="196" actId="15"/>
        <pc:sldMkLst>
          <pc:docMk/>
          <pc:sldMk cId="4193172206" sldId="358"/>
        </pc:sldMkLst>
      </pc:sldChg>
      <pc:sldChg chg="modSp mod">
        <pc:chgData name="嘉展 張" userId="56c0cc265fef7f12" providerId="LiveId" clId="{7C6C2923-82F6-4236-9CB5-3F8454DD2333}" dt="2025-07-13T22:35:44.551" v="144" actId="207"/>
        <pc:sldMkLst>
          <pc:docMk/>
          <pc:sldMk cId="3585428774" sldId="359"/>
        </pc:sldMkLst>
      </pc:sldChg>
      <pc:sldChg chg="del">
        <pc:chgData name="嘉展 張" userId="56c0cc265fef7f12" providerId="LiveId" clId="{7C6C2923-82F6-4236-9CB5-3F8454DD2333}" dt="2025-07-13T22:35:41.671" v="143" actId="47"/>
        <pc:sldMkLst>
          <pc:docMk/>
          <pc:sldMk cId="3330119125" sldId="366"/>
        </pc:sldMkLst>
      </pc:sldChg>
      <pc:sldChg chg="del">
        <pc:chgData name="嘉展 張" userId="56c0cc265fef7f12" providerId="LiveId" clId="{7C6C2923-82F6-4236-9CB5-3F8454DD2333}" dt="2025-07-13T22:36:57.978" v="164" actId="47"/>
        <pc:sldMkLst>
          <pc:docMk/>
          <pc:sldMk cId="3880434486" sldId="369"/>
        </pc:sldMkLst>
      </pc:sldChg>
      <pc:sldChg chg="modSp mod">
        <pc:chgData name="嘉展 張" userId="56c0cc265fef7f12" providerId="LiveId" clId="{7C6C2923-82F6-4236-9CB5-3F8454DD2333}" dt="2025-07-13T22:39:47.736" v="200"/>
        <pc:sldMkLst>
          <pc:docMk/>
          <pc:sldMk cId="988387482" sldId="370"/>
        </pc:sldMkLst>
      </pc:sldChg>
      <pc:sldChg chg="add">
        <pc:chgData name="嘉展 張" userId="56c0cc265fef7f12" providerId="LiveId" clId="{7C6C2923-82F6-4236-9CB5-3F8454DD2333}" dt="2025-07-13T22:35:40.278" v="142"/>
        <pc:sldMkLst>
          <pc:docMk/>
          <pc:sldMk cId="3132866523" sldId="371"/>
        </pc:sldMkLst>
      </pc:sldChg>
      <pc:sldChg chg="add">
        <pc:chgData name="嘉展 張" userId="56c0cc265fef7f12" providerId="LiveId" clId="{7C6C2923-82F6-4236-9CB5-3F8454DD2333}" dt="2025-07-13T22:38:43.920" v="193"/>
        <pc:sldMkLst>
          <pc:docMk/>
          <pc:sldMk cId="620344238" sldId="372"/>
        </pc:sldMkLst>
      </pc:sldChg>
    </pc:docChg>
  </pc:docChgLst>
  <pc:docChgLst>
    <pc:chgData name="嘉展 張" userId="56c0cc265fef7f12" providerId="LiveId" clId="{879AC0E9-7501-4668-80DB-CE5CA74F18BF}"/>
    <pc:docChg chg="undo custSel addSld delSld modSld modMainMaster">
      <pc:chgData name="嘉展 張" userId="56c0cc265fef7f12" providerId="LiveId" clId="{879AC0E9-7501-4668-80DB-CE5CA74F18BF}" dt="2025-07-12T16:13:38.248" v="196" actId="20577"/>
      <pc:docMkLst>
        <pc:docMk/>
      </pc:docMkLst>
      <pc:sldChg chg="modSp mod">
        <pc:chgData name="嘉展 張" userId="56c0cc265fef7f12" providerId="LiveId" clId="{879AC0E9-7501-4668-80DB-CE5CA74F18BF}" dt="2025-07-12T14:30:51.547" v="40" actId="27636"/>
        <pc:sldMkLst>
          <pc:docMk/>
          <pc:sldMk cId="1698366788" sldId="274"/>
        </pc:sldMkLst>
      </pc:sldChg>
      <pc:sldChg chg="modSp mod">
        <pc:chgData name="嘉展 張" userId="56c0cc265fef7f12" providerId="LiveId" clId="{879AC0E9-7501-4668-80DB-CE5CA74F18BF}" dt="2025-07-12T16:13:38.248" v="196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879AC0E9-7501-4668-80DB-CE5CA74F18BF}" dt="2025-07-12T16:13:26.939" v="184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9AC0E9-7501-4668-80DB-CE5CA74F18BF}" dt="2025-07-12T15:36:04.544" v="104" actId="15"/>
        <pc:sldMkLst>
          <pc:docMk/>
          <pc:sldMk cId="3752334464" sldId="345"/>
        </pc:sldMkLst>
      </pc:sldChg>
      <pc:sldChg chg="modSp mod">
        <pc:chgData name="嘉展 張" userId="56c0cc265fef7f12" providerId="LiveId" clId="{879AC0E9-7501-4668-80DB-CE5CA74F18BF}" dt="2025-07-12T16:07:10.911" v="137" actId="15"/>
        <pc:sldMkLst>
          <pc:docMk/>
          <pc:sldMk cId="1115666099" sldId="346"/>
        </pc:sldMkLst>
      </pc:sldChg>
      <pc:sldChg chg="modSp mod">
        <pc:chgData name="嘉展 張" userId="56c0cc265fef7f12" providerId="LiveId" clId="{879AC0E9-7501-4668-80DB-CE5CA74F18BF}" dt="2025-07-12T16:07:28.807" v="140"/>
        <pc:sldMkLst>
          <pc:docMk/>
          <pc:sldMk cId="3822570613" sldId="347"/>
        </pc:sldMkLst>
      </pc:sldChg>
      <pc:sldChg chg="modSp mod">
        <pc:chgData name="嘉展 張" userId="56c0cc265fef7f12" providerId="LiveId" clId="{879AC0E9-7501-4668-80DB-CE5CA74F18BF}" dt="2025-07-12T15:09:07.935" v="102" actId="207"/>
        <pc:sldMkLst>
          <pc:docMk/>
          <pc:sldMk cId="732333138" sldId="351"/>
        </pc:sldMkLst>
      </pc:sldChg>
      <pc:sldChg chg="modSp mod">
        <pc:chgData name="嘉展 張" userId="56c0cc265fef7f12" providerId="LiveId" clId="{879AC0E9-7501-4668-80DB-CE5CA74F18BF}" dt="2025-07-12T16:07:44.860" v="142" actId="15"/>
        <pc:sldMkLst>
          <pc:docMk/>
          <pc:sldMk cId="2503062332" sldId="354"/>
        </pc:sldMkLst>
      </pc:sldChg>
      <pc:sldChg chg="modSp mod">
        <pc:chgData name="嘉展 張" userId="56c0cc265fef7f12" providerId="LiveId" clId="{879AC0E9-7501-4668-80DB-CE5CA74F18BF}" dt="2025-07-12T16:08:05.777" v="145"/>
        <pc:sldMkLst>
          <pc:docMk/>
          <pc:sldMk cId="2169278876" sldId="355"/>
        </pc:sldMkLst>
      </pc:sldChg>
      <pc:sldChg chg="modSp mod">
        <pc:chgData name="嘉展 張" userId="56c0cc265fef7f12" providerId="LiveId" clId="{879AC0E9-7501-4668-80DB-CE5CA74F18BF}" dt="2025-07-12T15:42:43.207" v="135" actId="1035"/>
        <pc:sldMkLst>
          <pc:docMk/>
          <pc:sldMk cId="4193172206" sldId="358"/>
        </pc:sldMkLst>
      </pc:sldChg>
      <pc:sldChg chg="modSp mod">
        <pc:chgData name="嘉展 張" userId="56c0cc265fef7f12" providerId="LiveId" clId="{879AC0E9-7501-4668-80DB-CE5CA74F18BF}" dt="2025-07-12T14:55:12.837" v="56" actId="20577"/>
        <pc:sldMkLst>
          <pc:docMk/>
          <pc:sldMk cId="3585428774" sldId="359"/>
        </pc:sldMkLst>
      </pc:sldChg>
      <pc:sldChg chg="del">
        <pc:chgData name="嘉展 張" userId="56c0cc265fef7f12" providerId="LiveId" clId="{879AC0E9-7501-4668-80DB-CE5CA74F18BF}" dt="2025-07-12T15:09:04.989" v="101" actId="47"/>
        <pc:sldMkLst>
          <pc:docMk/>
          <pc:sldMk cId="1800767988" sldId="367"/>
        </pc:sldMkLst>
      </pc:sldChg>
      <pc:sldChg chg="add">
        <pc:chgData name="嘉展 張" userId="56c0cc265fef7f12" providerId="LiveId" clId="{879AC0E9-7501-4668-80DB-CE5CA74F18BF}" dt="2025-07-12T15:09:02.987" v="100"/>
        <pc:sldMkLst>
          <pc:docMk/>
          <pc:sldMk cId="1054572155" sldId="368"/>
        </pc:sldMkLst>
      </pc:sldChg>
      <pc:sldMasterChg chg="modSldLayout">
        <pc:chgData name="嘉展 張" userId="56c0cc265fef7f12" providerId="LiveId" clId="{879AC0E9-7501-4668-80DB-CE5CA74F18BF}" dt="2025-07-12T14:19:41.818" v="31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9AC0E9-7501-4668-80DB-CE5CA74F18BF}" dt="2025-07-12T14:19:41.818" v="31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8F15BBE-A2E8-4DCB-B8C2-722EEBD073BE}"/>
    <pc:docChg chg="undo redo custSel addSld delSld modSld modMainMaster">
      <pc:chgData name="嘉展 張" userId="56c0cc265fef7f12" providerId="LiveId" clId="{B8F15BBE-A2E8-4DCB-B8C2-722EEBD073BE}" dt="2025-07-11T23:37:36.079" v="211" actId="20577"/>
      <pc:docMkLst>
        <pc:docMk/>
      </pc:docMkLst>
      <pc:sldChg chg="modSp mod">
        <pc:chgData name="嘉展 張" userId="56c0cc265fef7f12" providerId="LiveId" clId="{B8F15BBE-A2E8-4DCB-B8C2-722EEBD073BE}" dt="2025-07-11T23:31:50.127" v="130" actId="207"/>
        <pc:sldMkLst>
          <pc:docMk/>
          <pc:sldMk cId="732333138" sldId="351"/>
        </pc:sldMkLst>
      </pc:sldChg>
      <pc:sldChg chg="modSp mod">
        <pc:chgData name="嘉展 張" userId="56c0cc265fef7f12" providerId="LiveId" clId="{B8F15BBE-A2E8-4DCB-B8C2-722EEBD073BE}" dt="2025-07-11T23:33:49.051" v="148" actId="15"/>
        <pc:sldMkLst>
          <pc:docMk/>
          <pc:sldMk cId="2503062332" sldId="354"/>
        </pc:sldMkLst>
      </pc:sldChg>
      <pc:sldChg chg="modSp mod">
        <pc:chgData name="嘉展 張" userId="56c0cc265fef7f12" providerId="LiveId" clId="{B8F15BBE-A2E8-4DCB-B8C2-722EEBD073BE}" dt="2025-07-11T23:34:13.940" v="153"/>
        <pc:sldMkLst>
          <pc:docMk/>
          <pc:sldMk cId="2169278876" sldId="355"/>
        </pc:sldMkLst>
      </pc:sldChg>
      <pc:sldChg chg="modSp mod">
        <pc:chgData name="嘉展 張" userId="56c0cc265fef7f12" providerId="LiveId" clId="{B8F15BBE-A2E8-4DCB-B8C2-722EEBD073BE}" dt="2025-07-11T23:32:58.322" v="141" actId="6549"/>
        <pc:sldMkLst>
          <pc:docMk/>
          <pc:sldMk cId="4193172206" sldId="358"/>
        </pc:sldMkLst>
      </pc:sldChg>
      <pc:sldChg chg="modSp mod">
        <pc:chgData name="嘉展 張" userId="56c0cc265fef7f12" providerId="LiveId" clId="{B8F15BBE-A2E8-4DCB-B8C2-722EEBD073BE}" dt="2025-07-11T23:29:58.509" v="83" actId="207"/>
        <pc:sldMkLst>
          <pc:docMk/>
          <pc:sldMk cId="3585428774" sldId="359"/>
        </pc:sldMkLst>
      </pc:sldChg>
      <pc:sldChg chg="del">
        <pc:chgData name="嘉展 張" userId="56c0cc265fef7f12" providerId="LiveId" clId="{B8F15BBE-A2E8-4DCB-B8C2-722EEBD073BE}" dt="2025-07-11T23:29:53.142" v="81" actId="47"/>
        <pc:sldMkLst>
          <pc:docMk/>
          <pc:sldMk cId="2643400217" sldId="362"/>
        </pc:sldMkLst>
      </pc:sldChg>
      <pc:sldChg chg="del">
        <pc:chgData name="嘉展 張" userId="56c0cc265fef7f12" providerId="LiveId" clId="{B8F15BBE-A2E8-4DCB-B8C2-722EEBD073BE}" dt="2025-07-11T23:31:42.132" v="129" actId="47"/>
        <pc:sldMkLst>
          <pc:docMk/>
          <pc:sldMk cId="1308011151" sldId="363"/>
        </pc:sldMkLst>
      </pc:sldChg>
      <pc:sldChg chg="add">
        <pc:chgData name="嘉展 張" userId="56c0cc265fef7f12" providerId="LiveId" clId="{B8F15BBE-A2E8-4DCB-B8C2-722EEBD073BE}" dt="2025-07-11T23:29:54.524" v="82"/>
        <pc:sldMkLst>
          <pc:docMk/>
          <pc:sldMk cId="2901890192" sldId="364"/>
        </pc:sldMkLst>
      </pc:sldChg>
      <pc:sldChg chg="add">
        <pc:chgData name="嘉展 張" userId="56c0cc265fef7f12" providerId="LiveId" clId="{B8F15BBE-A2E8-4DCB-B8C2-722EEBD073BE}" dt="2025-07-11T23:31:40.443" v="128"/>
        <pc:sldMkLst>
          <pc:docMk/>
          <pc:sldMk cId="4208653585" sldId="365"/>
        </pc:sldMkLst>
      </pc:sldChg>
      <pc:sldChg chg="addSp delSp modSp add del mod">
        <pc:chgData name="嘉展 張" userId="56c0cc265fef7f12" providerId="LiveId" clId="{B8F15BBE-A2E8-4DCB-B8C2-722EEBD073BE}" dt="2025-07-11T23:35:29.456" v="171" actId="47"/>
        <pc:sldMkLst>
          <pc:docMk/>
          <pc:sldMk cId="2529413341" sldId="366"/>
        </pc:sldMkLst>
      </pc:sld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503394CD-CD7C-4FEF-9F21-9EB2DB85109F}"/>
    <pc:docChg chg="undo custSel modSld">
      <pc:chgData name="嘉展 張" userId="56c0cc265fef7f12" providerId="LiveId" clId="{503394CD-CD7C-4FEF-9F21-9EB2DB85109F}" dt="2025-09-24T10:51:39.949" v="62"/>
      <pc:docMkLst>
        <pc:docMk/>
      </pc:docMkLst>
      <pc:sldChg chg="modSp mod">
        <pc:chgData name="嘉展 張" userId="56c0cc265fef7f12" providerId="LiveId" clId="{503394CD-CD7C-4FEF-9F21-9EB2DB85109F}" dt="2025-09-24T10:51:39.949" v="62"/>
        <pc:sldMkLst>
          <pc:docMk/>
          <pc:sldMk cId="3383698067" sldId="342"/>
        </pc:sldMkLst>
        <pc:spChg chg="mod">
          <ac:chgData name="嘉展 張" userId="56c0cc265fef7f12" providerId="LiveId" clId="{503394CD-CD7C-4FEF-9F21-9EB2DB85109F}" dt="2025-09-24T10:51:39.949" v="62"/>
          <ac:spMkLst>
            <pc:docMk/>
            <pc:sldMk cId="3383698067" sldId="342"/>
            <ac:spMk id="9" creationId="{0CAF9C41-14FE-17B0-CE76-741338CCF4CA}"/>
          </ac:spMkLst>
        </pc:spChg>
      </pc:sldChg>
    </pc:docChg>
  </pc:docChgLst>
  <pc:docChgLst>
    <pc:chgData name="嘉展 張" userId="56c0cc265fef7f12" providerId="LiveId" clId="{4409F9D8-FA24-44EF-8020-254A52CDBD6B}"/>
    <pc:docChg chg="undo custSel addSld delSld modSld modMainMaster">
      <pc:chgData name="嘉展 張" userId="56c0cc265fef7f12" providerId="LiveId" clId="{4409F9D8-FA24-44EF-8020-254A52CDBD6B}" dt="2025-07-11T23:49:18.575" v="183" actId="20577"/>
      <pc:docMkLst>
        <pc:docMk/>
      </pc:docMkLst>
      <pc:sldChg chg="modSp mod">
        <pc:chgData name="嘉展 張" userId="56c0cc265fef7f12" providerId="LiveId" clId="{4409F9D8-FA24-44EF-8020-254A52CDBD6B}" dt="2025-07-11T23:40:58.792" v="23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4409F9D8-FA24-44EF-8020-254A52CDBD6B}" dt="2025-07-11T23:49:18.575" v="183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4409F9D8-FA24-44EF-8020-254A52CDBD6B}" dt="2025-07-11T23:46:45.169" v="146" actId="6549"/>
        <pc:sldMkLst>
          <pc:docMk/>
          <pc:sldMk cId="345017411" sldId="343"/>
        </pc:sldMkLst>
      </pc:sldChg>
      <pc:sldChg chg="modSp mod">
        <pc:chgData name="嘉展 張" userId="56c0cc265fef7f12" providerId="LiveId" clId="{4409F9D8-FA24-44EF-8020-254A52CDBD6B}" dt="2025-07-11T23:44:45.539" v="120" actId="15"/>
        <pc:sldMkLst>
          <pc:docMk/>
          <pc:sldMk cId="3752334464" sldId="345"/>
        </pc:sldMkLst>
      </pc:sldChg>
      <pc:sldChg chg="modSp mod">
        <pc:chgData name="嘉展 張" userId="56c0cc265fef7f12" providerId="LiveId" clId="{4409F9D8-FA24-44EF-8020-254A52CDBD6B}" dt="2025-07-11T23:45:23.356" v="127" actId="15"/>
        <pc:sldMkLst>
          <pc:docMk/>
          <pc:sldMk cId="1115666099" sldId="346"/>
        </pc:sldMkLst>
      </pc:sldChg>
      <pc:sldChg chg="modSp mod">
        <pc:chgData name="嘉展 張" userId="56c0cc265fef7f12" providerId="LiveId" clId="{4409F9D8-FA24-44EF-8020-254A52CDBD6B}" dt="2025-07-11T23:45:47.305" v="131"/>
        <pc:sldMkLst>
          <pc:docMk/>
          <pc:sldMk cId="3822570613" sldId="347"/>
        </pc:sldMkLst>
      </pc:sldChg>
      <pc:sldChg chg="modSp mod">
        <pc:chgData name="嘉展 張" userId="56c0cc265fef7f12" providerId="LiveId" clId="{4409F9D8-FA24-44EF-8020-254A52CDBD6B}" dt="2025-07-11T23:44:22.209" v="117" actId="207"/>
        <pc:sldMkLst>
          <pc:docMk/>
          <pc:sldMk cId="732333138" sldId="351"/>
        </pc:sldMkLst>
      </pc:sldChg>
      <pc:sldChg chg="modSp mod">
        <pc:chgData name="嘉展 張" userId="56c0cc265fef7f12" providerId="LiveId" clId="{4409F9D8-FA24-44EF-8020-254A52CDBD6B}" dt="2025-07-11T23:46:02.119" v="133" actId="15"/>
        <pc:sldMkLst>
          <pc:docMk/>
          <pc:sldMk cId="2503062332" sldId="354"/>
        </pc:sldMkLst>
      </pc:sldChg>
      <pc:sldChg chg="modSp mod">
        <pc:chgData name="嘉展 張" userId="56c0cc265fef7f12" providerId="LiveId" clId="{4409F9D8-FA24-44EF-8020-254A52CDBD6B}" dt="2025-07-11T23:46:21.269" v="136"/>
        <pc:sldMkLst>
          <pc:docMk/>
          <pc:sldMk cId="2169278876" sldId="355"/>
        </pc:sldMkLst>
      </pc:sldChg>
      <pc:sldChg chg="modSp mod">
        <pc:chgData name="嘉展 張" userId="56c0cc265fef7f12" providerId="LiveId" clId="{4409F9D8-FA24-44EF-8020-254A52CDBD6B}" dt="2025-07-11T23:45:10.882" v="125" actId="6549"/>
        <pc:sldMkLst>
          <pc:docMk/>
          <pc:sldMk cId="4193172206" sldId="358"/>
        </pc:sldMkLst>
      </pc:sldChg>
      <pc:sldChg chg="modSp mod">
        <pc:chgData name="嘉展 張" userId="56c0cc265fef7f12" providerId="LiveId" clId="{4409F9D8-FA24-44EF-8020-254A52CDBD6B}" dt="2025-07-11T23:43:01.538" v="78" actId="207"/>
        <pc:sldMkLst>
          <pc:docMk/>
          <pc:sldMk cId="3585428774" sldId="359"/>
        </pc:sldMkLst>
      </pc:sldChg>
      <pc:sldChg chg="del">
        <pc:chgData name="嘉展 張" userId="56c0cc265fef7f12" providerId="LiveId" clId="{4409F9D8-FA24-44EF-8020-254A52CDBD6B}" dt="2025-07-11T23:43:08.834" v="79" actId="47"/>
        <pc:sldMkLst>
          <pc:docMk/>
          <pc:sldMk cId="2901890192" sldId="364"/>
        </pc:sldMkLst>
      </pc:sldChg>
      <pc:sldChg chg="del">
        <pc:chgData name="嘉展 張" userId="56c0cc265fef7f12" providerId="LiveId" clId="{4409F9D8-FA24-44EF-8020-254A52CDBD6B}" dt="2025-07-11T23:44:29.335" v="118" actId="47"/>
        <pc:sldMkLst>
          <pc:docMk/>
          <pc:sldMk cId="4208653585" sldId="365"/>
        </pc:sldMkLst>
      </pc:sldChg>
      <pc:sldChg chg="add">
        <pc:chgData name="嘉展 張" userId="56c0cc265fef7f12" providerId="LiveId" clId="{4409F9D8-FA24-44EF-8020-254A52CDBD6B}" dt="2025-07-11T23:42:57.506" v="77"/>
        <pc:sldMkLst>
          <pc:docMk/>
          <pc:sldMk cId="3330119125" sldId="366"/>
        </pc:sldMkLst>
      </pc:sldChg>
      <pc:sldChg chg="add">
        <pc:chgData name="嘉展 張" userId="56c0cc265fef7f12" providerId="LiveId" clId="{4409F9D8-FA24-44EF-8020-254A52CDBD6B}" dt="2025-07-11T23:44:15.134" v="116"/>
        <pc:sldMkLst>
          <pc:docMk/>
          <pc:sldMk cId="1800767988" sldId="367"/>
        </pc:sldMkLst>
      </pc:sldChg>
      <pc:sldMasterChg chg="modSldLayout">
        <pc:chgData name="嘉展 張" userId="56c0cc265fef7f12" providerId="LiveId" clId="{4409F9D8-FA24-44EF-8020-254A52CDBD6B}" dt="2025-07-11T23:41:22.191" v="34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4409F9D8-FA24-44EF-8020-254A52CDBD6B}" dt="2025-07-11T23:41:22.191" v="34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490EF86-C587-4E8A-87DA-6584A4DA6CA7}"/>
    <pc:docChg chg="undo custSel addSld delSld modSld sldOrd modMainMaster">
      <pc:chgData name="嘉展 張" userId="56c0cc265fef7f12" providerId="LiveId" clId="{6490EF86-C587-4E8A-87DA-6584A4DA6CA7}" dt="2025-08-20T12:42:18.333" v="291"/>
      <pc:docMkLst>
        <pc:docMk/>
      </pc:docMkLst>
      <pc:sldChg chg="addSp delSp modSp mod">
        <pc:chgData name="嘉展 張" userId="56c0cc265fef7f12" providerId="LiveId" clId="{6490EF86-C587-4E8A-87DA-6584A4DA6CA7}" dt="2025-07-14T13:27:07.447" v="237" actId="20577"/>
        <pc:sldMkLst>
          <pc:docMk/>
          <pc:sldMk cId="988387482" sldId="370"/>
        </pc:sldMkLst>
      </pc:sldChg>
      <pc:sldChg chg="del">
        <pc:chgData name="嘉展 張" userId="56c0cc265fef7f12" providerId="LiveId" clId="{6490EF86-C587-4E8A-87DA-6584A4DA6CA7}" dt="2025-07-14T13:02:56.930" v="83" actId="47"/>
        <pc:sldMkLst>
          <pc:docMk/>
          <pc:sldMk cId="3132866523" sldId="371"/>
        </pc:sldMkLst>
      </pc:sldChg>
      <pc:sldChg chg="del">
        <pc:chgData name="嘉展 張" userId="56c0cc265fef7f12" providerId="LiveId" clId="{6490EF86-C587-4E8A-87DA-6584A4DA6CA7}" dt="2025-07-14T13:15:19.272" v="226" actId="47"/>
        <pc:sldMkLst>
          <pc:docMk/>
          <pc:sldMk cId="620344238" sldId="372"/>
        </pc:sldMkLst>
      </pc:sldChg>
      <pc:sldChg chg="add">
        <pc:chgData name="嘉展 張" userId="56c0cc265fef7f12" providerId="LiveId" clId="{6490EF86-C587-4E8A-87DA-6584A4DA6CA7}" dt="2025-07-14T13:02:52.714" v="82"/>
        <pc:sldMkLst>
          <pc:docMk/>
          <pc:sldMk cId="1553796753" sldId="373"/>
        </pc:sldMkLst>
      </pc:sldChg>
      <pc:sldChg chg="add">
        <pc:chgData name="嘉展 張" userId="56c0cc265fef7f12" providerId="LiveId" clId="{6490EF86-C587-4E8A-87DA-6584A4DA6CA7}" dt="2025-07-14T13:15:17.021" v="225"/>
        <pc:sldMkLst>
          <pc:docMk/>
          <pc:sldMk cId="1667836262" sldId="374"/>
        </pc:sldMkLst>
      </pc:sld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31:06.934" v="373" actId="2711"/>
        <pc:sldMkLst>
          <pc:docMk/>
          <pc:sldMk cId="3383698067" sldId="342"/>
        </pc:sldMkLst>
      </pc:sldChg>
      <pc:sldChg chg="modSp mod">
        <pc:chgData name="嘉展 張" userId="56c0cc265fef7f12" providerId="LiveId" clId="{8C17DC2B-5918-4C2A-ABAD-E0796C8BEBAA}" dt="2025-07-09T09:29:41.625" v="352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3400444A-C0A1-457B-A065-18B6519A10AD}"/>
    <pc:docChg chg="undo custSel addSld delSld modSld sldOrd">
      <pc:chgData name="嘉展 張" userId="56c0cc265fef7f12" providerId="LiveId" clId="{3400444A-C0A1-457B-A065-18B6519A10AD}" dt="2025-08-24T10:34:27.448" v="947" actId="20577"/>
      <pc:docMkLst>
        <pc:docMk/>
      </pc:docMkLst>
      <pc:sldChg chg="addSp delSp modSp mod">
        <pc:chgData name="嘉展 張" userId="56c0cc265fef7f12" providerId="LiveId" clId="{3400444A-C0A1-457B-A065-18B6519A10AD}" dt="2025-08-24T07:52:05.575" v="153"/>
        <pc:sldMkLst>
          <pc:docMk/>
          <pc:sldMk cId="1115666099" sldId="346"/>
        </pc:sldMkLst>
      </pc:sldChg>
      <pc:sldChg chg="addSp delSp modSp mod">
        <pc:chgData name="嘉展 張" userId="56c0cc265fef7f12" providerId="LiveId" clId="{3400444A-C0A1-457B-A065-18B6519A10AD}" dt="2025-08-24T07:52:10.111" v="155"/>
        <pc:sldMkLst>
          <pc:docMk/>
          <pc:sldMk cId="3822570613" sldId="347"/>
        </pc:sldMkLst>
      </pc:sldChg>
      <pc:sldChg chg="addSp delSp modSp del mod">
        <pc:chgData name="嘉展 張" userId="56c0cc265fef7f12" providerId="LiveId" clId="{3400444A-C0A1-457B-A065-18B6519A10AD}" dt="2025-08-24T09:53:13.719" v="526" actId="47"/>
        <pc:sldMkLst>
          <pc:docMk/>
          <pc:sldMk cId="732333138" sldId="351"/>
        </pc:sldMkLst>
      </pc:sldChg>
      <pc:sldChg chg="addSp delSp modSp mod">
        <pc:chgData name="嘉展 張" userId="56c0cc265fef7f12" providerId="LiveId" clId="{3400444A-C0A1-457B-A065-18B6519A10AD}" dt="2025-08-24T07:53:32.195" v="173"/>
        <pc:sldMkLst>
          <pc:docMk/>
          <pc:sldMk cId="2503062332" sldId="354"/>
        </pc:sldMkLst>
      </pc:sldChg>
      <pc:sldChg chg="del">
        <pc:chgData name="嘉展 張" userId="56c0cc265fef7f12" providerId="LiveId" clId="{3400444A-C0A1-457B-A065-18B6519A10AD}" dt="2025-08-24T07:51:42.899" v="127" actId="47"/>
        <pc:sldMkLst>
          <pc:docMk/>
          <pc:sldMk cId="2169278876" sldId="355"/>
        </pc:sldMkLst>
      </pc:sldChg>
      <pc:sldChg chg="addSp modSp del">
        <pc:chgData name="嘉展 張" userId="56c0cc265fef7f12" providerId="LiveId" clId="{3400444A-C0A1-457B-A065-18B6519A10AD}" dt="2025-08-24T07:54:25.113" v="179" actId="47"/>
        <pc:sldMkLst>
          <pc:docMk/>
          <pc:sldMk cId="3585428774" sldId="359"/>
        </pc:sldMkLst>
      </pc:sldChg>
      <pc:sldChg chg="addSp delSp modSp mod">
        <pc:chgData name="嘉展 張" userId="56c0cc265fef7f12" providerId="LiveId" clId="{3400444A-C0A1-457B-A065-18B6519A10AD}" dt="2025-08-24T07:52:00.966" v="151"/>
        <pc:sldMkLst>
          <pc:docMk/>
          <pc:sldMk cId="988387482" sldId="370"/>
        </pc:sldMkLst>
      </pc:sldChg>
      <pc:sldChg chg="addSp modSp mod">
        <pc:chgData name="嘉展 張" userId="56c0cc265fef7f12" providerId="LiveId" clId="{3400444A-C0A1-457B-A065-18B6519A10AD}" dt="2025-08-24T09:52:32.243" v="493" actId="20577"/>
        <pc:sldMkLst>
          <pc:docMk/>
          <pc:sldMk cId="1553796753" sldId="373"/>
        </pc:sldMkLst>
      </pc:sldChg>
      <pc:sldChg chg="modSp mod">
        <pc:chgData name="嘉展 張" userId="56c0cc265fef7f12" providerId="LiveId" clId="{3400444A-C0A1-457B-A065-18B6519A10AD}" dt="2025-08-24T10:32:33.457" v="772" actId="20577"/>
        <pc:sldMkLst>
          <pc:docMk/>
          <pc:sldMk cId="1667836262" sldId="374"/>
        </pc:sldMkLst>
      </pc:sldChg>
      <pc:sldChg chg="addSp delSp modSp add mod ord">
        <pc:chgData name="嘉展 張" userId="56c0cc265fef7f12" providerId="LiveId" clId="{3400444A-C0A1-457B-A065-18B6519A10AD}" dt="2025-08-24T07:53:47.619" v="175"/>
        <pc:sldMkLst>
          <pc:docMk/>
          <pc:sldMk cId="3454040539" sldId="375"/>
        </pc:sldMkLst>
      </pc:sldChg>
      <pc:sldChg chg="addSp modSp add mod">
        <pc:chgData name="嘉展 張" userId="56c0cc265fef7f12" providerId="LiveId" clId="{3400444A-C0A1-457B-A065-18B6519A10AD}" dt="2025-08-24T09:52:55.026" v="525" actId="1076"/>
        <pc:sldMkLst>
          <pc:docMk/>
          <pc:sldMk cId="2795484046" sldId="376"/>
        </pc:sldMkLst>
      </pc:sldChg>
      <pc:sldChg chg="add del">
        <pc:chgData name="嘉展 張" userId="56c0cc265fef7f12" providerId="LiveId" clId="{3400444A-C0A1-457B-A065-18B6519A10AD}" dt="2025-08-24T09:48:58.964" v="347"/>
        <pc:sldMkLst>
          <pc:docMk/>
          <pc:sldMk cId="600793845" sldId="377"/>
        </pc:sldMkLst>
      </pc:sldChg>
      <pc:sldChg chg="add del">
        <pc:chgData name="嘉展 張" userId="56c0cc265fef7f12" providerId="LiveId" clId="{3400444A-C0A1-457B-A065-18B6519A10AD}" dt="2025-08-24T09:48:22.159" v="343"/>
        <pc:sldMkLst>
          <pc:docMk/>
          <pc:sldMk cId="1216078284" sldId="377"/>
        </pc:sldMkLst>
      </pc:sldChg>
      <pc:sldChg chg="add del">
        <pc:chgData name="嘉展 張" userId="56c0cc265fef7f12" providerId="LiveId" clId="{3400444A-C0A1-457B-A065-18B6519A10AD}" dt="2025-08-24T09:48:51.995" v="345"/>
        <pc:sldMkLst>
          <pc:docMk/>
          <pc:sldMk cId="1972984310" sldId="377"/>
        </pc:sldMkLst>
      </pc:sldChg>
      <pc:sldChg chg="add del">
        <pc:chgData name="嘉展 張" userId="56c0cc265fef7f12" providerId="LiveId" clId="{3400444A-C0A1-457B-A065-18B6519A10AD}" dt="2025-08-24T10:32:41.776" v="774" actId="47"/>
        <pc:sldMkLst>
          <pc:docMk/>
          <pc:sldMk cId="3926698407" sldId="377"/>
        </pc:sldMkLst>
      </pc:sldChg>
      <pc:sldChg chg="addSp modSp add mod">
        <pc:chgData name="嘉展 張" userId="56c0cc265fef7f12" providerId="LiveId" clId="{3400444A-C0A1-457B-A065-18B6519A10AD}" dt="2025-08-24T10:34:27.448" v="947" actId="20577"/>
        <pc:sldMkLst>
          <pc:docMk/>
          <pc:sldMk cId="256277985" sldId="3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E067-0155-F040-7989-1331A2C0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6F61BC1-0CF3-630E-B9E5-7555E6F84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457BEF-FC92-99FD-B1FE-3CFC6CF69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530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CE85-779D-84DA-8541-99A80D5B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9E7EAE-FDE3-AAD9-22E5-CF0093524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75005F-07BE-255B-CF20-EE486276F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055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ECB6-C63C-4DCF-11E9-708608A6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E72C56E-EEE9-0419-FD8D-1291BD362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FC7DFC-AF47-636E-92FF-FACA36424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799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444E-B397-682F-E1E7-69F4BD3F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33BF197-A174-F2D6-D256-A501BF224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1697E4A-63A5-7865-4D75-52B033793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3999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D6FF-0C0D-83F3-612A-BBDD094E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CCD3CD-9121-CCD1-AFFD-FDC8BEC79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A8C1D2-90A8-9103-56B9-E33BF3DB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662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526A-A5B6-B65A-D3E0-F0766EF67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259E3F-F756-009D-8F93-4AC946F7C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96E3C61-3B3E-D001-2B5C-108E50218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2828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14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3071004" y="355598"/>
            <a:ext cx="79619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彼の夢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第十四課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～を通じる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ばかりでなく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（も）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からこそ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～でも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からには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～回る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ないと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どんなに～だろう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～をもとに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～ことはない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4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彼の夢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</a:t>
            </a:r>
            <a:r>
              <a:rPr kumimoji="1" lang="ja-JP" altLang="en-US" sz="360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十四</a:t>
            </a:r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617FD-870B-FB6C-4AD1-750A56121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EB1DEF3-C75D-440F-17E3-ABC0BD4F7CCC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sz="4800" dirty="0"/>
              <a:t>1.	SNS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、世界中の人とつながれる時代になった。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2.	</a:t>
            </a:r>
            <a:r>
              <a:rPr lang="ja-JP" altLang="en-US" sz="4800" dirty="0"/>
              <a:t>彼は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、フランス語も話せる。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3.	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、成功した時の喜びが大きい。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4.	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行けますが、電車のほうが速いですよ。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5.	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、最後までやり通すべきだ。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C4C917C-2619-E7FA-6013-577D2D7440A9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5">
            <a:extLst>
              <a:ext uri="{FF2B5EF4-FFF2-40B4-BE49-F238E27FC236}">
                <a16:creationId xmlns:a16="http://schemas.microsoft.com/office/drawing/2014/main" id="{F3549403-6C35-9735-8C5A-64C626323ED0}"/>
              </a:ext>
            </a:extLst>
          </p:cNvPr>
          <p:cNvSpPr txBox="1"/>
          <p:nvPr/>
        </p:nvSpPr>
        <p:spPr>
          <a:xfrm>
            <a:off x="2785418" y="11621279"/>
            <a:ext cx="18484547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～ばかりではなく～　</a:t>
            </a:r>
            <a:r>
              <a:rPr lang="en-US" altLang="ja-JP" sz="4800" dirty="0"/>
              <a:t>/</a:t>
            </a:r>
            <a:r>
              <a:rPr lang="ja-JP" altLang="en-US" sz="4800" dirty="0"/>
              <a:t>　からには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～を通じて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～でも　</a:t>
            </a:r>
            <a:r>
              <a:rPr lang="en-US" altLang="ja-JP" sz="4800" dirty="0"/>
              <a:t>/</a:t>
            </a:r>
            <a:r>
              <a:rPr lang="ja-JP" altLang="en-US" sz="4800" dirty="0"/>
              <a:t>　からには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553796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DF26E-B39D-B12B-CAA0-7FF7DCDD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5B99292-F74E-2C16-BDC5-829851D606AC}"/>
              </a:ext>
            </a:extLst>
          </p:cNvPr>
          <p:cNvSpPr txBox="1"/>
          <p:nvPr/>
        </p:nvSpPr>
        <p:spPr>
          <a:xfrm>
            <a:off x="1041143" y="2308041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sz="4800" dirty="0"/>
              <a:t>1.	SNS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、世界中の人とつながれる時代になった。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2.	</a:t>
            </a:r>
            <a:r>
              <a:rPr lang="ja-JP" altLang="en-US" sz="4800" dirty="0"/>
              <a:t>彼は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、フランス語も話せる。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3.	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、成功した時の喜びが大きい。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4.	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行けますが、電車のほうが速いですよ。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5.	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、最後までやり通すべきだ。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356226A-8359-EE64-DF62-86D58EE8E724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5">
            <a:extLst>
              <a:ext uri="{FF2B5EF4-FFF2-40B4-BE49-F238E27FC236}">
                <a16:creationId xmlns:a16="http://schemas.microsoft.com/office/drawing/2014/main" id="{29424F65-9C0F-1066-C7B1-748A70E6D176}"/>
              </a:ext>
            </a:extLst>
          </p:cNvPr>
          <p:cNvSpPr txBox="1"/>
          <p:nvPr/>
        </p:nvSpPr>
        <p:spPr>
          <a:xfrm>
            <a:off x="2785418" y="11621279"/>
            <a:ext cx="18484547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～ばかりではなく～　</a:t>
            </a:r>
            <a:r>
              <a:rPr lang="en-US" altLang="ja-JP" sz="4800" dirty="0"/>
              <a:t>/</a:t>
            </a:r>
            <a:r>
              <a:rPr lang="ja-JP" altLang="en-US" sz="4800" dirty="0"/>
              <a:t>　からには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～を通じて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～でも　</a:t>
            </a:r>
            <a:r>
              <a:rPr lang="en-US" altLang="ja-JP" sz="4800" dirty="0"/>
              <a:t>/</a:t>
            </a:r>
            <a:r>
              <a:rPr lang="ja-JP" altLang="en-US" sz="4800" dirty="0"/>
              <a:t>　からには</a:t>
            </a:r>
            <a:endParaRPr kumimoji="1" lang="ja-JP" altLang="en-US" sz="4800" dirty="0"/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C4E86E96-98E3-0F5E-2DCF-C99D050801D7}"/>
              </a:ext>
            </a:extLst>
          </p:cNvPr>
          <p:cNvSpPr txBox="1"/>
          <p:nvPr/>
        </p:nvSpPr>
        <p:spPr>
          <a:xfrm>
            <a:off x="3793580" y="2728195"/>
            <a:ext cx="2364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を通じて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4366EBBE-4142-457E-33AB-36996E88262F}"/>
              </a:ext>
            </a:extLst>
          </p:cNvPr>
          <p:cNvSpPr txBox="1"/>
          <p:nvPr/>
        </p:nvSpPr>
        <p:spPr>
          <a:xfrm>
            <a:off x="3857059" y="4175783"/>
            <a:ext cx="46025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英語ばかりでなく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D5981C59-E7C6-1C0C-906B-BD1D7FAAEE14}"/>
              </a:ext>
            </a:extLst>
          </p:cNvPr>
          <p:cNvSpPr txBox="1"/>
          <p:nvPr/>
        </p:nvSpPr>
        <p:spPr>
          <a:xfrm>
            <a:off x="2433923" y="5683598"/>
            <a:ext cx="4737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苦労したからこそ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396C9D-7AB5-464B-ADE6-B36812986B82}"/>
              </a:ext>
            </a:extLst>
          </p:cNvPr>
          <p:cNvSpPr txBox="1"/>
          <p:nvPr/>
        </p:nvSpPr>
        <p:spPr>
          <a:xfrm>
            <a:off x="3793580" y="7163022"/>
            <a:ext cx="24545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バスでも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58EBF161-FBA1-82F8-B34E-E1F5F7E206C6}"/>
              </a:ext>
            </a:extLst>
          </p:cNvPr>
          <p:cNvSpPr txBox="1"/>
          <p:nvPr/>
        </p:nvSpPr>
        <p:spPr>
          <a:xfrm>
            <a:off x="2433923" y="8567640"/>
            <a:ext cx="59250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やると決めたからには</a:t>
            </a:r>
          </a:p>
        </p:txBody>
      </p:sp>
    </p:spTree>
    <p:extLst>
      <p:ext uri="{BB962C8B-B14F-4D97-AF65-F5344CB8AC3E}">
        <p14:creationId xmlns:p14="http://schemas.microsoft.com/office/powerpoint/2010/main" val="279548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5C6A8-D466-676F-98ED-05731BA44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475925F2-3A89-9209-C8C1-BDD2541D9C2B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彼は忙しい中を</a:t>
            </a:r>
            <a:r>
              <a:rPr lang="ja-JP" altLang="en-US" sz="4800" u="sng" dirty="0"/>
              <a:t>　　　　　　　　　　　　　　　</a:t>
            </a:r>
            <a:r>
              <a:rPr lang="ja-JP" altLang="en-US" sz="4800" dirty="0"/>
              <a:t>、営業している。「～回る」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終わらないので、早く始めましょう。「～ないと～ない」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その景色は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と思う。「どんなに～だろう」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この映画は</a:t>
            </a:r>
            <a:r>
              <a:rPr lang="ja-JP" altLang="en-US" sz="4800" u="sng" dirty="0"/>
              <a:t>　　　　　　　　　　　　　　　　　　　　　</a:t>
            </a:r>
            <a:r>
              <a:rPr lang="ja-JP" altLang="en-US" sz="4800" dirty="0"/>
              <a:t>作られている。「をもとに」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彼のことは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。君のせいじゃないんだから。「～ことはない」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CB7C4EB-30F2-90BE-8835-2F6DF749A3C1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783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99C25-2FE1-567D-3CED-27D599F3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5D9E282C-EA57-1010-969F-7A336FC83BB7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彼は忙しい中を</a:t>
            </a:r>
            <a:r>
              <a:rPr lang="ja-JP" altLang="en-US" sz="4800" u="sng" dirty="0"/>
              <a:t>　　　　　　　　　　　　　　　</a:t>
            </a:r>
            <a:r>
              <a:rPr lang="ja-JP" altLang="en-US" sz="4800" dirty="0"/>
              <a:t>、営業している。「～回る」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終わらないので、早く始めましょう。「～ないと～ない」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その景色は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と思う。「どんなに～だろう」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この映画は</a:t>
            </a:r>
            <a:r>
              <a:rPr lang="ja-JP" altLang="en-US" sz="4800" u="sng" dirty="0"/>
              <a:t>　　　　　　　　　　　　　　　　　　　　　</a:t>
            </a:r>
            <a:r>
              <a:rPr lang="ja-JP" altLang="en-US" sz="4800" dirty="0"/>
              <a:t>作られている。「をもとに」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彼のことは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。君のせいじゃないんだから。「～ことはない」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BCFC8C6-EC49-11AA-5B3A-62A97FBAF17D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342EB1F0-CF83-50FE-8DA2-4EA8B080DB69}"/>
              </a:ext>
            </a:extLst>
          </p:cNvPr>
          <p:cNvSpPr txBox="1"/>
          <p:nvPr/>
        </p:nvSpPr>
        <p:spPr>
          <a:xfrm>
            <a:off x="6573356" y="2728195"/>
            <a:ext cx="34852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飛び回って　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AA17CF5D-A4DD-0FBA-79B3-A99737791D28}"/>
              </a:ext>
            </a:extLst>
          </p:cNvPr>
          <p:cNvSpPr txBox="1"/>
          <p:nvPr/>
        </p:nvSpPr>
        <p:spPr>
          <a:xfrm>
            <a:off x="2609139" y="4197918"/>
            <a:ext cx="36583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時間がないと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EFD8CAED-193E-52B7-0498-3D5F20250D16}"/>
              </a:ext>
            </a:extLst>
          </p:cNvPr>
          <p:cNvSpPr txBox="1"/>
          <p:nvPr/>
        </p:nvSpPr>
        <p:spPr>
          <a:xfrm>
            <a:off x="5414182" y="5646668"/>
            <a:ext cx="67778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どんなに美しかっただろう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37965C4A-7B7B-EC0E-CDC8-C22EC08C0BEB}"/>
              </a:ext>
            </a:extLst>
          </p:cNvPr>
          <p:cNvSpPr txBox="1"/>
          <p:nvPr/>
        </p:nvSpPr>
        <p:spPr>
          <a:xfrm>
            <a:off x="5591106" y="7166513"/>
            <a:ext cx="7013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実際に会った事件をもとに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D70433B-388D-0499-A78E-41F9114DB5F3}"/>
              </a:ext>
            </a:extLst>
          </p:cNvPr>
          <p:cNvSpPr txBox="1"/>
          <p:nvPr/>
        </p:nvSpPr>
        <p:spPr>
          <a:xfrm>
            <a:off x="5085138" y="8544209"/>
            <a:ext cx="5243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solidFill>
                  <a:srgbClr val="1C85C9"/>
                </a:solidFill>
              </a:rPr>
              <a:t>気にすることはない</a:t>
            </a:r>
            <a:endParaRPr kumimoji="1" lang="ja-JP" altLang="en-US" sz="4800" b="1" dirty="0">
              <a:solidFill>
                <a:srgbClr val="1C85C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7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中谷さんカップルがデートをキャンセルした理由は何ですか。</a:t>
            </a:r>
          </a:p>
          <a:p>
            <a:pPr lvl="1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C848-C4FF-C663-1960-44D81210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8124F1D-B54A-90F3-D111-E1068E5A8F3F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中谷さんカップルがデートをキャンセルした理由は何ですか。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正解：中谷さんと岡本さんの両方が体調を崩したから。</a:t>
            </a:r>
          </a:p>
          <a:p>
            <a:pPr lvl="1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B468D5B-C622-19A6-349D-0303C5697A79}"/>
              </a:ext>
            </a:extLst>
          </p:cNvPr>
          <p:cNvSpPr txBox="1"/>
          <p:nvPr/>
        </p:nvSpPr>
        <p:spPr>
          <a:xfrm>
            <a:off x="1043652" y="9299514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本文に「中谷さんから風邪をひいたと連絡が来た」「恋人の岡本さんも体調が悪い」と書かれている。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3D6C3A2F-7B48-0189-F13C-B3D9D0433D8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838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コウさん（筆者）が木村さんに本を借りた理由は何ですか。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E3413AA-C81A-1094-5164-D686D6B42AB2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コウさん（筆者）が木村さんに本を借りた理由は何ですか。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正解：また木村さんと会うきっかけを作りたかったから。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 本文に「そうすれば、また会う口実ができるから」と明記されている。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5501AA0-A43B-9A7E-10C5-6C816000B18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A22C-78C1-BE42-DC0B-622F6380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C931BF7-E0CE-588A-6C5F-7CAA95F88CA2}"/>
              </a:ext>
            </a:extLst>
          </p:cNvPr>
          <p:cNvSpPr txBox="1"/>
          <p:nvPr/>
        </p:nvSpPr>
        <p:spPr>
          <a:xfrm>
            <a:off x="1041143" y="2048947"/>
            <a:ext cx="22301713" cy="846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）あなたは将来、どんな場所で働きたいですか。</a:t>
            </a:r>
            <a:endParaRPr lang="en-US" altLang="ja-JP" sz="4800" dirty="0"/>
          </a:p>
          <a:p>
            <a:pPr lvl="1" algn="just">
              <a:lnSpc>
                <a:spcPct val="150000"/>
              </a:lnSpc>
            </a:pPr>
            <a:endParaRPr lang="en-US" altLang="ja-JP" sz="4800" dirty="0"/>
          </a:p>
          <a:p>
            <a:pPr lvl="1" algn="just">
              <a:lnSpc>
                <a:spcPct val="150000"/>
              </a:lnSpc>
            </a:pPr>
            <a:endParaRPr lang="en-US" altLang="ja-JP" sz="4800" dirty="0"/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）あなたが外国語を勉強している理由は何ですか。</a:t>
            </a:r>
            <a:endParaRPr lang="en-US" altLang="ja-JP" sz="4800" dirty="0"/>
          </a:p>
          <a:p>
            <a:pPr lvl="1" algn="just">
              <a:lnSpc>
                <a:spcPct val="150000"/>
              </a:lnSpc>
            </a:pPr>
            <a:endParaRPr lang="en-US" altLang="ja-JP" sz="4800" dirty="0"/>
          </a:p>
          <a:p>
            <a:pPr lvl="1" algn="just">
              <a:lnSpc>
                <a:spcPct val="150000"/>
              </a:lnSpc>
            </a:pPr>
            <a:endParaRPr lang="en-US" altLang="ja-JP" sz="4800" dirty="0"/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）あなたは好きな人や友達ともっと会いたいとき、どんな工夫をしますか。</a:t>
            </a:r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0B822227-A626-F88A-9C28-59A9A83DC5AB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404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846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）あなたは将来、どんな場所で働きたいですか。</a:t>
            </a:r>
            <a:endParaRPr lang="en-US" altLang="ja-JP" sz="4800" dirty="0"/>
          </a:p>
          <a:p>
            <a:pPr lvl="1" algn="just">
              <a:lnSpc>
                <a:spcPct val="150000"/>
              </a:lnSpc>
            </a:pPr>
            <a:endParaRPr lang="en-US" altLang="ja-JP" sz="4800" dirty="0"/>
          </a:p>
          <a:p>
            <a:pPr lvl="1" algn="just">
              <a:lnSpc>
                <a:spcPct val="150000"/>
              </a:lnSpc>
            </a:pPr>
            <a:endParaRPr lang="en-US" altLang="ja-JP" sz="4800" dirty="0"/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）あなたが外国語を勉強している理由は何ですか。</a:t>
            </a:r>
            <a:endParaRPr lang="en-US" altLang="ja-JP" sz="4800" dirty="0"/>
          </a:p>
          <a:p>
            <a:pPr lvl="1" algn="just">
              <a:lnSpc>
                <a:spcPct val="150000"/>
              </a:lnSpc>
            </a:pPr>
            <a:endParaRPr lang="en-US" altLang="ja-JP" sz="4800" dirty="0"/>
          </a:p>
          <a:p>
            <a:pPr lvl="1" algn="just">
              <a:lnSpc>
                <a:spcPct val="150000"/>
              </a:lnSpc>
            </a:pPr>
            <a:endParaRPr lang="en-US" altLang="ja-JP" sz="4800" dirty="0"/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）あなたは好きな人や友達ともっと会いたいとき、どんな工夫をしますか。</a:t>
            </a:r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32794C70-AB8A-E424-E191-623A8BE70C5F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6" name="文字方塊 1">
            <a:extLst>
              <a:ext uri="{FF2B5EF4-FFF2-40B4-BE49-F238E27FC236}">
                <a16:creationId xmlns:a16="http://schemas.microsoft.com/office/drawing/2014/main" id="{B93850DD-358B-E5E9-682E-9E5878960C4D}"/>
              </a:ext>
            </a:extLst>
          </p:cNvPr>
          <p:cNvSpPr txBox="1"/>
          <p:nvPr/>
        </p:nvSpPr>
        <p:spPr>
          <a:xfrm>
            <a:off x="2084831" y="4768868"/>
            <a:ext cx="17154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外国で働いてみたいです。いろいろな文化を体験できるからです。</a:t>
            </a:r>
          </a:p>
        </p:txBody>
      </p:sp>
      <p:sp>
        <p:nvSpPr>
          <p:cNvPr id="7" name="文字方塊 1">
            <a:extLst>
              <a:ext uri="{FF2B5EF4-FFF2-40B4-BE49-F238E27FC236}">
                <a16:creationId xmlns:a16="http://schemas.microsoft.com/office/drawing/2014/main" id="{6E95A930-8451-2687-9A4C-6403B5A4AF8F}"/>
              </a:ext>
            </a:extLst>
          </p:cNvPr>
          <p:cNvSpPr txBox="1"/>
          <p:nvPr/>
        </p:nvSpPr>
        <p:spPr>
          <a:xfrm>
            <a:off x="2084831" y="8116136"/>
            <a:ext cx="101056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旅行で困らないようにしたいからです。</a:t>
            </a:r>
          </a:p>
        </p:txBody>
      </p:sp>
      <p:sp>
        <p:nvSpPr>
          <p:cNvPr id="8" name="文字方塊 1">
            <a:extLst>
              <a:ext uri="{FF2B5EF4-FFF2-40B4-BE49-F238E27FC236}">
                <a16:creationId xmlns:a16="http://schemas.microsoft.com/office/drawing/2014/main" id="{D6AA9821-C178-E1C9-2AAF-90E1B3C3F1A7}"/>
              </a:ext>
            </a:extLst>
          </p:cNvPr>
          <p:cNvSpPr txBox="1"/>
          <p:nvPr/>
        </p:nvSpPr>
        <p:spPr>
          <a:xfrm>
            <a:off x="2084831" y="11352105"/>
            <a:ext cx="171107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一緒に勉強したり遊んだりできるように、自然な理由をつくります。</a:t>
            </a:r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3001719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我是透過新聞知道這個消息的。（～を通じて／通じる）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正因為我喜歡這份工作，所以才願意努力下去。（～からこそ）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既然答應了，就一定要負責到底。（～からには）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只是感冒而已，沒什麼好擔心的。（～ことはない）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7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我是透過新聞知道這個消息的。（～を通じて／通じる）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ニュースを通じて、その知らせを知りました。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正因為我喜歡這份工作，所以才願意努力下去。（～からこそ）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この仕事が好きだからこそ、頑張りたいと思っています。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既然答應了，就一定要負責到底。（～からには）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約束したからには、最後まで責任を持たなければなりません。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只是感冒而已，沒什麼好擔心的。（～ことはない）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ただの</a:t>
            </a:r>
            <a:r>
              <a:rPr lang="ja-JP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風邪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です</a:t>
            </a:r>
            <a:r>
              <a:rPr lang="ja-JP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か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ら、心配するこ</a:t>
            </a:r>
            <a:r>
              <a:rPr lang="ja-JP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とはありません。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1348</TotalTime>
  <Words>1378</Words>
  <Application>Microsoft Office PowerPoint</Application>
  <PresentationFormat>自訂</PresentationFormat>
  <Paragraphs>105</Paragraphs>
  <Slides>14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8" baseType="lpstr">
      <vt:lpstr>Arial</vt:lpstr>
      <vt:lpstr>Microsoft JhengHei Light</vt:lpstr>
      <vt:lpstr>Gen Jyuu Gothic Bold</vt:lpstr>
      <vt:lpstr>Calibri Light</vt:lpstr>
      <vt:lpstr>Microsoft JhengHei</vt:lpstr>
      <vt:lpstr>Calibri</vt:lpstr>
      <vt:lpstr>Gen Jyuu GothicL Bold</vt:lpstr>
      <vt:lpstr>BIZ UDGothic</vt:lpstr>
      <vt:lpstr>SimSun</vt:lpstr>
      <vt:lpstr>Microsoft Yahei</vt:lpstr>
      <vt:lpstr>HGPSoeiKakugothicUB</vt:lpstr>
      <vt:lpstr>BIZ UDPGothic</vt:lpstr>
      <vt:lpstr>Wingdings 2</vt:lpstr>
      <vt:lpstr>HDOfficeLightV0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2025-09-24T10:51:40Z</dcterms:modified>
</cp:coreProperties>
</file>