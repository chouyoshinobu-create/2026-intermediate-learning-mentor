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8" r:id="rId1"/>
  </p:sldMasterIdLst>
  <p:notesMasterIdLst>
    <p:notesMasterId r:id="rId16"/>
  </p:notesMasterIdLst>
  <p:handoutMasterIdLst>
    <p:handoutMasterId r:id="rId17"/>
  </p:handoutMasterIdLst>
  <p:sldIdLst>
    <p:sldId id="274" r:id="rId2"/>
    <p:sldId id="344" r:id="rId3"/>
    <p:sldId id="337" r:id="rId4"/>
    <p:sldId id="345" r:id="rId5"/>
    <p:sldId id="346" r:id="rId6"/>
    <p:sldId id="328" r:id="rId7"/>
    <p:sldId id="339" r:id="rId8"/>
    <p:sldId id="330" r:id="rId9"/>
    <p:sldId id="340" r:id="rId10"/>
    <p:sldId id="329" r:id="rId11"/>
    <p:sldId id="347" r:id="rId12"/>
    <p:sldId id="342" r:id="rId13"/>
    <p:sldId id="343" r:id="rId14"/>
    <p:sldId id="264" r:id="rId15"/>
  </p:sldIdLst>
  <p:sldSz cx="24384000" cy="13716000"/>
  <p:notesSz cx="6858000" cy="9144000"/>
  <p:embeddedFontLst>
    <p:embeddedFont>
      <p:font typeface="BIZ UDPGothic" panose="020B0400000000000000" pitchFamily="50" charset="-128"/>
      <p:regular r:id="rId18"/>
      <p:bold r:id="rId19"/>
    </p:embeddedFont>
    <p:embeddedFont>
      <p:font typeface="BIZ UDGothic" panose="020B0400000000000000" pitchFamily="49" charset="-128"/>
      <p:regular r:id="rId20"/>
      <p:bold r:id="rId21"/>
    </p:embeddedFont>
    <p:embeddedFont>
      <p:font typeface="Gen Jyuu GothicL Bold" panose="020B0600070205080204" charset="-128"/>
      <p:bold r:id="rId22"/>
    </p:embeddedFont>
    <p:embeddedFont>
      <p:font typeface="HGPSoeiKakugothicUB" panose="020B0900000000000000" pitchFamily="50" charset="-128"/>
      <p:regular r:id="rId23"/>
    </p:embeddedFont>
    <p:embeddedFont>
      <p:font typeface="Gen Jyuu Gothic Bold" panose="020B0602020203020207" pitchFamily="50" charset="-128"/>
      <p:bold r:id="rId24"/>
    </p:embeddedFont>
    <p:embeddedFont>
      <p:font typeface="Microsoft JhengHei" panose="020B0604030504040204" pitchFamily="34" charset="-120"/>
      <p:regular r:id="rId25"/>
      <p:bold r:id="rId26"/>
    </p:embeddedFont>
    <p:embeddedFont>
      <p:font typeface="Microsoft JhengHei Light" panose="020B0304030504040204" pitchFamily="34" charset="-120"/>
      <p:regular r:id="rId27"/>
    </p:embeddedFont>
    <p:embeddedFont>
      <p:font typeface="Microsoft Yahei" panose="020B0503020204020204" pitchFamily="34" charset="-122"/>
      <p:regular r:id="rId28"/>
      <p:bold r:id="rId29"/>
    </p:embeddedFont>
    <p:embeddedFont>
      <p:font typeface="Wingdings 2" panose="05020102010507070707" pitchFamily="18" charset="2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  <p:ext uri="http://customooxmlschemas.google.com/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r:id="rId31" roundtripDataSignature="AMtx7mgWneN2Aa4XZ32EnoSuaD2gv1ski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85C9"/>
    <a:srgbClr val="000000"/>
    <a:srgbClr val="3B3838"/>
    <a:srgbClr val="2289CB"/>
    <a:srgbClr val="288CCC"/>
    <a:srgbClr val="E46D4B"/>
    <a:srgbClr val="F2F2F2"/>
    <a:srgbClr val="EF8759"/>
    <a:srgbClr val="7F7F7F"/>
    <a:srgbClr val="D8D0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FF6BCB-FF81-47A5-9726-97D5DBE77B41}" v="5" dt="2025-08-24T03:51:14.96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中等深淺樣式 3 - 輔色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6D9F66E-5EB9-4882-86FB-DCBF35E3C3E4}" styleName="中等深淺樣式 4 - 輔色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2" d="100"/>
          <a:sy n="22" d="100"/>
        </p:scale>
        <p:origin x="16" y="19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21" Type="http://schemas.openxmlformats.org/officeDocument/2006/relationships/font" Target="fonts/font4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5" Type="http://schemas.openxmlformats.org/officeDocument/2006/relationships/font" Target="fonts/font8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嘉展 張" userId="56c0cc265fef7f12" providerId="LiveId" clId="{E796B02D-C131-423D-B921-8B18E8D76FAD}"/>
    <pc:docChg chg="undo custSel addSld delSld modSld sldOrd">
      <pc:chgData name="嘉展 張" userId="56c0cc265fef7f12" providerId="LiveId" clId="{E796B02D-C131-423D-B921-8B18E8D76FAD}" dt="2025-07-23T03:31:08.942" v="3535" actId="20577"/>
      <pc:docMkLst>
        <pc:docMk/>
      </pc:docMkLst>
      <pc:sldChg chg="modSp mod">
        <pc:chgData name="嘉展 張" userId="56c0cc265fef7f12" providerId="LiveId" clId="{E796B02D-C131-423D-B921-8B18E8D76FAD}" dt="2025-07-23T03:27:16.772" v="3340" actId="20577"/>
        <pc:sldMkLst>
          <pc:docMk/>
          <pc:sldMk cId="1848417769" sldId="329"/>
        </pc:sldMkLst>
      </pc:sldChg>
      <pc:sldChg chg="del">
        <pc:chgData name="嘉展 張" userId="56c0cc265fef7f12" providerId="LiveId" clId="{E796B02D-C131-423D-B921-8B18E8D76FAD}" dt="2025-07-23T02:08:34.135" v="869" actId="47"/>
        <pc:sldMkLst>
          <pc:docMk/>
          <pc:sldMk cId="1652940647" sldId="335"/>
        </pc:sldMkLst>
      </pc:sldChg>
      <pc:sldChg chg="addSp delSp modSp del mod">
        <pc:chgData name="嘉展 張" userId="56c0cc265fef7f12" providerId="LiveId" clId="{E796B02D-C131-423D-B921-8B18E8D76FAD}" dt="2025-07-23T02:26:06.726" v="1861" actId="47"/>
        <pc:sldMkLst>
          <pc:docMk/>
          <pc:sldMk cId="3676040206" sldId="336"/>
        </pc:sldMkLst>
      </pc:sldChg>
      <pc:sldChg chg="addSp delSp modSp mod">
        <pc:chgData name="嘉展 張" userId="56c0cc265fef7f12" providerId="LiveId" clId="{E796B02D-C131-423D-B921-8B18E8D76FAD}" dt="2025-07-23T02:17:03.774" v="1235"/>
        <pc:sldMkLst>
          <pc:docMk/>
          <pc:sldMk cId="2128628793" sldId="337"/>
        </pc:sldMkLst>
      </pc:sldChg>
      <pc:sldChg chg="del">
        <pc:chgData name="嘉展 張" userId="56c0cc265fef7f12" providerId="LiveId" clId="{E796B02D-C131-423D-B921-8B18E8D76FAD}" dt="2025-07-23T02:30:48.503" v="2288" actId="47"/>
        <pc:sldMkLst>
          <pc:docMk/>
          <pc:sldMk cId="4036497139" sldId="338"/>
        </pc:sldMkLst>
      </pc:sldChg>
      <pc:sldChg chg="del">
        <pc:chgData name="嘉展 張" userId="56c0cc265fef7f12" providerId="LiveId" clId="{E796B02D-C131-423D-B921-8B18E8D76FAD}" dt="2025-07-23T02:30:25.206" v="2287" actId="47"/>
        <pc:sldMkLst>
          <pc:docMk/>
          <pc:sldMk cId="3653896156" sldId="341"/>
        </pc:sldMkLst>
      </pc:sldChg>
      <pc:sldChg chg="modSp mod">
        <pc:chgData name="嘉展 張" userId="56c0cc265fef7f12" providerId="LiveId" clId="{E796B02D-C131-423D-B921-8B18E8D76FAD}" dt="2025-07-23T03:31:08.942" v="3535" actId="20577"/>
        <pc:sldMkLst>
          <pc:docMk/>
          <pc:sldMk cId="345017411" sldId="343"/>
        </pc:sldMkLst>
      </pc:sldChg>
      <pc:sldChg chg="modSp add del mod ord">
        <pc:chgData name="嘉展 張" userId="56c0cc265fef7f12" providerId="LiveId" clId="{E796B02D-C131-423D-B921-8B18E8D76FAD}" dt="2025-07-23T02:17:00.286" v="1231"/>
        <pc:sldMkLst>
          <pc:docMk/>
          <pc:sldMk cId="1453608395" sldId="344"/>
        </pc:sldMkLst>
      </pc:sldChg>
      <pc:sldChg chg="modSp add mod">
        <pc:chgData name="嘉展 張" userId="56c0cc265fef7f12" providerId="LiveId" clId="{E796B02D-C131-423D-B921-8B18E8D76FAD}" dt="2025-07-23T02:25:45.028" v="1859" actId="20577"/>
        <pc:sldMkLst>
          <pc:docMk/>
          <pc:sldMk cId="1866357750" sldId="345"/>
        </pc:sldMkLst>
      </pc:sldChg>
      <pc:sldChg chg="add del">
        <pc:chgData name="嘉展 張" userId="56c0cc265fef7f12" providerId="LiveId" clId="{E796B02D-C131-423D-B921-8B18E8D76FAD}" dt="2025-07-23T02:24:39.397" v="1857"/>
        <pc:sldMkLst>
          <pc:docMk/>
          <pc:sldMk cId="3538565244" sldId="346"/>
        </pc:sldMkLst>
      </pc:sldChg>
      <pc:sldChg chg="addSp modSp add mod">
        <pc:chgData name="嘉展 張" userId="56c0cc265fef7f12" providerId="LiveId" clId="{E796B02D-C131-423D-B921-8B18E8D76FAD}" dt="2025-07-23T03:19:43.231" v="2832" actId="1076"/>
        <pc:sldMkLst>
          <pc:docMk/>
          <pc:sldMk cId="3596298482" sldId="346"/>
        </pc:sldMkLst>
      </pc:sldChg>
      <pc:sldChg chg="add del">
        <pc:chgData name="嘉展 張" userId="56c0cc265fef7f12" providerId="LiveId" clId="{E796B02D-C131-423D-B921-8B18E8D76FAD}" dt="2025-07-23T02:33:23.208" v="2535"/>
        <pc:sldMkLst>
          <pc:docMk/>
          <pc:sldMk cId="1981194188" sldId="347"/>
        </pc:sldMkLst>
      </pc:sldChg>
      <pc:sldChg chg="addSp modSp add mod">
        <pc:chgData name="嘉展 張" userId="56c0cc265fef7f12" providerId="LiveId" clId="{E796B02D-C131-423D-B921-8B18E8D76FAD}" dt="2025-07-23T03:29:52.925" v="3534"/>
        <pc:sldMkLst>
          <pc:docMk/>
          <pc:sldMk cId="3590116564" sldId="347"/>
        </pc:sldMkLst>
      </pc:sldChg>
    </pc:docChg>
  </pc:docChgLst>
  <pc:docChgLst>
    <pc:chgData name="嘉展 張" userId="56c0cc265fef7f12" providerId="LiveId" clId="{16FF6BCB-FF81-47A5-9726-97D5DBE77B41}"/>
    <pc:docChg chg="modSld modMainMaster">
      <pc:chgData name="嘉展 張" userId="56c0cc265fef7f12" providerId="LiveId" clId="{16FF6BCB-FF81-47A5-9726-97D5DBE77B41}" dt="2025-08-24T09:48:49.133" v="23" actId="20577"/>
      <pc:docMkLst>
        <pc:docMk/>
      </pc:docMkLst>
      <pc:sldChg chg="modSp mod">
        <pc:chgData name="嘉展 張" userId="56c0cc265fef7f12" providerId="LiveId" clId="{16FF6BCB-FF81-47A5-9726-97D5DBE77B41}" dt="2025-08-23T02:59:00.188" v="13" actId="20577"/>
        <pc:sldMkLst>
          <pc:docMk/>
          <pc:sldMk cId="1848417769" sldId="329"/>
        </pc:sldMkLst>
        <pc:spChg chg="mod">
          <ac:chgData name="嘉展 張" userId="56c0cc265fef7f12" providerId="LiveId" clId="{16FF6BCB-FF81-47A5-9726-97D5DBE77B41}" dt="2025-08-23T02:59:00.188" v="13" actId="20577"/>
          <ac:spMkLst>
            <pc:docMk/>
            <pc:sldMk cId="1848417769" sldId="329"/>
            <ac:spMk id="9" creationId="{9D39478F-1400-09B4-6C90-077F185C07DE}"/>
          </ac:spMkLst>
        </pc:spChg>
      </pc:sldChg>
      <pc:sldChg chg="addSp modSp mod">
        <pc:chgData name="嘉展 張" userId="56c0cc265fef7f12" providerId="LiveId" clId="{16FF6BCB-FF81-47A5-9726-97D5DBE77B41}" dt="2025-08-24T09:48:49.133" v="23" actId="20577"/>
        <pc:sldMkLst>
          <pc:docMk/>
          <pc:sldMk cId="2128628793" sldId="337"/>
        </pc:sldMkLst>
        <pc:spChg chg="add mod">
          <ac:chgData name="嘉展 張" userId="56c0cc265fef7f12" providerId="LiveId" clId="{16FF6BCB-FF81-47A5-9726-97D5DBE77B41}" dt="2025-08-24T03:51:14.247" v="21"/>
          <ac:spMkLst>
            <pc:docMk/>
            <pc:sldMk cId="2128628793" sldId="337"/>
            <ac:spMk id="3" creationId="{D935359C-45A5-15DA-7637-A7D81FB8EE00}"/>
          </ac:spMkLst>
        </pc:spChg>
        <pc:spChg chg="add mod">
          <ac:chgData name="嘉展 張" userId="56c0cc265fef7f12" providerId="LiveId" clId="{16FF6BCB-FF81-47A5-9726-97D5DBE77B41}" dt="2025-08-24T03:51:14.247" v="21"/>
          <ac:spMkLst>
            <pc:docMk/>
            <pc:sldMk cId="2128628793" sldId="337"/>
            <ac:spMk id="4" creationId="{4D92F90D-5A53-1051-AB70-EF0FDEF3AED4}"/>
          </ac:spMkLst>
        </pc:spChg>
        <pc:spChg chg="add mod">
          <ac:chgData name="嘉展 張" userId="56c0cc265fef7f12" providerId="LiveId" clId="{16FF6BCB-FF81-47A5-9726-97D5DBE77B41}" dt="2025-08-24T03:51:14.247" v="21"/>
          <ac:spMkLst>
            <pc:docMk/>
            <pc:sldMk cId="2128628793" sldId="337"/>
            <ac:spMk id="5" creationId="{F5917B99-7D20-DBEA-AFB7-FD981295139B}"/>
          </ac:spMkLst>
        </pc:spChg>
        <pc:spChg chg="mod">
          <ac:chgData name="嘉展 張" userId="56c0cc265fef7f12" providerId="LiveId" clId="{16FF6BCB-FF81-47A5-9726-97D5DBE77B41}" dt="2025-08-24T09:48:49.133" v="23" actId="20577"/>
          <ac:spMkLst>
            <pc:docMk/>
            <pc:sldMk cId="2128628793" sldId="337"/>
            <ac:spMk id="7" creationId="{5BEEF36A-4F6D-B68F-1ED4-AD8ED6A350FB}"/>
          </ac:spMkLst>
        </pc:spChg>
        <pc:spChg chg="mod">
          <ac:chgData name="嘉展 張" userId="56c0cc265fef7f12" providerId="LiveId" clId="{16FF6BCB-FF81-47A5-9726-97D5DBE77B41}" dt="2025-08-17T01:01:12.398" v="7" actId="20577"/>
          <ac:spMkLst>
            <pc:docMk/>
            <pc:sldMk cId="2128628793" sldId="337"/>
            <ac:spMk id="9" creationId="{A4A492C2-433B-ABFF-0E9D-DDD00A85692B}"/>
          </ac:spMkLst>
        </pc:spChg>
        <pc:spChg chg="add mod">
          <ac:chgData name="嘉展 張" userId="56c0cc265fef7f12" providerId="LiveId" clId="{16FF6BCB-FF81-47A5-9726-97D5DBE77B41}" dt="2025-08-24T03:51:14.247" v="21"/>
          <ac:spMkLst>
            <pc:docMk/>
            <pc:sldMk cId="2128628793" sldId="337"/>
            <ac:spMk id="13" creationId="{517198F5-C56B-453C-D707-5205D15762F5}"/>
          </ac:spMkLst>
        </pc:spChg>
        <pc:spChg chg="add mod">
          <ac:chgData name="嘉展 張" userId="56c0cc265fef7f12" providerId="LiveId" clId="{16FF6BCB-FF81-47A5-9726-97D5DBE77B41}" dt="2025-08-24T03:51:14.247" v="21"/>
          <ac:spMkLst>
            <pc:docMk/>
            <pc:sldMk cId="2128628793" sldId="337"/>
            <ac:spMk id="14" creationId="{332D1BE8-3002-B54E-AEFA-5AC249103D88}"/>
          </ac:spMkLst>
        </pc:spChg>
      </pc:sldChg>
      <pc:sldChg chg="modSp mod">
        <pc:chgData name="嘉展 張" userId="56c0cc265fef7f12" providerId="LiveId" clId="{16FF6BCB-FF81-47A5-9726-97D5DBE77B41}" dt="2025-08-17T01:49:21.668" v="9" actId="1076"/>
        <pc:sldMkLst>
          <pc:docMk/>
          <pc:sldMk cId="2939669483" sldId="339"/>
        </pc:sldMkLst>
        <pc:spChg chg="mod">
          <ac:chgData name="嘉展 張" userId="56c0cc265fef7f12" providerId="LiveId" clId="{16FF6BCB-FF81-47A5-9726-97D5DBE77B41}" dt="2025-08-17T01:49:21.668" v="9" actId="1076"/>
          <ac:spMkLst>
            <pc:docMk/>
            <pc:sldMk cId="2939669483" sldId="339"/>
            <ac:spMk id="4" creationId="{8A5A2324-E9A9-E69F-B7D8-308FD5A88663}"/>
          </ac:spMkLst>
        </pc:spChg>
      </pc:sldChg>
      <pc:sldChg chg="addSp modSp mod">
        <pc:chgData name="嘉展 張" userId="56c0cc265fef7f12" providerId="LiveId" clId="{16FF6BCB-FF81-47A5-9726-97D5DBE77B41}" dt="2025-08-24T03:47:30.063" v="20"/>
        <pc:sldMkLst>
          <pc:docMk/>
          <pc:sldMk cId="1453608395" sldId="344"/>
        </pc:sldMkLst>
        <pc:spChg chg="add mod">
          <ac:chgData name="嘉展 張" userId="56c0cc265fef7f12" providerId="LiveId" clId="{16FF6BCB-FF81-47A5-9726-97D5DBE77B41}" dt="2025-08-24T03:47:30.063" v="20"/>
          <ac:spMkLst>
            <pc:docMk/>
            <pc:sldMk cId="1453608395" sldId="344"/>
            <ac:spMk id="3" creationId="{9A789833-EE56-B753-B7FF-5C74D4BF3E47}"/>
          </ac:spMkLst>
        </pc:spChg>
        <pc:spChg chg="mod">
          <ac:chgData name="嘉展 張" userId="56c0cc265fef7f12" providerId="LiveId" clId="{16FF6BCB-FF81-47A5-9726-97D5DBE77B41}" dt="2025-08-21T08:49:24.774" v="11" actId="1076"/>
          <ac:spMkLst>
            <pc:docMk/>
            <pc:sldMk cId="1453608395" sldId="344"/>
            <ac:spMk id="6" creationId="{9A461D35-0835-B857-9B6A-BAE4EBFB442F}"/>
          </ac:spMkLst>
        </pc:spChg>
        <pc:spChg chg="mod">
          <ac:chgData name="嘉展 張" userId="56c0cc265fef7f12" providerId="LiveId" clId="{16FF6BCB-FF81-47A5-9726-97D5DBE77B41}" dt="2025-08-17T01:00:58.734" v="3" actId="20577"/>
          <ac:spMkLst>
            <pc:docMk/>
            <pc:sldMk cId="1453608395" sldId="344"/>
            <ac:spMk id="9" creationId="{BF76094C-D320-06D3-4282-B52C1636B734}"/>
          </ac:spMkLst>
        </pc:spChg>
      </pc:sldChg>
      <pc:sldChg chg="modSp mod">
        <pc:chgData name="嘉展 張" userId="56c0cc265fef7f12" providerId="LiveId" clId="{16FF6BCB-FF81-47A5-9726-97D5DBE77B41}" dt="2025-08-23T02:59:18.543" v="19" actId="1076"/>
        <pc:sldMkLst>
          <pc:docMk/>
          <pc:sldMk cId="3590116564" sldId="347"/>
        </pc:sldMkLst>
        <pc:spChg chg="mod">
          <ac:chgData name="嘉展 張" userId="56c0cc265fef7f12" providerId="LiveId" clId="{16FF6BCB-FF81-47A5-9726-97D5DBE77B41}" dt="2025-08-23T02:59:18.543" v="19" actId="1076"/>
          <ac:spMkLst>
            <pc:docMk/>
            <pc:sldMk cId="3590116564" sldId="347"/>
            <ac:spMk id="2" creationId="{782F2B5C-8784-4195-219C-6E2FDB895E5A}"/>
          </ac:spMkLst>
        </pc:spChg>
        <pc:spChg chg="mod">
          <ac:chgData name="嘉展 張" userId="56c0cc265fef7f12" providerId="LiveId" clId="{16FF6BCB-FF81-47A5-9726-97D5DBE77B41}" dt="2025-08-23T02:59:13.601" v="18" actId="1076"/>
          <ac:spMkLst>
            <pc:docMk/>
            <pc:sldMk cId="3590116564" sldId="347"/>
            <ac:spMk id="3" creationId="{89426296-87D9-A397-6D63-981925A2745F}"/>
          </ac:spMkLst>
        </pc:spChg>
        <pc:spChg chg="mod">
          <ac:chgData name="嘉展 張" userId="56c0cc265fef7f12" providerId="LiveId" clId="{16FF6BCB-FF81-47A5-9726-97D5DBE77B41}" dt="2025-08-23T02:59:10.180" v="17" actId="1076"/>
          <ac:spMkLst>
            <pc:docMk/>
            <pc:sldMk cId="3590116564" sldId="347"/>
            <ac:spMk id="4" creationId="{37CF54D5-B763-4AF0-99C6-D8057898A4DC}"/>
          </ac:spMkLst>
        </pc:spChg>
        <pc:spChg chg="mod">
          <ac:chgData name="嘉展 張" userId="56c0cc265fef7f12" providerId="LiveId" clId="{16FF6BCB-FF81-47A5-9726-97D5DBE77B41}" dt="2025-08-23T02:59:04.463" v="15" actId="20577"/>
          <ac:spMkLst>
            <pc:docMk/>
            <pc:sldMk cId="3590116564" sldId="347"/>
            <ac:spMk id="9" creationId="{9181577D-1E3F-C6E3-213C-D6BD0903AE52}"/>
          </ac:spMkLst>
        </pc:spChg>
      </pc:sldChg>
      <pc:sldMasterChg chg="modSldLayout">
        <pc:chgData name="嘉展 張" userId="56c0cc265fef7f12" providerId="LiveId" clId="{16FF6BCB-FF81-47A5-9726-97D5DBE77B41}" dt="2025-08-20T12:45:45.871" v="10"/>
        <pc:sldMasterMkLst>
          <pc:docMk/>
          <pc:sldMasterMk cId="2733321511" sldId="2147483688"/>
        </pc:sldMasterMkLst>
        <pc:sldLayoutChg chg="modSp">
          <pc:chgData name="嘉展 張" userId="56c0cc265fef7f12" providerId="LiveId" clId="{16FF6BCB-FF81-47A5-9726-97D5DBE77B41}" dt="2025-08-20T12:45:45.871" v="10"/>
          <pc:sldLayoutMkLst>
            <pc:docMk/>
            <pc:sldMasterMk cId="2733321511" sldId="2147483688"/>
            <pc:sldLayoutMk cId="810264706" sldId="2147483689"/>
          </pc:sldLayoutMkLst>
          <pc:spChg chg="mod">
            <ac:chgData name="嘉展 張" userId="56c0cc265fef7f12" providerId="LiveId" clId="{16FF6BCB-FF81-47A5-9726-97D5DBE77B41}" dt="2025-08-20T12:45:45.871" v="10"/>
            <ac:spMkLst>
              <pc:docMk/>
              <pc:sldMasterMk cId="2733321511" sldId="2147483688"/>
              <pc:sldLayoutMk cId="810264706" sldId="2147483689"/>
              <ac:spMk id="19" creationId="{3F54C1E6-3D7F-502D-6C15-E0DC042557B2}"/>
            </ac:spMkLst>
          </pc:spChg>
        </pc:sldLayoutChg>
      </pc:sldMasterChg>
    </pc:docChg>
  </pc:docChgLst>
  <pc:docChgLst>
    <pc:chgData name="嘉展 張" userId="56c0cc265fef7f12" providerId="LiveId" clId="{FC3B12ED-B978-4741-8F4E-ACC995148FC2}"/>
    <pc:docChg chg="undo custSel modSld">
      <pc:chgData name="嘉展 張" userId="56c0cc265fef7f12" providerId="LiveId" clId="{FC3B12ED-B978-4741-8F4E-ACC995148FC2}" dt="2025-07-07T11:56:55.066" v="102" actId="20577"/>
      <pc:docMkLst>
        <pc:docMk/>
      </pc:docMkLst>
      <pc:sldChg chg="addSp delSp modSp mod">
        <pc:chgData name="嘉展 張" userId="56c0cc265fef7f12" providerId="LiveId" clId="{FC3B12ED-B978-4741-8F4E-ACC995148FC2}" dt="2025-07-07T04:20:44.928" v="23" actId="207"/>
        <pc:sldMkLst>
          <pc:docMk/>
          <pc:sldMk cId="0" sldId="264"/>
        </pc:sldMkLst>
      </pc:sldChg>
      <pc:sldChg chg="modSp mod">
        <pc:chgData name="嘉展 張" userId="56c0cc265fef7f12" providerId="LiveId" clId="{FC3B12ED-B978-4741-8F4E-ACC995148FC2}" dt="2025-07-07T06:58:41.802" v="61" actId="20577"/>
        <pc:sldMkLst>
          <pc:docMk/>
          <pc:sldMk cId="1698366788" sldId="274"/>
        </pc:sldMkLst>
      </pc:sldChg>
      <pc:sldChg chg="modSp mod">
        <pc:chgData name="嘉展 張" userId="56c0cc265fef7f12" providerId="LiveId" clId="{FC3B12ED-B978-4741-8F4E-ACC995148FC2}" dt="2025-07-07T04:19:17.917" v="6" actId="207"/>
        <pc:sldMkLst>
          <pc:docMk/>
          <pc:sldMk cId="516855969" sldId="328"/>
        </pc:sldMkLst>
      </pc:sldChg>
      <pc:sldChg chg="modSp mod">
        <pc:chgData name="嘉展 張" userId="56c0cc265fef7f12" providerId="LiveId" clId="{FC3B12ED-B978-4741-8F4E-ACC995148FC2}" dt="2025-07-07T04:19:30.362" v="10" actId="207"/>
        <pc:sldMkLst>
          <pc:docMk/>
          <pc:sldMk cId="1848417769" sldId="329"/>
        </pc:sldMkLst>
      </pc:sldChg>
      <pc:sldChg chg="modSp mod">
        <pc:chgData name="嘉展 張" userId="56c0cc265fef7f12" providerId="LiveId" clId="{FC3B12ED-B978-4741-8F4E-ACC995148FC2}" dt="2025-07-07T04:19:24.576" v="8" actId="207"/>
        <pc:sldMkLst>
          <pc:docMk/>
          <pc:sldMk cId="725604826" sldId="330"/>
        </pc:sldMkLst>
      </pc:sldChg>
      <pc:sldChg chg="modSp mod">
        <pc:chgData name="嘉展 張" userId="56c0cc265fef7f12" providerId="LiveId" clId="{FC3B12ED-B978-4741-8F4E-ACC995148FC2}" dt="2025-07-07T04:18:57.079" v="0" actId="207"/>
        <pc:sldMkLst>
          <pc:docMk/>
          <pc:sldMk cId="1652940647" sldId="335"/>
        </pc:sldMkLst>
      </pc:sldChg>
      <pc:sldChg chg="modSp mod">
        <pc:chgData name="嘉展 張" userId="56c0cc265fef7f12" providerId="LiveId" clId="{FC3B12ED-B978-4741-8F4E-ACC995148FC2}" dt="2025-07-07T04:19:06.457" v="2" actId="207"/>
        <pc:sldMkLst>
          <pc:docMk/>
          <pc:sldMk cId="3676040206" sldId="336"/>
        </pc:sldMkLst>
      </pc:sldChg>
      <pc:sldChg chg="modSp mod">
        <pc:chgData name="嘉展 張" userId="56c0cc265fef7f12" providerId="LiveId" clId="{FC3B12ED-B978-4741-8F4E-ACC995148FC2}" dt="2025-07-07T04:22:08.380" v="43" actId="207"/>
        <pc:sldMkLst>
          <pc:docMk/>
          <pc:sldMk cId="2128628793" sldId="337"/>
        </pc:sldMkLst>
      </pc:sldChg>
      <pc:sldChg chg="modSp mod">
        <pc:chgData name="嘉展 張" userId="56c0cc265fef7f12" providerId="LiveId" clId="{FC3B12ED-B978-4741-8F4E-ACC995148FC2}" dt="2025-07-07T04:21:51.077" v="38" actId="207"/>
        <pc:sldMkLst>
          <pc:docMk/>
          <pc:sldMk cId="4036497139" sldId="338"/>
        </pc:sldMkLst>
      </pc:sldChg>
      <pc:sldChg chg="modSp mod">
        <pc:chgData name="嘉展 張" userId="56c0cc265fef7f12" providerId="LiveId" clId="{FC3B12ED-B978-4741-8F4E-ACC995148FC2}" dt="2025-07-07T04:21:32.640" v="32" actId="207"/>
        <pc:sldMkLst>
          <pc:docMk/>
          <pc:sldMk cId="2939669483" sldId="339"/>
        </pc:sldMkLst>
      </pc:sldChg>
      <pc:sldChg chg="modSp mod">
        <pc:chgData name="嘉展 張" userId="56c0cc265fef7f12" providerId="LiveId" clId="{FC3B12ED-B978-4741-8F4E-ACC995148FC2}" dt="2025-07-07T04:21:07.627" v="27" actId="207"/>
        <pc:sldMkLst>
          <pc:docMk/>
          <pc:sldMk cId="1195771477" sldId="340"/>
        </pc:sldMkLst>
      </pc:sldChg>
      <pc:sldChg chg="modSp mod">
        <pc:chgData name="嘉展 張" userId="56c0cc265fef7f12" providerId="LiveId" clId="{FC3B12ED-B978-4741-8F4E-ACC995148FC2}" dt="2025-07-07T04:21:24.340" v="30" actId="207"/>
        <pc:sldMkLst>
          <pc:docMk/>
          <pc:sldMk cId="3653896156" sldId="341"/>
        </pc:sldMkLst>
      </pc:sldChg>
      <pc:sldChg chg="modSp mod">
        <pc:chgData name="嘉展 張" userId="56c0cc265fef7f12" providerId="LiveId" clId="{FC3B12ED-B978-4741-8F4E-ACC995148FC2}" dt="2025-07-07T11:56:16.894" v="79" actId="20577"/>
        <pc:sldMkLst>
          <pc:docMk/>
          <pc:sldMk cId="3383698067" sldId="342"/>
        </pc:sldMkLst>
      </pc:sldChg>
      <pc:sldChg chg="modSp mod">
        <pc:chgData name="嘉展 張" userId="56c0cc265fef7f12" providerId="LiveId" clId="{FC3B12ED-B978-4741-8F4E-ACC995148FC2}" dt="2025-07-07T11:56:55.066" v="102" actId="20577"/>
        <pc:sldMkLst>
          <pc:docMk/>
          <pc:sldMk cId="345017411" sldId="343"/>
        </pc:sldMkLst>
      </pc:sldChg>
    </pc:docChg>
  </pc:docChgLst>
  <pc:docChgLst>
    <pc:chgData name="嘉展 張" userId="56c0cc265fef7f12" providerId="LiveId" clId="{7D8B9F61-BB65-450C-BF29-EDF8F161B4C0}"/>
    <pc:docChg chg="modSld">
      <pc:chgData name="嘉展 張" userId="56c0cc265fef7f12" providerId="LiveId" clId="{7D8B9F61-BB65-450C-BF29-EDF8F161B4C0}" dt="2025-07-22T15:14:24.013" v="157"/>
      <pc:docMkLst>
        <pc:docMk/>
      </pc:docMkLst>
      <pc:sldChg chg="modSp mod">
        <pc:chgData name="嘉展 張" userId="56c0cc265fef7f12" providerId="LiveId" clId="{7D8B9F61-BB65-450C-BF29-EDF8F161B4C0}" dt="2025-07-22T15:12:31.821" v="26" actId="6549"/>
        <pc:sldMkLst>
          <pc:docMk/>
          <pc:sldMk cId="516855969" sldId="328"/>
        </pc:sldMkLst>
      </pc:sldChg>
      <pc:sldChg chg="modSp mod">
        <pc:chgData name="嘉展 張" userId="56c0cc265fef7f12" providerId="LiveId" clId="{7D8B9F61-BB65-450C-BF29-EDF8F161B4C0}" dt="2025-07-22T15:14:24.013" v="157"/>
        <pc:sldMkLst>
          <pc:docMk/>
          <pc:sldMk cId="1848417769" sldId="329"/>
        </pc:sldMkLst>
      </pc:sldChg>
      <pc:sldChg chg="modSp mod">
        <pc:chgData name="嘉展 張" userId="56c0cc265fef7f12" providerId="LiveId" clId="{7D8B9F61-BB65-450C-BF29-EDF8F161B4C0}" dt="2025-07-22T15:14:14.944" v="155"/>
        <pc:sldMkLst>
          <pc:docMk/>
          <pc:sldMk cId="725604826" sldId="330"/>
        </pc:sldMkLst>
      </pc:sldChg>
      <pc:sldChg chg="modSp mod">
        <pc:chgData name="嘉展 張" userId="56c0cc265fef7f12" providerId="LiveId" clId="{7D8B9F61-BB65-450C-BF29-EDF8F161B4C0}" dt="2025-07-22T15:13:06.932" v="55" actId="1076"/>
        <pc:sldMkLst>
          <pc:docMk/>
          <pc:sldMk cId="2939669483" sldId="339"/>
        </pc:sldMkLst>
      </pc:sldChg>
      <pc:sldChg chg="modSp mod">
        <pc:chgData name="嘉展 張" userId="56c0cc265fef7f12" providerId="LiveId" clId="{7D8B9F61-BB65-450C-BF29-EDF8F161B4C0}" dt="2025-07-22T15:14:21.066" v="156"/>
        <pc:sldMkLst>
          <pc:docMk/>
          <pc:sldMk cId="1195771477" sldId="340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08BF25A6-087F-D6D2-267D-B40DBA7EE1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A0814FC-58BC-3550-CD96-55E744A2254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02A62F-168C-441A-BD3A-3CBD0D8996EF}" type="datetimeFigureOut">
              <a:rPr lang="zh-TW" altLang="en-US" smtClean="0"/>
              <a:t>2025/8/24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79AE01F6-5383-DDC4-7D41-985AFCC1FBA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4AF33B8-A6BA-F9CB-9D1A-F0E8411475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F976BC-45D2-4837-B745-B3BC93427B1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845105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BIZ UDGothic" panose="020B0400000000000000" pitchFamily="33" charset="-128"/>
        <a:ea typeface="BIZ UDGothic" panose="020B0400000000000000" pitchFamily="33" charset="-128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0D69B8-2286-52BF-70CC-2875BB80A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3082A92-D6D9-ED05-9447-7EFDBD000E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4B7875B-3EC6-2631-F523-9C8FDF13FF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25260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B97248-C301-11F6-90B9-1136C86D9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A13C845-10B2-13AE-87DB-0178B8D34F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640221E6-9797-7860-05D4-959A9B8888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2528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615AC5-6AF2-E05D-D2E7-DE157D21F1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BF3A195B-712F-B41F-81B9-928295FA58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2419B0E-CA47-F164-0006-A3E6AA851F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121849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861E1-8CED-9716-5F98-7BC926FEC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30050709-F66B-F91F-6232-5EC84AF496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85C54421-CA1C-4618-04BA-3B37526A9D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148751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493AFA-50C9-AF72-D66C-23F38297B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1A3DB228-14A9-DFE1-B221-C17D35B900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5A0DADDF-B9CF-61E7-07C3-B19DBE62F0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90260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F319E8-4AFD-9CAE-64C6-41917FBD3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3FA3937-DC62-7F0F-80DB-5195ABD787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549C6FF-B068-D927-B854-8ED4928615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813928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F473D5-0718-1E76-69D1-B8826C62B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69EB1758-7D92-8CE1-DF6C-073C26358C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5FF596FF-0AA1-0DBA-252F-FD6FE4E1E2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543922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052BA8-9C96-4A9F-C77D-099C00430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BE4079D-B6FF-A6C6-E497-77B2ECB2AA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E7461D0-3DA9-CD95-97BC-6483EF4E3C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186690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50704-F098-2C4F-9E84-59EEA4293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21F4ECA-AC26-1D85-AD89-5B679DCA38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5555973-0EB3-8439-4336-C44DFDE015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83073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25217E-9433-99D3-019D-DD3A7DC3A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62E8A2A7-66A2-FE52-0B6D-70D72E25E4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89369366-E2DF-3D74-9319-E7278274D3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991333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B9F13D-1ED7-DF52-F6AD-DA3481E6A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17BBF0B-7D7D-D6A0-63D5-6153918B72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5CD1C0-0BA9-E1F1-B6A8-BEA3D120E6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243089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BE18B-9284-4C34-1C60-E918802CD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3E8BB489-F93C-819E-5985-79CFC6810C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2245CC0-BD14-DF5C-7A17-EFCD00FFE3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968629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  <p:sp>
        <p:nvSpPr>
          <p:cNvPr id="301" name="Google Shape;301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24893-DBDA-4BFA-9CE1-4BFE7CD0F8CF}" type="datetime1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  <p:sp>
        <p:nvSpPr>
          <p:cNvPr id="7" name="Google Shape;173;p15">
            <a:extLst>
              <a:ext uri="{FF2B5EF4-FFF2-40B4-BE49-F238E27FC236}">
                <a16:creationId xmlns:a16="http://schemas.microsoft.com/office/drawing/2014/main" id="{1EA53AEF-F2B1-0F4B-39E7-2C1000323C5C}"/>
              </a:ext>
            </a:extLst>
          </p:cNvPr>
          <p:cNvSpPr/>
          <p:nvPr userDrawn="1"/>
        </p:nvSpPr>
        <p:spPr>
          <a:xfrm>
            <a:off x="-1" y="12529696"/>
            <a:ext cx="24384001" cy="1188793"/>
          </a:xfrm>
          <a:prstGeom prst="rect">
            <a:avLst/>
          </a:prstGeom>
          <a:solidFill>
            <a:srgbClr val="288C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endParaRPr sz="3600" b="0" i="0" u="none" strike="noStrike" cap="none" dirty="0">
              <a:solidFill>
                <a:srgbClr val="000000"/>
              </a:solidFill>
              <a:latin typeface="Gen Jyuu GothicL Bold" panose="020B0602020203020207" pitchFamily="34" charset="-120"/>
              <a:ea typeface="Gen Jyuu GothicL Bold" panose="020B0602020203020207" pitchFamily="34" charset="-120"/>
              <a:cs typeface="Gen Jyuu GothicL Bold" panose="020B0602020203020207" pitchFamily="34" charset="-120"/>
              <a:sym typeface="Calibri"/>
            </a:endParaRPr>
          </a:p>
        </p:txBody>
      </p:sp>
      <p:pic>
        <p:nvPicPr>
          <p:cNvPr id="8" name="Google Shape;175;p15" descr="00新品牌元素-55.png">
            <a:extLst>
              <a:ext uri="{FF2B5EF4-FFF2-40B4-BE49-F238E27FC236}">
                <a16:creationId xmlns:a16="http://schemas.microsoft.com/office/drawing/2014/main" id="{A1C6D771-7D6B-48B8-4879-512D53716F0E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661141" y="12716794"/>
            <a:ext cx="4686527" cy="849086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177;p15">
            <a:extLst>
              <a:ext uri="{FF2B5EF4-FFF2-40B4-BE49-F238E27FC236}">
                <a16:creationId xmlns:a16="http://schemas.microsoft.com/office/drawing/2014/main" id="{F6E91BB9-A0CF-7DC6-E565-0F8D841B8D6A}"/>
              </a:ext>
            </a:extLst>
          </p:cNvPr>
          <p:cNvSpPr txBox="1"/>
          <p:nvPr userDrawn="1"/>
        </p:nvSpPr>
        <p:spPr>
          <a:xfrm>
            <a:off x="1779473" y="4241866"/>
            <a:ext cx="5726816" cy="1415743"/>
          </a:xfrm>
          <a:prstGeom prst="rect">
            <a:avLst/>
          </a:prstGeom>
          <a:solidFill>
            <a:srgbClr val="288CCC"/>
          </a:solidFill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Arial"/>
              <a:buNone/>
            </a:pPr>
            <a:r>
              <a:rPr lang="en-US" sz="8000" b="0" i="0" u="none" strike="noStrike" cap="none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  <a:sym typeface="Arial"/>
              </a:rPr>
              <a:t>本課文型</a:t>
            </a:r>
            <a:endParaRPr sz="1400" b="0" i="0" u="none" strike="noStrike" cap="none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n Jyuu GothicL Bold" panose="020B0602020203020207" pitchFamily="34" charset="-120"/>
              <a:ea typeface="Gen Jyuu GothicL Bold" panose="020B0602020203020207" pitchFamily="34" charset="-120"/>
              <a:cs typeface="Gen Jyuu GothicL Bold" panose="020B0602020203020207" pitchFamily="34" charset="-120"/>
              <a:sym typeface="Arial"/>
            </a:endParaRPr>
          </a:p>
        </p:txBody>
      </p:sp>
      <p:pic>
        <p:nvPicPr>
          <p:cNvPr id="11" name="Google Shape;180;p15" descr="新品牌元素-04.png">
            <a:extLst>
              <a:ext uri="{FF2B5EF4-FFF2-40B4-BE49-F238E27FC236}">
                <a16:creationId xmlns:a16="http://schemas.microsoft.com/office/drawing/2014/main" id="{9706B59E-0CCB-A03D-5962-B885D023C539}"/>
              </a:ext>
            </a:extLst>
          </p:cNvPr>
          <p:cNvPicPr preferRelativeResize="0"/>
          <p:nvPr userDrawn="1"/>
        </p:nvPicPr>
        <p:blipFill rotWithShape="1">
          <a:blip r:embed="rId3">
            <a:alphaModFix amt="70000"/>
          </a:blip>
          <a:srcRect/>
          <a:stretch/>
        </p:blipFill>
        <p:spPr>
          <a:xfrm>
            <a:off x="21137221" y="1024091"/>
            <a:ext cx="2776561" cy="15894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81;p15" descr="00新品牌元素-47.png">
            <a:extLst>
              <a:ext uri="{FF2B5EF4-FFF2-40B4-BE49-F238E27FC236}">
                <a16:creationId xmlns:a16="http://schemas.microsoft.com/office/drawing/2014/main" id="{816445DC-2A49-15E8-A162-AB44553F104E}"/>
              </a:ext>
            </a:extLst>
          </p:cNvPr>
          <p:cNvPicPr preferRelativeResize="0"/>
          <p:nvPr userDrawn="1"/>
        </p:nvPicPr>
        <p:blipFill rotWithShape="1">
          <a:blip r:embed="rId4">
            <a:alphaModFix/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0832421" y="8763000"/>
            <a:ext cx="3780876" cy="4361092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文字版面配置區 17">
            <a:extLst>
              <a:ext uri="{FF2B5EF4-FFF2-40B4-BE49-F238E27FC236}">
                <a16:creationId xmlns:a16="http://schemas.microsoft.com/office/drawing/2014/main" id="{945131EA-FBA2-5A69-36FD-4A242A80AB2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79070" y="6660848"/>
            <a:ext cx="17113623" cy="5032117"/>
          </a:xfrm>
        </p:spPr>
        <p:txBody>
          <a:bodyPr numCol="2">
            <a:normAutofit/>
          </a:bodyPr>
          <a:lstStyle>
            <a:lvl1pPr marL="0" indent="0">
              <a:buNone/>
              <a:defRPr sz="4200">
                <a:solidFill>
                  <a:srgbClr val="3B3838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  <a:lvl2pPr marL="914400" indent="0">
              <a:buNone/>
              <a:defRPr sz="4200"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2pPr>
            <a:lvl3pPr>
              <a:defRPr sz="4200"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3pPr>
            <a:lvl4pPr>
              <a:defRPr sz="4200"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4pPr>
            <a:lvl5pPr>
              <a:defRPr sz="4200"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  <a:endParaRPr lang="en-US" altLang="zh-TW" dirty="0"/>
          </a:p>
        </p:txBody>
      </p:sp>
      <p:sp>
        <p:nvSpPr>
          <p:cNvPr id="19" name="Google Shape;179;p15">
            <a:extLst>
              <a:ext uri="{FF2B5EF4-FFF2-40B4-BE49-F238E27FC236}">
                <a16:creationId xmlns:a16="http://schemas.microsoft.com/office/drawing/2014/main" id="{3F54C1E6-3D7F-502D-6C15-E0DC042557B2}"/>
              </a:ext>
            </a:extLst>
          </p:cNvPr>
          <p:cNvSpPr txBox="1"/>
          <p:nvPr userDrawn="1"/>
        </p:nvSpPr>
        <p:spPr>
          <a:xfrm>
            <a:off x="18036333" y="12735798"/>
            <a:ext cx="5266463" cy="830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Arial"/>
              <a:buNone/>
            </a:pPr>
            <a:r>
              <a:rPr lang="ja-JP" altLang="en-US" sz="4200" b="1" i="0" u="none" strike="noStrike" kern="1200" cap="none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n Jyuu Gothic Bold" panose="020B0602020203020207" pitchFamily="50" charset="-128"/>
                <a:ea typeface="Gen Jyuu Gothic Bold" panose="020B0602020203020207" pitchFamily="50" charset="-128"/>
                <a:cs typeface="Gen Jyuu Gothic Bold" panose="020B0602020203020207" pitchFamily="50" charset="-128"/>
                <a:sym typeface="Arial"/>
              </a:rPr>
              <a:t>學習導師・中級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ED9B722B-1BEB-4A9C-1D65-143E67B5ABB6}"/>
              </a:ext>
            </a:extLst>
          </p:cNvPr>
          <p:cNvSpPr txBox="1"/>
          <p:nvPr userDrawn="1"/>
        </p:nvSpPr>
        <p:spPr>
          <a:xfrm>
            <a:off x="1544081" y="-821209"/>
            <a:ext cx="3098800" cy="3770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3800" b="1" dirty="0">
                <a:solidFill>
                  <a:srgbClr val="1C85C9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  <a:cs typeface="Cascadia Mono SemiBold" panose="020B0609020000020004" pitchFamily="49" charset="0"/>
              </a:rPr>
              <a:t>01</a:t>
            </a:r>
            <a:r>
              <a:rPr kumimoji="1" lang="zh-TW" altLang="en-US" sz="23900" b="1" dirty="0">
                <a:solidFill>
                  <a:srgbClr val="1C85C9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  <a:cs typeface="Cascadia Mono SemiBold" panose="020B0609020000020004" pitchFamily="49" charset="0"/>
              </a:rPr>
              <a:t>    </a:t>
            </a:r>
            <a:endParaRPr kumimoji="1" lang="ja-JP" altLang="en-US" sz="23900" b="1" dirty="0">
              <a:solidFill>
                <a:srgbClr val="1C85C9"/>
              </a:solidFill>
              <a:latin typeface="HGPSoeiKakugothicUB" panose="020B0900000000000000" pitchFamily="34" charset="-128"/>
              <a:ea typeface="HGPSoeiKakugothicUB" panose="020B0900000000000000" pitchFamily="34" charset="-128"/>
              <a:cs typeface="Cascadia Mono SemiBold" panose="020B0609020000020004" pitchFamily="49" charset="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CE093256-7AFB-4FC3-3F91-43D09072FD5D}"/>
              </a:ext>
            </a:extLst>
          </p:cNvPr>
          <p:cNvSpPr txBox="1"/>
          <p:nvPr userDrawn="1"/>
        </p:nvSpPr>
        <p:spPr>
          <a:xfrm>
            <a:off x="4036785" y="1239585"/>
            <a:ext cx="8080829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000" b="0" dirty="0">
                <a:solidFill>
                  <a:srgbClr val="1C85C9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  <a:cs typeface="Cascadia Mono SemiBold" panose="020B0609020000020004" pitchFamily="49" charset="0"/>
              </a:rPr>
              <a:t>日本人の友達の故郷へ</a:t>
            </a:r>
            <a:endParaRPr kumimoji="1" lang="en-US" altLang="ja-JP" sz="4000" b="0" dirty="0">
              <a:solidFill>
                <a:srgbClr val="1C85C9"/>
              </a:solidFill>
              <a:latin typeface="HGPSoeiKakugothicUB" panose="020B0900000000000000" pitchFamily="34" charset="-128"/>
              <a:ea typeface="HGPSoeiKakugothicUB" panose="020B0900000000000000" pitchFamily="34" charset="-128"/>
              <a:cs typeface="Cascadia Mono SemiBold" panose="020B0609020000020004" pitchFamily="49" charset="0"/>
            </a:endParaRPr>
          </a:p>
          <a:p>
            <a:r>
              <a:rPr kumimoji="1" lang="ja-JP" altLang="en-US" sz="3600" b="0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  <a:cs typeface="Cascadia Mono SemiBold" panose="020B0609020000020004" pitchFamily="49" charset="0"/>
              </a:rPr>
              <a:t>第一課</a:t>
            </a:r>
          </a:p>
        </p:txBody>
      </p:sp>
    </p:spTree>
    <p:extLst>
      <p:ext uri="{BB962C8B-B14F-4D97-AF65-F5344CB8AC3E}">
        <p14:creationId xmlns:p14="http://schemas.microsoft.com/office/powerpoint/2010/main" val="81026470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381500" y="-36844"/>
            <a:ext cx="19983450" cy="114873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zh-TW" altLang="en-US"/>
              <a:t>按一下以編輯母片標題樣式 </a:t>
            </a:r>
            <a:endParaRPr 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AC0EF03-D6B3-CE56-533B-535D9DFA0793}"/>
              </a:ext>
            </a:extLst>
          </p:cNvPr>
          <p:cNvSpPr/>
          <p:nvPr userDrawn="1"/>
        </p:nvSpPr>
        <p:spPr>
          <a:xfrm>
            <a:off x="-38100" y="-151233"/>
            <a:ext cx="24403050" cy="189136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9" name="Google Shape;191;p60" descr="00新品牌元素-50.png">
            <a:extLst>
              <a:ext uri="{FF2B5EF4-FFF2-40B4-BE49-F238E27FC236}">
                <a16:creationId xmlns:a16="http://schemas.microsoft.com/office/drawing/2014/main" id="{30CA417C-C8B7-0AFC-3F11-7B07400254AC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76200" y="-165077"/>
            <a:ext cx="1371600" cy="14699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90;p60" descr="浮水印.png">
            <a:extLst>
              <a:ext uri="{FF2B5EF4-FFF2-40B4-BE49-F238E27FC236}">
                <a16:creationId xmlns:a16="http://schemas.microsoft.com/office/drawing/2014/main" id="{151502A3-5726-B337-1182-245A2ADF7D85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22574250" y="145476"/>
            <a:ext cx="1580320" cy="886984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文字方塊 17">
            <a:extLst>
              <a:ext uri="{FF2B5EF4-FFF2-40B4-BE49-F238E27FC236}">
                <a16:creationId xmlns:a16="http://schemas.microsoft.com/office/drawing/2014/main" id="{286F6F29-2332-3D9E-E40D-AF2D204D300D}"/>
              </a:ext>
            </a:extLst>
          </p:cNvPr>
          <p:cNvSpPr txBox="1"/>
          <p:nvPr userDrawn="1"/>
        </p:nvSpPr>
        <p:spPr>
          <a:xfrm>
            <a:off x="1346200" y="-1056222"/>
            <a:ext cx="309880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9600" b="1" dirty="0">
                <a:solidFill>
                  <a:srgbClr val="1C85C9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  <a:cs typeface="Cascadia Mono SemiBold" panose="020B0609020000020004" pitchFamily="49" charset="0"/>
              </a:rPr>
              <a:t>01</a:t>
            </a:r>
            <a:r>
              <a:rPr kumimoji="1" lang="zh-TW" altLang="en-US" sz="16600" b="1" dirty="0">
                <a:solidFill>
                  <a:srgbClr val="1C85C9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  <a:cs typeface="Cascadia Mono SemiBold" panose="020B0609020000020004" pitchFamily="49" charset="0"/>
              </a:rPr>
              <a:t>    </a:t>
            </a:r>
            <a:endParaRPr kumimoji="1" lang="ja-JP" altLang="en-US" sz="16600" b="1" dirty="0">
              <a:solidFill>
                <a:srgbClr val="1C85C9"/>
              </a:solidFill>
              <a:latin typeface="HGPSoeiKakugothicUB" panose="020B0900000000000000" pitchFamily="34" charset="-128"/>
              <a:ea typeface="HGPSoeiKakugothicUB" panose="020B0900000000000000" pitchFamily="34" charset="-128"/>
              <a:cs typeface="Cascadia Mono SemiBold" panose="020B0609020000020004" pitchFamily="49" charset="0"/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666ED131-2A2B-58C7-4569-0A0957402ACC}"/>
              </a:ext>
            </a:extLst>
          </p:cNvPr>
          <p:cNvSpPr txBox="1"/>
          <p:nvPr userDrawn="1"/>
        </p:nvSpPr>
        <p:spPr>
          <a:xfrm>
            <a:off x="2952115" y="355598"/>
            <a:ext cx="8080829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b="0" dirty="0">
                <a:solidFill>
                  <a:srgbClr val="1C85C9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  <a:cs typeface="Cascadia Mono SemiBold" panose="020B0609020000020004" pitchFamily="49" charset="0"/>
              </a:rPr>
              <a:t>日本人の友達の故郷へ</a:t>
            </a:r>
            <a:endParaRPr kumimoji="1" lang="en-US" altLang="ja-JP" sz="2800" b="0" dirty="0">
              <a:solidFill>
                <a:srgbClr val="1C85C9"/>
              </a:solidFill>
              <a:latin typeface="HGPSoeiKakugothicUB" panose="020B0900000000000000" pitchFamily="34" charset="-128"/>
              <a:ea typeface="HGPSoeiKakugothicUB" panose="020B0900000000000000" pitchFamily="34" charset="-128"/>
              <a:cs typeface="Cascadia Mono SemiBold" panose="020B0609020000020004" pitchFamily="49" charset="0"/>
            </a:endParaRPr>
          </a:p>
          <a:p>
            <a:r>
              <a:rPr kumimoji="1" lang="ja-JP" altLang="en-US" sz="2400" b="0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  <a:cs typeface="Cascadia Mono SemiBold" panose="020B0609020000020004" pitchFamily="49" charset="0"/>
              </a:rPr>
              <a:t>第一課</a:t>
            </a:r>
          </a:p>
        </p:txBody>
      </p:sp>
    </p:spTree>
    <p:extLst>
      <p:ext uri="{BB962C8B-B14F-4D97-AF65-F5344CB8AC3E}">
        <p14:creationId xmlns:p14="http://schemas.microsoft.com/office/powerpoint/2010/main" val="2749409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3700" y="3424846"/>
            <a:ext cx="21031200" cy="5702416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120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63700" y="9105267"/>
            <a:ext cx="21031200" cy="3000374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4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91440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2pPr>
            <a:lvl3pPr marL="18288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3pPr>
            <a:lvl4pPr marL="27432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4pPr>
            <a:lvl5pPr marL="36576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5pPr>
            <a:lvl6pPr marL="45720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6pPr>
            <a:lvl7pPr marL="54864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7pPr>
            <a:lvl8pPr marL="64008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8pPr>
            <a:lvl9pPr marL="73152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F84E2-2D7A-43CF-AC90-352A289A783A}" type="datetime1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4966184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0254" y="731520"/>
            <a:ext cx="21031200" cy="2651124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90254" y="3657601"/>
            <a:ext cx="10363200" cy="870267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44400" y="3657601"/>
            <a:ext cx="10363200" cy="870267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952B5-7A2F-4CC8-B7CE-9234E21C2837}" type="datetime1">
              <a:rPr lang="en-US" smtClean="0"/>
              <a:t>8/24/2025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8611464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90254" y="3363701"/>
            <a:ext cx="10312400" cy="165139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90254" y="5015101"/>
            <a:ext cx="10312400" cy="73610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344401" y="3363702"/>
            <a:ext cx="10363202" cy="1651396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344401" y="5015101"/>
            <a:ext cx="10363202" cy="73610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DA07A-9201-4B4B-BAF2-015AFA30F520}" type="datetime1">
              <a:rPr lang="en-US" smtClean="0"/>
              <a:t>8/24/2025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690254" y="731520"/>
            <a:ext cx="21031200" cy="2651124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4357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7E00A-486F-4252-8B1D-E32645521F49}" type="datetime1">
              <a:rPr lang="en-US" smtClean="0"/>
              <a:t>8/24/2025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690254" y="731520"/>
            <a:ext cx="21031200" cy="2651124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1635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F5F92-E675-4B36-9A60-69A962A68675}" type="datetime1">
              <a:rPr lang="en-US" smtClean="0"/>
              <a:t>8/24/2025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4663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2496" y="914401"/>
            <a:ext cx="7863840" cy="320039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64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63200" y="1981200"/>
            <a:ext cx="12344400" cy="9753600"/>
          </a:xfrm>
          <a:prstGeom prst="rect">
            <a:avLst/>
          </a:prstGeom>
        </p:spPr>
        <p:txBody>
          <a:bodyPr/>
          <a:lstStyle>
            <a:lvl1pPr>
              <a:defRPr sz="6400"/>
            </a:lvl1pPr>
            <a:lvl2pPr>
              <a:defRPr sz="5600"/>
            </a:lvl2pPr>
            <a:lvl3pPr>
              <a:defRPr sz="48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82496" y="4114799"/>
            <a:ext cx="7863840" cy="762000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3200"/>
            </a:lvl1pPr>
            <a:lvl2pPr marL="914400" indent="0">
              <a:buNone/>
              <a:defRPr sz="2400"/>
            </a:lvl2pPr>
            <a:lvl3pPr marL="1828800" indent="0">
              <a:buNone/>
              <a:defRPr sz="2000"/>
            </a:lvl3pPr>
            <a:lvl4pPr marL="2743200" indent="0">
              <a:buNone/>
              <a:defRPr sz="1800"/>
            </a:lvl4pPr>
            <a:lvl5pPr marL="3657600" indent="0">
              <a:buNone/>
              <a:defRPr sz="1800"/>
            </a:lvl5pPr>
            <a:lvl6pPr marL="4572000" indent="0">
              <a:buNone/>
              <a:defRPr sz="1800"/>
            </a:lvl6pPr>
            <a:lvl7pPr marL="5486400" indent="0">
              <a:buNone/>
              <a:defRPr sz="1800"/>
            </a:lvl7pPr>
            <a:lvl8pPr marL="6400800" indent="0">
              <a:buNone/>
              <a:defRPr sz="1800"/>
            </a:lvl8pPr>
            <a:lvl9pPr marL="7315200" indent="0">
              <a:buNone/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E2C9B-5FA2-460D-9BE7-B0812FC2A6FF}" type="datetime1">
              <a:rPr lang="en-US" smtClean="0"/>
              <a:t>8/24/2025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6117873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2496" y="914400"/>
            <a:ext cx="7863840" cy="320040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64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363200" y="1981200"/>
            <a:ext cx="12344400" cy="9753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400"/>
            </a:lvl1pPr>
            <a:lvl2pPr marL="914400" indent="0">
              <a:buNone/>
              <a:defRPr sz="5600"/>
            </a:lvl2pPr>
            <a:lvl3pPr marL="1828800" indent="0">
              <a:buNone/>
              <a:defRPr sz="4800"/>
            </a:lvl3pPr>
            <a:lvl4pPr marL="2743200" indent="0">
              <a:buNone/>
              <a:defRPr sz="4000"/>
            </a:lvl4pPr>
            <a:lvl5pPr marL="3657600" indent="0">
              <a:buNone/>
              <a:defRPr sz="4000"/>
            </a:lvl5pPr>
            <a:lvl6pPr marL="4572000" indent="0">
              <a:buNone/>
              <a:defRPr sz="4000"/>
            </a:lvl6pPr>
            <a:lvl7pPr marL="5486400" indent="0">
              <a:buNone/>
              <a:defRPr sz="4000"/>
            </a:lvl7pPr>
            <a:lvl8pPr marL="6400800" indent="0">
              <a:buNone/>
              <a:defRPr sz="4000"/>
            </a:lvl8pPr>
            <a:lvl9pPr marL="7315200" indent="0">
              <a:buNone/>
              <a:defRPr sz="4000"/>
            </a:lvl9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82496" y="4114800"/>
            <a:ext cx="7863840" cy="7620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3200"/>
            </a:lvl1pPr>
            <a:lvl2pPr marL="914400" indent="0">
              <a:buNone/>
              <a:defRPr sz="2400"/>
            </a:lvl2pPr>
            <a:lvl3pPr marL="1828800" indent="0">
              <a:buNone/>
              <a:defRPr sz="2000"/>
            </a:lvl3pPr>
            <a:lvl4pPr marL="2743200" indent="0">
              <a:buNone/>
              <a:defRPr sz="1800"/>
            </a:lvl4pPr>
            <a:lvl5pPr marL="3657600" indent="0">
              <a:buNone/>
              <a:defRPr sz="1800"/>
            </a:lvl5pPr>
            <a:lvl6pPr marL="4572000" indent="0">
              <a:buNone/>
              <a:defRPr sz="1800"/>
            </a:lvl6pPr>
            <a:lvl7pPr marL="5486400" indent="0">
              <a:buNone/>
              <a:defRPr sz="1800"/>
            </a:lvl7pPr>
            <a:lvl8pPr marL="6400800" indent="0">
              <a:buNone/>
              <a:defRPr sz="1800"/>
            </a:lvl8pPr>
            <a:lvl9pPr marL="7315200" indent="0">
              <a:buNone/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74940-A916-4C8B-9648-02A2D3898F9E}" type="datetime1">
              <a:rPr lang="en-US" smtClean="0"/>
              <a:t>8/24/2025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4635085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0254" y="731520"/>
            <a:ext cx="21031200" cy="2651124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90254" y="3657601"/>
            <a:ext cx="21031200" cy="870267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E5243-F52A-4D37-9694-EB26C6C31910}" type="datetime1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8898673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7449800" y="720724"/>
            <a:ext cx="5257800" cy="11623676"/>
          </a:xfrm>
          <a:prstGeom prst="rect">
            <a:avLst/>
          </a:prstGeo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76400" y="720725"/>
            <a:ext cx="15468600" cy="1162367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7B6E1-634A-48DC-9E8B-D894023267EF}" type="datetime1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99469385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90254" y="731520"/>
            <a:ext cx="21031200" cy="26511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90254" y="3657601"/>
            <a:ext cx="21031200" cy="87026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5586B75A-687E-405C-8A0B-8D00578BA2C3}" type="datetime1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235054" y="12712701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3321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</p:sldLayoutIdLst>
  <p:hf sldNum="0" hdr="0" ft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Wingdings 2" pitchFamily="18" charset="2"/>
        <a:buChar char="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spcBef>
          <a:spcPct val="20000"/>
        </a:spcBef>
        <a:buFont typeface="Wingdings 2" pitchFamily="18" charset="2"/>
        <a:buChar char="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spcBef>
          <a:spcPct val="20000"/>
        </a:spcBef>
        <a:buFont typeface="Wingdings 2" pitchFamily="18" charset="2"/>
        <a:buChar char="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spcBef>
          <a:spcPct val="20000"/>
        </a:spcBef>
        <a:buFont typeface="Wingdings 2" pitchFamily="18" charset="2"/>
        <a:buChar char="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spcBef>
          <a:spcPct val="20000"/>
        </a:spcBef>
        <a:buFont typeface="Wingdings 2" pitchFamily="18" charset="2"/>
        <a:buChar char="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1">
            <a:extLst>
              <a:ext uri="{FF2B5EF4-FFF2-40B4-BE49-F238E27FC236}">
                <a16:creationId xmlns:a16="http://schemas.microsoft.com/office/drawing/2014/main" id="{42978BFF-C9BA-D65A-A597-87A395CE7CC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/>
          </p:nvPr>
        </p:nvSpPr>
        <p:spPr>
          <a:xfrm>
            <a:off x="1679070" y="6660848"/>
            <a:ext cx="21314280" cy="5032117"/>
          </a:xfrm>
        </p:spPr>
        <p:txBody>
          <a:bodyPr numCol="2">
            <a:normAutofit/>
          </a:bodyPr>
          <a:lstStyle/>
          <a:p>
            <a:pPr marL="685800" indent="-685800">
              <a:buFont typeface="Arial" panose="020B0604020202020204" pitchFamily="34" charset="0"/>
              <a:buChar char="•"/>
            </a:pP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初めての＋名詞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～うちに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修飾句（</a:t>
            </a:r>
            <a:r>
              <a:rPr lang="en-US" altLang="ja-JP" sz="4800" dirty="0">
                <a:latin typeface="BIZ UDGothic" panose="020B0600070205080204" charset="-128"/>
                <a:ea typeface="BIZ UDGothic" panose="020B0600070205080204" charset="-128"/>
              </a:rPr>
              <a:t>A </a:t>
            </a: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的</a:t>
            </a:r>
            <a:r>
              <a:rPr lang="en-US" altLang="ja-JP" sz="4800" dirty="0">
                <a:latin typeface="BIZ UDGothic" panose="020B0600070205080204" charset="-128"/>
                <a:ea typeface="BIZ UDGothic" panose="020B0600070205080204" charset="-128"/>
              </a:rPr>
              <a:t>B</a:t>
            </a: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）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～てばかり</a:t>
            </a:r>
            <a:r>
              <a:rPr lang="en-US" altLang="ja-JP" sz="4800" dirty="0">
                <a:latin typeface="BIZ UDGothic" panose="020B0600070205080204" charset="-128"/>
                <a:ea typeface="BIZ UDGothic" panose="020B0600070205080204" charset="-128"/>
              </a:rPr>
              <a:t>…</a:t>
            </a: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ている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に（＝として）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に（添加）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初めて＋動詞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～てもらう </a:t>
            </a:r>
            <a:r>
              <a:rPr lang="en-US" altLang="ja-JP" sz="4800" dirty="0">
                <a:latin typeface="BIZ UDGothic" panose="020B0600070205080204" charset="-128"/>
                <a:ea typeface="BIZ UDGothic" panose="020B0600070205080204" charset="-128"/>
              </a:rPr>
              <a:t>vs. </a:t>
            </a: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～させてもらう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對比的 は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～として</a:t>
            </a:r>
          </a:p>
        </p:txBody>
      </p:sp>
    </p:spTree>
    <p:extLst>
      <p:ext uri="{BB962C8B-B14F-4D97-AF65-F5344CB8AC3E}">
        <p14:creationId xmlns:p14="http://schemas.microsoft.com/office/powerpoint/2010/main" val="16983667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55ADFA-DEBA-D00D-1F32-85214FD02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字方塊 8">
            <a:extLst>
              <a:ext uri="{FF2B5EF4-FFF2-40B4-BE49-F238E27FC236}">
                <a16:creationId xmlns:a16="http://schemas.microsoft.com/office/drawing/2014/main" id="{BF76094C-D320-06D3-4282-B52C1636B734}"/>
              </a:ext>
            </a:extLst>
          </p:cNvPr>
          <p:cNvSpPr txBox="1"/>
          <p:nvPr/>
        </p:nvSpPr>
        <p:spPr>
          <a:xfrm>
            <a:off x="1183163" y="1579171"/>
            <a:ext cx="22301713" cy="10873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  <a:buNone/>
            </a:pPr>
            <a:r>
              <a:rPr lang="en-US" altLang="ja-JP" sz="4800" dirty="0"/>
              <a:t>1.</a:t>
            </a:r>
            <a:r>
              <a:rPr lang="ja-JP" altLang="en-US" sz="4800" dirty="0"/>
              <a:t>今日の会議は、私にとって</a:t>
            </a:r>
            <a:r>
              <a:rPr lang="ja-JP" altLang="en-US" sz="4800" u="sng" dirty="0"/>
              <a:t>　　　　　　　　　　　</a:t>
            </a:r>
            <a:r>
              <a:rPr lang="ja-JP" altLang="en-US" sz="4800" dirty="0"/>
              <a:t>大事な経験でした。（これまでのない） </a:t>
            </a:r>
          </a:p>
          <a:p>
            <a:pPr>
              <a:lnSpc>
                <a:spcPct val="250000"/>
              </a:lnSpc>
            </a:pPr>
            <a:r>
              <a:rPr lang="en-US" altLang="ja-JP" sz="4800" dirty="0"/>
              <a:t>2.</a:t>
            </a:r>
            <a:r>
              <a:rPr lang="ja-JP" altLang="en-US" sz="4800" dirty="0"/>
              <a:t> </a:t>
            </a:r>
            <a:r>
              <a:rPr lang="ja-JP" altLang="en-US" sz="4800" u="sng" dirty="0"/>
              <a:t>　　　　　　　　　　　</a:t>
            </a:r>
            <a:r>
              <a:rPr lang="ja-JP" altLang="en-US" sz="4800" dirty="0"/>
              <a:t>早く食べてください。 （冷めたらまずくなるから）</a:t>
            </a:r>
            <a:endParaRPr lang="en-US" altLang="ja-JP" sz="4800" dirty="0"/>
          </a:p>
          <a:p>
            <a:pPr>
              <a:lnSpc>
                <a:spcPct val="250000"/>
              </a:lnSpc>
            </a:pPr>
            <a:r>
              <a:rPr lang="en-US" altLang="ja-JP" sz="4800" dirty="0"/>
              <a:t>3.</a:t>
            </a:r>
            <a:r>
              <a:rPr lang="ja-JP" altLang="en-US" sz="4800" dirty="0"/>
              <a:t>これは、王さんが</a:t>
            </a:r>
            <a:r>
              <a:rPr lang="ja-JP" altLang="en-US" sz="4800" u="sng" dirty="0"/>
              <a:t>　　　　　　　　　　　</a:t>
            </a:r>
            <a:r>
              <a:rPr lang="ja-JP" altLang="en-US" sz="4800" dirty="0"/>
              <a:t>かばんです。 （王さんはこのカバンを買いました）</a:t>
            </a:r>
          </a:p>
          <a:p>
            <a:pPr>
              <a:lnSpc>
                <a:spcPct val="250000"/>
              </a:lnSpc>
              <a:buNone/>
            </a:pPr>
            <a:r>
              <a:rPr lang="en-US" altLang="ja-JP" sz="4800" dirty="0"/>
              <a:t>4.</a:t>
            </a:r>
            <a:r>
              <a:rPr lang="ja-JP" altLang="en-US" sz="4800" dirty="0"/>
              <a:t>彼はいつも</a:t>
            </a:r>
            <a:r>
              <a:rPr lang="ja-JP" altLang="en-US" sz="4800" u="sng" dirty="0"/>
              <a:t>　　　　　　　　　　　　　　　　</a:t>
            </a:r>
            <a:r>
              <a:rPr lang="ja-JP" altLang="en-US" sz="4800" dirty="0"/>
              <a:t>。（ゲーム以外ほとんどすることがない）</a:t>
            </a:r>
            <a:endParaRPr lang="en-US" altLang="ja-JP" sz="4800" dirty="0"/>
          </a:p>
          <a:p>
            <a:pPr>
              <a:lnSpc>
                <a:spcPct val="250000"/>
              </a:lnSpc>
            </a:pPr>
            <a:r>
              <a:rPr lang="en-US" altLang="ja-JP" sz="4800" dirty="0"/>
              <a:t>5.</a:t>
            </a:r>
            <a:r>
              <a:rPr lang="ja-JP" altLang="en-US" sz="4800" dirty="0"/>
              <a:t>本を枕</a:t>
            </a:r>
            <a:r>
              <a:rPr lang="ja-JP" altLang="en-US" sz="4800" u="sng" dirty="0"/>
              <a:t>　　　　　　　　　　　　　　　　</a:t>
            </a:r>
            <a:r>
              <a:rPr lang="ja-JP" altLang="en-US" sz="4800" dirty="0"/>
              <a:t>。（頭を本に置いて） </a:t>
            </a:r>
            <a:endParaRPr lang="en-US" altLang="ja-JP" sz="4800" dirty="0"/>
          </a:p>
          <a:p>
            <a:pPr>
              <a:lnSpc>
                <a:spcPct val="250000"/>
              </a:lnSpc>
              <a:buNone/>
            </a:pPr>
            <a:endParaRPr lang="en-US" altLang="ja-JP" sz="4800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EA10A301-8E40-BE5D-A1B5-26E2BBB50F36}"/>
              </a:ext>
            </a:extLst>
          </p:cNvPr>
          <p:cNvSpPr txBox="1"/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1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重點文型練習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A461D35-0835-B857-9B6A-BAE4EBFB442F}"/>
              </a:ext>
            </a:extLst>
          </p:cNvPr>
          <p:cNvSpPr txBox="1"/>
          <p:nvPr/>
        </p:nvSpPr>
        <p:spPr>
          <a:xfrm>
            <a:off x="2785418" y="11621279"/>
            <a:ext cx="18813163" cy="830997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none" rtlCol="0">
            <a:spAutoFit/>
          </a:bodyPr>
          <a:lstStyle/>
          <a:p>
            <a:r>
              <a:rPr lang="ja-JP" altLang="en-US" sz="4800" dirty="0"/>
              <a:t>～てばかりいます　</a:t>
            </a:r>
            <a:r>
              <a:rPr lang="en-US" altLang="ja-JP" sz="4800" dirty="0"/>
              <a:t>/</a:t>
            </a:r>
            <a:r>
              <a:rPr lang="ja-JP" altLang="en-US" sz="4800" dirty="0"/>
              <a:t>　連体修飾　</a:t>
            </a:r>
            <a:r>
              <a:rPr lang="en-US" altLang="ja-JP" sz="4800" dirty="0"/>
              <a:t>/</a:t>
            </a:r>
            <a:r>
              <a:rPr lang="ja-JP" altLang="en-US" sz="4800" dirty="0"/>
              <a:t>　～にします　</a:t>
            </a:r>
            <a:r>
              <a:rPr lang="en-US" altLang="ja-JP" sz="4800" dirty="0"/>
              <a:t>/</a:t>
            </a:r>
            <a:r>
              <a:rPr lang="ja-JP" altLang="en-US" sz="4800" dirty="0"/>
              <a:t>　初めての　</a:t>
            </a:r>
            <a:r>
              <a:rPr lang="en-US" altLang="ja-JP" sz="4800" dirty="0"/>
              <a:t>/</a:t>
            </a:r>
            <a:r>
              <a:rPr lang="ja-JP" altLang="en-US" sz="4800" dirty="0"/>
              <a:t>　～うちに</a:t>
            </a:r>
            <a:endParaRPr kumimoji="1" lang="ja-JP" altLang="en-US" sz="4800" dirty="0"/>
          </a:p>
        </p:txBody>
      </p:sp>
    </p:spTree>
    <p:extLst>
      <p:ext uri="{BB962C8B-B14F-4D97-AF65-F5344CB8AC3E}">
        <p14:creationId xmlns:p14="http://schemas.microsoft.com/office/powerpoint/2010/main" val="14536083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B0968-5F74-6801-27C5-15198B0D9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字方塊 8">
            <a:extLst>
              <a:ext uri="{FF2B5EF4-FFF2-40B4-BE49-F238E27FC236}">
                <a16:creationId xmlns:a16="http://schemas.microsoft.com/office/drawing/2014/main" id="{A4A492C2-433B-ABFF-0E9D-DDD00A85692B}"/>
              </a:ext>
            </a:extLst>
          </p:cNvPr>
          <p:cNvSpPr txBox="1"/>
          <p:nvPr/>
        </p:nvSpPr>
        <p:spPr>
          <a:xfrm>
            <a:off x="1183163" y="1579171"/>
            <a:ext cx="22301713" cy="10873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  <a:buNone/>
            </a:pPr>
            <a:r>
              <a:rPr lang="en-US" altLang="ja-JP" sz="4800" dirty="0"/>
              <a:t>1.</a:t>
            </a:r>
            <a:r>
              <a:rPr lang="ja-JP" altLang="en-US" sz="4800" dirty="0"/>
              <a:t>今日の会議は、私にとって</a:t>
            </a:r>
            <a:r>
              <a:rPr lang="ja-JP" altLang="en-US" sz="4800" u="sng" dirty="0"/>
              <a:t>　　　　　　　　　　　</a:t>
            </a:r>
            <a:r>
              <a:rPr lang="ja-JP" altLang="en-US" sz="4800" dirty="0"/>
              <a:t>大事な経験でした。（これまでのない） </a:t>
            </a:r>
          </a:p>
          <a:p>
            <a:pPr>
              <a:lnSpc>
                <a:spcPct val="250000"/>
              </a:lnSpc>
            </a:pPr>
            <a:r>
              <a:rPr lang="en-US" altLang="ja-JP" sz="4800" dirty="0"/>
              <a:t>2.</a:t>
            </a:r>
            <a:r>
              <a:rPr lang="ja-JP" altLang="en-US" sz="4800" dirty="0"/>
              <a:t> </a:t>
            </a:r>
            <a:r>
              <a:rPr lang="ja-JP" altLang="en-US" sz="4800" u="sng" dirty="0"/>
              <a:t>　　　　　　　　　　　</a:t>
            </a:r>
            <a:r>
              <a:rPr lang="ja-JP" altLang="en-US" sz="4800" dirty="0"/>
              <a:t>早く食べてください。 （冷めたらまずくなるから）</a:t>
            </a:r>
            <a:endParaRPr lang="en-US" altLang="ja-JP" sz="4800" dirty="0"/>
          </a:p>
          <a:p>
            <a:pPr>
              <a:lnSpc>
                <a:spcPct val="250000"/>
              </a:lnSpc>
            </a:pPr>
            <a:r>
              <a:rPr lang="en-US" altLang="ja-JP" sz="4800" dirty="0"/>
              <a:t>3.</a:t>
            </a:r>
            <a:r>
              <a:rPr lang="ja-JP" altLang="en-US" sz="4800" dirty="0"/>
              <a:t>これは、王さんが</a:t>
            </a:r>
            <a:r>
              <a:rPr lang="ja-JP" altLang="en-US" sz="4800" u="sng" dirty="0"/>
              <a:t>　　　　　　　　　　　</a:t>
            </a:r>
            <a:r>
              <a:rPr lang="ja-JP" altLang="en-US" sz="4800" dirty="0"/>
              <a:t>かばんです。 （王さんはこのカバンを買いました）</a:t>
            </a:r>
          </a:p>
          <a:p>
            <a:pPr>
              <a:lnSpc>
                <a:spcPct val="250000"/>
              </a:lnSpc>
              <a:buNone/>
            </a:pPr>
            <a:r>
              <a:rPr lang="en-US" altLang="ja-JP" sz="4800" dirty="0"/>
              <a:t>4.</a:t>
            </a:r>
            <a:r>
              <a:rPr lang="ja-JP" altLang="en-US" sz="4800" dirty="0"/>
              <a:t>彼はいつも</a:t>
            </a:r>
            <a:r>
              <a:rPr lang="ja-JP" altLang="en-US" sz="4800" u="sng" dirty="0"/>
              <a:t>　　　　　　　　　　　　　　　　</a:t>
            </a:r>
            <a:r>
              <a:rPr lang="ja-JP" altLang="en-US" sz="4800" dirty="0"/>
              <a:t>。（ゲーム以外ほとんどすることがない）</a:t>
            </a:r>
            <a:endParaRPr lang="en-US" altLang="ja-JP" sz="4800" dirty="0"/>
          </a:p>
          <a:p>
            <a:pPr>
              <a:lnSpc>
                <a:spcPct val="250000"/>
              </a:lnSpc>
            </a:pPr>
            <a:r>
              <a:rPr lang="en-US" altLang="ja-JP" sz="4800" dirty="0"/>
              <a:t>5.</a:t>
            </a:r>
            <a:r>
              <a:rPr lang="ja-JP" altLang="en-US" sz="4800" dirty="0"/>
              <a:t>本を枕</a:t>
            </a:r>
            <a:r>
              <a:rPr lang="ja-JP" altLang="en-US" sz="4800" u="sng" dirty="0"/>
              <a:t>　　　　　　　　　　　　　　　　</a:t>
            </a:r>
            <a:r>
              <a:rPr lang="ja-JP" altLang="en-US" sz="4800" dirty="0"/>
              <a:t>。（頭を本に置いて） </a:t>
            </a:r>
            <a:endParaRPr lang="en-US" altLang="ja-JP" sz="4800" dirty="0"/>
          </a:p>
          <a:p>
            <a:pPr>
              <a:lnSpc>
                <a:spcPct val="250000"/>
              </a:lnSpc>
              <a:buNone/>
            </a:pPr>
            <a:endParaRPr lang="en-US" altLang="ja-JP" sz="4800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7450B515-79A9-D8D0-BFE2-577E7E43859C}"/>
              </a:ext>
            </a:extLst>
          </p:cNvPr>
          <p:cNvSpPr txBox="1"/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1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重點文型練習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5106A87F-BD52-7B56-7E5B-C95B18843223}"/>
              </a:ext>
            </a:extLst>
          </p:cNvPr>
          <p:cNvSpPr txBox="1"/>
          <p:nvPr/>
        </p:nvSpPr>
        <p:spPr>
          <a:xfrm>
            <a:off x="3235214" y="11448072"/>
            <a:ext cx="18813163" cy="830997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none" rtlCol="0">
            <a:spAutoFit/>
          </a:bodyPr>
          <a:lstStyle/>
          <a:p>
            <a:r>
              <a:rPr lang="ja-JP" altLang="en-US" sz="4800" dirty="0"/>
              <a:t>～てばかりいます　</a:t>
            </a:r>
            <a:r>
              <a:rPr lang="en-US" altLang="ja-JP" sz="4800" dirty="0"/>
              <a:t>/</a:t>
            </a:r>
            <a:r>
              <a:rPr lang="ja-JP" altLang="en-US" sz="4800" dirty="0"/>
              <a:t>　連体修飾　</a:t>
            </a:r>
            <a:r>
              <a:rPr lang="en-US" altLang="ja-JP" sz="4800" dirty="0"/>
              <a:t>/</a:t>
            </a:r>
            <a:r>
              <a:rPr lang="ja-JP" altLang="en-US" sz="4800" dirty="0"/>
              <a:t>　～にします　</a:t>
            </a:r>
            <a:r>
              <a:rPr lang="en-US" altLang="ja-JP" sz="4800" dirty="0"/>
              <a:t>/</a:t>
            </a:r>
            <a:r>
              <a:rPr lang="ja-JP" altLang="en-US" sz="4800" dirty="0"/>
              <a:t>　初めての　</a:t>
            </a:r>
            <a:r>
              <a:rPr lang="en-US" altLang="ja-JP" sz="4800" dirty="0"/>
              <a:t>/</a:t>
            </a:r>
            <a:r>
              <a:rPr lang="ja-JP" altLang="en-US" sz="4800" dirty="0"/>
              <a:t>　～うちに</a:t>
            </a:r>
            <a:endParaRPr kumimoji="1" lang="ja-JP" altLang="en-US" sz="4800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5BEEF36A-4F6D-B68F-1ED4-AD8ED6A350FB}"/>
              </a:ext>
            </a:extLst>
          </p:cNvPr>
          <p:cNvSpPr txBox="1"/>
          <p:nvPr/>
        </p:nvSpPr>
        <p:spPr>
          <a:xfrm>
            <a:off x="9408160" y="2275840"/>
            <a:ext cx="258596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800" b="1" dirty="0">
                <a:solidFill>
                  <a:srgbClr val="1C85C9"/>
                </a:solidFill>
              </a:rPr>
              <a:t>初めての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E669C55B-ADCD-0264-AD86-6A13A1FE4F47}"/>
              </a:ext>
            </a:extLst>
          </p:cNvPr>
          <p:cNvSpPr txBox="1"/>
          <p:nvPr/>
        </p:nvSpPr>
        <p:spPr>
          <a:xfrm>
            <a:off x="2468880" y="4074160"/>
            <a:ext cx="294183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800" b="1" dirty="0">
                <a:solidFill>
                  <a:srgbClr val="1C85C9"/>
                </a:solidFill>
              </a:rPr>
              <a:t>熱いうちに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9CA6C4DB-F6BD-E80C-0AD5-4E622D35D85E}"/>
              </a:ext>
            </a:extLst>
          </p:cNvPr>
          <p:cNvSpPr txBox="1"/>
          <p:nvPr/>
        </p:nvSpPr>
        <p:spPr>
          <a:xfrm>
            <a:off x="7254240" y="5872480"/>
            <a:ext cx="18726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800" b="1" dirty="0">
                <a:solidFill>
                  <a:srgbClr val="1C85C9"/>
                </a:solidFill>
              </a:rPr>
              <a:t>買った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B412D189-BA15-7803-529E-C5C612CB5A30}"/>
              </a:ext>
            </a:extLst>
          </p:cNvPr>
          <p:cNvSpPr txBox="1"/>
          <p:nvPr/>
        </p:nvSpPr>
        <p:spPr>
          <a:xfrm>
            <a:off x="4614504" y="7761116"/>
            <a:ext cx="644118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800" b="1" dirty="0">
                <a:solidFill>
                  <a:srgbClr val="1C85C9"/>
                </a:solidFill>
              </a:rPr>
              <a:t>ゲームばかりしています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13B82A9A-17DC-3671-D6C6-850D1FFFE58F}"/>
              </a:ext>
            </a:extLst>
          </p:cNvPr>
          <p:cNvSpPr txBox="1"/>
          <p:nvPr/>
        </p:nvSpPr>
        <p:spPr>
          <a:xfrm>
            <a:off x="4614504" y="9559436"/>
            <a:ext cx="238719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800" b="1" dirty="0">
                <a:solidFill>
                  <a:srgbClr val="1C85C9"/>
                </a:solidFill>
              </a:rPr>
              <a:t>にします</a:t>
            </a:r>
          </a:p>
        </p:txBody>
      </p:sp>
    </p:spTree>
    <p:extLst>
      <p:ext uri="{BB962C8B-B14F-4D97-AF65-F5344CB8AC3E}">
        <p14:creationId xmlns:p14="http://schemas.microsoft.com/office/powerpoint/2010/main" val="21286287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9A0C9F-FF97-E4FF-EFDB-FE58EBB6E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字方塊 8">
            <a:extLst>
              <a:ext uri="{FF2B5EF4-FFF2-40B4-BE49-F238E27FC236}">
                <a16:creationId xmlns:a16="http://schemas.microsoft.com/office/drawing/2014/main" id="{761082D8-BEA0-C72A-F313-9026AECDF5CC}"/>
              </a:ext>
            </a:extLst>
          </p:cNvPr>
          <p:cNvSpPr txBox="1"/>
          <p:nvPr/>
        </p:nvSpPr>
        <p:spPr>
          <a:xfrm>
            <a:off x="1183163" y="1802691"/>
            <a:ext cx="22301713" cy="901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  <a:buNone/>
            </a:pPr>
            <a:r>
              <a:rPr lang="en-US" altLang="ja-JP" sz="4800" dirty="0"/>
              <a:t>6.</a:t>
            </a:r>
            <a:r>
              <a:rPr lang="ja-JP" altLang="en-US" sz="4800" dirty="0"/>
              <a:t>朝食は＿＿＿＿＿＿＿＿＿＿を食べました。「</a:t>
            </a:r>
            <a:r>
              <a:rPr lang="en-US" altLang="ja-JP" sz="4800" dirty="0"/>
              <a:t> A</a:t>
            </a:r>
            <a:r>
              <a:rPr lang="ja-JP" altLang="en-US" sz="4800" dirty="0"/>
              <a:t>に</a:t>
            </a:r>
            <a:r>
              <a:rPr lang="en-US" altLang="ja-JP" sz="4800" dirty="0"/>
              <a:t>B </a:t>
            </a:r>
            <a:r>
              <a:rPr lang="ja-JP" altLang="en-US" sz="4800" dirty="0"/>
              <a:t>」</a:t>
            </a:r>
          </a:p>
          <a:p>
            <a:pPr>
              <a:lnSpc>
                <a:spcPct val="250000"/>
              </a:lnSpc>
              <a:buNone/>
            </a:pPr>
            <a:r>
              <a:rPr lang="en-US" altLang="ja-JP" sz="4800" dirty="0"/>
              <a:t>7.</a:t>
            </a:r>
            <a:r>
              <a:rPr lang="ja-JP" altLang="en-US" sz="4800" dirty="0"/>
              <a:t>私が＿＿＿＿＿＿＿＿＿＿＿＿国は＿＿＿＿＿＿＿です。「初めて」</a:t>
            </a:r>
            <a:endParaRPr lang="en-US" altLang="ja-JP" sz="4800" dirty="0"/>
          </a:p>
          <a:p>
            <a:pPr>
              <a:lnSpc>
                <a:spcPct val="250000"/>
              </a:lnSpc>
              <a:buNone/>
            </a:pPr>
            <a:r>
              <a:rPr lang="en-US" altLang="ja-JP" sz="4800" dirty="0"/>
              <a:t>8.</a:t>
            </a:r>
            <a:r>
              <a:rPr lang="ja-JP" altLang="en-US" sz="4800" dirty="0"/>
              <a:t>急用があるので、今日は＿＿＿＿＿＿＿＿＿＿ 。「 ～させてもらう」</a:t>
            </a:r>
            <a:endParaRPr lang="en-US" altLang="ja-JP" sz="4800" dirty="0"/>
          </a:p>
          <a:p>
            <a:pPr>
              <a:lnSpc>
                <a:spcPct val="250000"/>
              </a:lnSpc>
            </a:pPr>
            <a:r>
              <a:rPr lang="en-US" altLang="ja-JP" sz="4800" dirty="0"/>
              <a:t>9.</a:t>
            </a:r>
            <a:r>
              <a:rPr lang="ja-JP" altLang="en-US" sz="4800" dirty="0"/>
              <a:t>私は＿＿＿＿＿＿食べますが、＿＿＿＿＿＿食べません。「 ～は～が、～は～」</a:t>
            </a:r>
            <a:endParaRPr lang="en-US" altLang="ja-JP" sz="4800" dirty="0"/>
          </a:p>
          <a:p>
            <a:pPr>
              <a:lnSpc>
                <a:spcPct val="250000"/>
              </a:lnSpc>
              <a:buNone/>
            </a:pPr>
            <a:r>
              <a:rPr lang="en-US" altLang="ja-JP" sz="4800" dirty="0"/>
              <a:t>10.</a:t>
            </a:r>
            <a:r>
              <a:rPr lang="ja-JP" altLang="en-US" sz="4800" dirty="0"/>
              <a:t>彼は＿＿＿＿＿＿＿＿＿＿日本に一年間います。 「として」</a:t>
            </a:r>
            <a:endParaRPr lang="en-US" altLang="ja-JP" sz="4800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64B6366E-C192-61EA-0D23-E55283C7272C}"/>
              </a:ext>
            </a:extLst>
          </p:cNvPr>
          <p:cNvSpPr txBox="1"/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1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重點文型練習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663577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9E6C83-4AE3-FD51-3152-F8329E013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字方塊 8">
            <a:extLst>
              <a:ext uri="{FF2B5EF4-FFF2-40B4-BE49-F238E27FC236}">
                <a16:creationId xmlns:a16="http://schemas.microsoft.com/office/drawing/2014/main" id="{01878E50-813C-CF55-23B8-2763DDE9D020}"/>
              </a:ext>
            </a:extLst>
          </p:cNvPr>
          <p:cNvSpPr txBox="1"/>
          <p:nvPr/>
        </p:nvSpPr>
        <p:spPr>
          <a:xfrm>
            <a:off x="1183163" y="1802691"/>
            <a:ext cx="22301713" cy="901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  <a:buNone/>
            </a:pPr>
            <a:r>
              <a:rPr lang="en-US" altLang="ja-JP" sz="4800" dirty="0"/>
              <a:t>6.</a:t>
            </a:r>
            <a:r>
              <a:rPr lang="ja-JP" altLang="en-US" sz="4800" dirty="0"/>
              <a:t>朝食は＿＿＿＿＿＿＿＿＿＿を食べました。「</a:t>
            </a:r>
            <a:r>
              <a:rPr lang="en-US" altLang="ja-JP" sz="4800" dirty="0"/>
              <a:t> A</a:t>
            </a:r>
            <a:r>
              <a:rPr lang="ja-JP" altLang="en-US" sz="4800" dirty="0"/>
              <a:t>に</a:t>
            </a:r>
            <a:r>
              <a:rPr lang="en-US" altLang="ja-JP" sz="4800" dirty="0"/>
              <a:t>B </a:t>
            </a:r>
            <a:r>
              <a:rPr lang="ja-JP" altLang="en-US" sz="4800" dirty="0"/>
              <a:t>」</a:t>
            </a:r>
          </a:p>
          <a:p>
            <a:pPr>
              <a:lnSpc>
                <a:spcPct val="250000"/>
              </a:lnSpc>
              <a:buNone/>
            </a:pPr>
            <a:r>
              <a:rPr lang="en-US" altLang="ja-JP" sz="4800" dirty="0"/>
              <a:t>7.</a:t>
            </a:r>
            <a:r>
              <a:rPr lang="ja-JP" altLang="en-US" sz="4800" dirty="0"/>
              <a:t>私が＿＿＿＿＿＿＿＿＿＿＿＿国は＿＿＿＿＿＿＿です。「初めて」</a:t>
            </a:r>
            <a:endParaRPr lang="en-US" altLang="ja-JP" sz="4800" dirty="0"/>
          </a:p>
          <a:p>
            <a:pPr>
              <a:lnSpc>
                <a:spcPct val="250000"/>
              </a:lnSpc>
              <a:buNone/>
            </a:pPr>
            <a:r>
              <a:rPr lang="en-US" altLang="ja-JP" sz="4800" dirty="0"/>
              <a:t>8.</a:t>
            </a:r>
            <a:r>
              <a:rPr lang="ja-JP" altLang="en-US" sz="4800" dirty="0"/>
              <a:t>急用があるので、今日は＿＿＿＿＿＿＿＿＿＿ 。「 ～させてもらう」</a:t>
            </a:r>
            <a:endParaRPr lang="en-US" altLang="ja-JP" sz="4800" dirty="0"/>
          </a:p>
          <a:p>
            <a:pPr>
              <a:lnSpc>
                <a:spcPct val="250000"/>
              </a:lnSpc>
            </a:pPr>
            <a:r>
              <a:rPr lang="en-US" altLang="ja-JP" sz="4800" dirty="0"/>
              <a:t>9.</a:t>
            </a:r>
            <a:r>
              <a:rPr lang="ja-JP" altLang="en-US" sz="4800" dirty="0"/>
              <a:t>私は＿＿＿＿＿＿食べますが、＿＿＿＿＿＿食べません。「 ～は～が、～は～」</a:t>
            </a:r>
            <a:endParaRPr lang="en-US" altLang="ja-JP" sz="4800" dirty="0"/>
          </a:p>
          <a:p>
            <a:pPr>
              <a:lnSpc>
                <a:spcPct val="250000"/>
              </a:lnSpc>
              <a:buNone/>
            </a:pPr>
            <a:r>
              <a:rPr lang="en-US" altLang="ja-JP" sz="4800" dirty="0"/>
              <a:t>10.</a:t>
            </a:r>
            <a:r>
              <a:rPr lang="ja-JP" altLang="en-US" sz="4800" dirty="0"/>
              <a:t>彼は＿＿＿＿＿＿＿＿＿＿日本に一年間います。 「として」</a:t>
            </a:r>
            <a:endParaRPr lang="en-US" altLang="ja-JP" sz="4800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427FC139-0A9C-BAE6-79A3-EDB6EB5077B8}"/>
              </a:ext>
            </a:extLst>
          </p:cNvPr>
          <p:cNvSpPr txBox="1"/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1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重點文型練習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E2D6B41A-1EB9-DCDF-38D6-FCA4D889C0FA}"/>
              </a:ext>
            </a:extLst>
          </p:cNvPr>
          <p:cNvSpPr txBox="1"/>
          <p:nvPr/>
        </p:nvSpPr>
        <p:spPr>
          <a:xfrm>
            <a:off x="4612640" y="2483291"/>
            <a:ext cx="407675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800" b="1" dirty="0">
                <a:solidFill>
                  <a:srgbClr val="1C85C9"/>
                </a:solidFill>
              </a:rPr>
              <a:t>パンにコーヒー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107338C5-0145-8A5F-D659-C5BECB5E25ED}"/>
              </a:ext>
            </a:extLst>
          </p:cNvPr>
          <p:cNvSpPr txBox="1"/>
          <p:nvPr/>
        </p:nvSpPr>
        <p:spPr>
          <a:xfrm>
            <a:off x="3586480" y="4322251"/>
            <a:ext cx="547457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800" b="1" dirty="0">
                <a:solidFill>
                  <a:srgbClr val="1C85C9"/>
                </a:solidFill>
              </a:rPr>
              <a:t>初めて旅行に行った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63F2CDA4-4243-BDC1-566D-21D12364B056}"/>
              </a:ext>
            </a:extLst>
          </p:cNvPr>
          <p:cNvSpPr txBox="1"/>
          <p:nvPr/>
        </p:nvSpPr>
        <p:spPr>
          <a:xfrm>
            <a:off x="12699887" y="4322250"/>
            <a:ext cx="142218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800" b="1" dirty="0">
                <a:solidFill>
                  <a:srgbClr val="1C85C9"/>
                </a:solidFill>
              </a:rPr>
              <a:t>日本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7E8EE76-5588-DD1F-2EC4-693E1846481D}"/>
              </a:ext>
            </a:extLst>
          </p:cNvPr>
          <p:cNvSpPr txBox="1"/>
          <p:nvPr/>
        </p:nvSpPr>
        <p:spPr>
          <a:xfrm>
            <a:off x="8445557" y="6177870"/>
            <a:ext cx="513954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800" b="1" dirty="0">
                <a:solidFill>
                  <a:srgbClr val="1C85C9"/>
                </a:solidFill>
              </a:rPr>
              <a:t>早退させてもらった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B7D7D558-E81C-DF51-B15D-76039B841F15}"/>
              </a:ext>
            </a:extLst>
          </p:cNvPr>
          <p:cNvSpPr txBox="1"/>
          <p:nvPr/>
        </p:nvSpPr>
        <p:spPr>
          <a:xfrm>
            <a:off x="3586480" y="7939209"/>
            <a:ext cx="20409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800" b="1" dirty="0">
                <a:solidFill>
                  <a:srgbClr val="1C85C9"/>
                </a:solidFill>
              </a:rPr>
              <a:t>人参は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B55A77C7-EA98-6723-8BA1-767C3ABFA8C7}"/>
              </a:ext>
            </a:extLst>
          </p:cNvPr>
          <p:cNvSpPr txBox="1"/>
          <p:nvPr/>
        </p:nvSpPr>
        <p:spPr>
          <a:xfrm>
            <a:off x="10387394" y="7939209"/>
            <a:ext cx="302358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800" b="1" dirty="0">
                <a:solidFill>
                  <a:srgbClr val="1C85C9"/>
                </a:solidFill>
              </a:rPr>
              <a:t>ピーマンは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C717961E-4CEE-D79F-81A5-2CCE05D09FC6}"/>
              </a:ext>
            </a:extLst>
          </p:cNvPr>
          <p:cNvSpPr txBox="1"/>
          <p:nvPr/>
        </p:nvSpPr>
        <p:spPr>
          <a:xfrm>
            <a:off x="4155440" y="9774979"/>
            <a:ext cx="35477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800" b="1" dirty="0">
                <a:solidFill>
                  <a:srgbClr val="1C85C9"/>
                </a:solidFill>
              </a:rPr>
              <a:t>留学生として</a:t>
            </a:r>
          </a:p>
        </p:txBody>
      </p:sp>
    </p:spTree>
    <p:extLst>
      <p:ext uri="{BB962C8B-B14F-4D97-AF65-F5344CB8AC3E}">
        <p14:creationId xmlns:p14="http://schemas.microsoft.com/office/powerpoint/2010/main" val="35962984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4FCCD7-BC46-61BF-A726-6DB5636E6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標題 1">
            <a:extLst>
              <a:ext uri="{FF2B5EF4-FFF2-40B4-BE49-F238E27FC236}">
                <a16:creationId xmlns:a16="http://schemas.microsoft.com/office/drawing/2014/main" id="{A0A9A7DD-4824-32B1-92C5-83661D5721B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2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會話練習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98AA8811-97ED-1E56-2010-AD0EF50A02EA}"/>
              </a:ext>
            </a:extLst>
          </p:cNvPr>
          <p:cNvSpPr txBox="1"/>
          <p:nvPr/>
        </p:nvSpPr>
        <p:spPr>
          <a:xfrm>
            <a:off x="1183163" y="3082851"/>
            <a:ext cx="22301713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4800" b="1" dirty="0"/>
              <a:t>問題１</a:t>
            </a:r>
          </a:p>
          <a:p>
            <a:pPr>
              <a:buNone/>
            </a:pPr>
            <a:r>
              <a:rPr lang="ja-JP" altLang="en-US" sz="4800" dirty="0"/>
              <a:t>筆者は、白浜へ行くとき、電車の中で何をしていましたか。</a:t>
            </a:r>
            <a:endParaRPr lang="en-US" altLang="ja-JP" sz="4800" dirty="0"/>
          </a:p>
          <a:p>
            <a:pPr>
              <a:lnSpc>
                <a:spcPct val="150000"/>
              </a:lnSpc>
              <a:buNone/>
            </a:pPr>
            <a:endParaRPr lang="ja-JP" altLang="en-US" sz="4800" dirty="0"/>
          </a:p>
          <a:p>
            <a:pPr>
              <a:lnSpc>
                <a:spcPct val="150000"/>
              </a:lnSpc>
            </a:pPr>
            <a:endParaRPr lang="en-US" altLang="ja-JP" sz="4800" b="1" dirty="0"/>
          </a:p>
          <a:p>
            <a:endParaRPr lang="en-US" altLang="ja-JP" sz="4800" b="1" dirty="0"/>
          </a:p>
          <a:p>
            <a:endParaRPr lang="en-US" altLang="ja-JP" sz="4800" b="1" dirty="0"/>
          </a:p>
        </p:txBody>
      </p:sp>
    </p:spTree>
    <p:extLst>
      <p:ext uri="{BB962C8B-B14F-4D97-AF65-F5344CB8AC3E}">
        <p14:creationId xmlns:p14="http://schemas.microsoft.com/office/powerpoint/2010/main" val="5168559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9DD65E-5D69-C026-0E7A-AA9CD918F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標題 1">
            <a:extLst>
              <a:ext uri="{FF2B5EF4-FFF2-40B4-BE49-F238E27FC236}">
                <a16:creationId xmlns:a16="http://schemas.microsoft.com/office/drawing/2014/main" id="{F8AEC38A-5FDF-5E9B-F77D-F5EDBCBCCB2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2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會話練習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4FAD7ABC-A5CC-F418-B0FE-6044BB015B38}"/>
              </a:ext>
            </a:extLst>
          </p:cNvPr>
          <p:cNvSpPr txBox="1"/>
          <p:nvPr/>
        </p:nvSpPr>
        <p:spPr>
          <a:xfrm>
            <a:off x="1183163" y="3082851"/>
            <a:ext cx="22301713" cy="7478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4800" b="1" dirty="0"/>
              <a:t>問題１</a:t>
            </a:r>
          </a:p>
          <a:p>
            <a:pPr>
              <a:buNone/>
            </a:pPr>
            <a:r>
              <a:rPr lang="ja-JP" altLang="en-US" sz="4800" dirty="0"/>
              <a:t>筆者は、白浜へ行くとき、電車の中で何をしていましたか。</a:t>
            </a:r>
            <a:endParaRPr lang="en-US" altLang="ja-JP" sz="4800" dirty="0"/>
          </a:p>
          <a:p>
            <a:pPr>
              <a:lnSpc>
                <a:spcPct val="150000"/>
              </a:lnSpc>
              <a:buNone/>
            </a:pPr>
            <a:endParaRPr lang="ja-JP" altLang="en-US" sz="4800" dirty="0"/>
          </a:p>
          <a:p>
            <a:pPr>
              <a:lnSpc>
                <a:spcPct val="150000"/>
              </a:lnSpc>
              <a:buNone/>
            </a:pPr>
            <a:r>
              <a:rPr lang="ja-JP" altLang="en-US" sz="4800" dirty="0">
                <a:solidFill>
                  <a:srgbClr val="1C85C9"/>
                </a:solidFill>
              </a:rPr>
              <a:t>正解：窓の外を見ていました</a:t>
            </a:r>
            <a:endParaRPr lang="en-US" altLang="ja-JP" sz="4800" dirty="0">
              <a:solidFill>
                <a:srgbClr val="1C85C9"/>
              </a:solidFill>
            </a:endParaRPr>
          </a:p>
          <a:p>
            <a:pPr>
              <a:lnSpc>
                <a:spcPct val="150000"/>
              </a:lnSpc>
              <a:buNone/>
            </a:pPr>
            <a:endParaRPr lang="ja-JP" altLang="en-US" sz="4800" dirty="0">
              <a:solidFill>
                <a:srgbClr val="E46D4B"/>
              </a:solidFill>
            </a:endParaRPr>
          </a:p>
          <a:p>
            <a:pPr>
              <a:lnSpc>
                <a:spcPct val="150000"/>
              </a:lnSpc>
            </a:pPr>
            <a:endParaRPr lang="en-US" altLang="ja-JP" sz="4800" b="1" dirty="0"/>
          </a:p>
          <a:p>
            <a:endParaRPr lang="en-US" altLang="ja-JP" sz="4800" b="1" dirty="0"/>
          </a:p>
          <a:p>
            <a:endParaRPr lang="en-US" altLang="ja-JP" sz="4800" b="1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8A5A2324-E9A9-E69F-B7D8-308FD5A88663}"/>
              </a:ext>
            </a:extLst>
          </p:cNvPr>
          <p:cNvSpPr txBox="1"/>
          <p:nvPr/>
        </p:nvSpPr>
        <p:spPr>
          <a:xfrm>
            <a:off x="1183163" y="9472702"/>
            <a:ext cx="22299204" cy="3289875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4800" dirty="0"/>
              <a:t>【</a:t>
            </a:r>
            <a:r>
              <a:rPr lang="ja-JP" altLang="en-US" sz="4800" dirty="0"/>
              <a:t>解析</a:t>
            </a:r>
            <a:r>
              <a:rPr lang="en-US" altLang="ja-JP" sz="4800" dirty="0"/>
              <a:t>】</a:t>
            </a:r>
            <a:br>
              <a:rPr lang="en-US" altLang="ja-JP" sz="4800" dirty="0"/>
            </a:br>
            <a:r>
              <a:rPr lang="ja-JP" altLang="en-US" sz="4800" dirty="0"/>
              <a:t>本文に「電車の中で、私は窓の外</a:t>
            </a:r>
            <a:r>
              <a:rPr lang="ja-JP" altLang="en-US" sz="4800" dirty="0">
                <a:solidFill>
                  <a:srgbClr val="1C85C9"/>
                </a:solidFill>
              </a:rPr>
              <a:t>ばかり</a:t>
            </a:r>
            <a:r>
              <a:rPr lang="ja-JP" altLang="en-US" sz="4800" dirty="0"/>
              <a:t>見ていました。」と明記されています。</a:t>
            </a:r>
            <a:endParaRPr lang="en-US" altLang="ja-JP" sz="4800" dirty="0"/>
          </a:p>
          <a:p>
            <a:pPr>
              <a:lnSpc>
                <a:spcPct val="150000"/>
              </a:lnSpc>
            </a:pPr>
            <a:r>
              <a:rPr lang="ja-JP" altLang="en-US" sz="4800" dirty="0"/>
              <a:t>よって、選択肢のほかのことはしていなかったことがわかります。</a:t>
            </a:r>
          </a:p>
        </p:txBody>
      </p:sp>
    </p:spTree>
    <p:extLst>
      <p:ext uri="{BB962C8B-B14F-4D97-AF65-F5344CB8AC3E}">
        <p14:creationId xmlns:p14="http://schemas.microsoft.com/office/powerpoint/2010/main" val="29396694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AA9B6A-15B7-3109-9A77-0B8FF7876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標題 1">
            <a:extLst>
              <a:ext uri="{FF2B5EF4-FFF2-40B4-BE49-F238E27FC236}">
                <a16:creationId xmlns:a16="http://schemas.microsoft.com/office/drawing/2014/main" id="{DC786E73-6A92-B3F4-15AD-C9F97D6BE81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2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會話練習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F67B9D80-8802-ACFF-C8E8-30704986A1AE}"/>
              </a:ext>
            </a:extLst>
          </p:cNvPr>
          <p:cNvSpPr txBox="1"/>
          <p:nvPr/>
        </p:nvSpPr>
        <p:spPr>
          <a:xfrm>
            <a:off x="1183163" y="3082851"/>
            <a:ext cx="22301713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4800" b="1" dirty="0"/>
              <a:t>問題２</a:t>
            </a:r>
          </a:p>
          <a:p>
            <a:pPr>
              <a:buNone/>
            </a:pPr>
            <a:r>
              <a:rPr lang="ja-JP" altLang="en-US" sz="4800" dirty="0"/>
              <a:t>筆者が白浜で「初めて」体験したことは何ですか。</a:t>
            </a:r>
            <a:endParaRPr lang="en-US" altLang="ja-JP" sz="4800" dirty="0"/>
          </a:p>
          <a:p>
            <a:pPr>
              <a:buNone/>
            </a:pPr>
            <a:endParaRPr lang="ja-JP" altLang="en-US" sz="4800" dirty="0"/>
          </a:p>
          <a:p>
            <a:endParaRPr lang="en-US" altLang="ja-JP" sz="4800" b="1" dirty="0"/>
          </a:p>
          <a:p>
            <a:endParaRPr lang="en-US" altLang="ja-JP" sz="4800" b="1" dirty="0"/>
          </a:p>
        </p:txBody>
      </p:sp>
    </p:spTree>
    <p:extLst>
      <p:ext uri="{BB962C8B-B14F-4D97-AF65-F5344CB8AC3E}">
        <p14:creationId xmlns:p14="http://schemas.microsoft.com/office/powerpoint/2010/main" val="7256048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D00BB7-855A-7B41-4604-536F3C45A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標題 1">
            <a:extLst>
              <a:ext uri="{FF2B5EF4-FFF2-40B4-BE49-F238E27FC236}">
                <a16:creationId xmlns:a16="http://schemas.microsoft.com/office/drawing/2014/main" id="{B04677BB-A497-6308-D139-1885E2361D9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2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會話練習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2E1E5E6A-22B2-2BAA-B5B1-A8E8D4ADF3A4}"/>
              </a:ext>
            </a:extLst>
          </p:cNvPr>
          <p:cNvSpPr txBox="1"/>
          <p:nvPr/>
        </p:nvSpPr>
        <p:spPr>
          <a:xfrm>
            <a:off x="1183163" y="3082851"/>
            <a:ext cx="22301713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4800" b="1" dirty="0"/>
              <a:t>問題２</a:t>
            </a:r>
          </a:p>
          <a:p>
            <a:pPr>
              <a:buNone/>
            </a:pPr>
            <a:r>
              <a:rPr lang="ja-JP" altLang="en-US" sz="4800" dirty="0"/>
              <a:t>筆者が白浜で「初めて」体験したことは何ですか。</a:t>
            </a:r>
            <a:endParaRPr lang="en-US" altLang="ja-JP" sz="4800" dirty="0"/>
          </a:p>
          <a:p>
            <a:pPr>
              <a:buNone/>
            </a:pPr>
            <a:endParaRPr lang="ja-JP" altLang="en-US" sz="4800" dirty="0"/>
          </a:p>
          <a:p>
            <a:pPr>
              <a:lnSpc>
                <a:spcPct val="150000"/>
              </a:lnSpc>
            </a:pPr>
            <a:r>
              <a:rPr lang="ja-JP" altLang="en-US" sz="4800" dirty="0">
                <a:solidFill>
                  <a:srgbClr val="1C85C9"/>
                </a:solidFill>
              </a:rPr>
              <a:t>正解：</a:t>
            </a:r>
            <a:r>
              <a:rPr lang="en-US" altLang="ja-JP" sz="4800" dirty="0">
                <a:solidFill>
                  <a:srgbClr val="1C85C9"/>
                </a:solidFill>
              </a:rPr>
              <a:t> </a:t>
            </a:r>
            <a:r>
              <a:rPr lang="ja-JP" altLang="en-US" sz="4800" dirty="0">
                <a:solidFill>
                  <a:srgbClr val="1C85C9"/>
                </a:solidFill>
              </a:rPr>
              <a:t>初めて温泉に入りました。</a:t>
            </a:r>
            <a:br>
              <a:rPr lang="ja-JP" altLang="en-US" sz="4800" dirty="0"/>
            </a:br>
            <a:endParaRPr lang="en-US" altLang="ja-JP" sz="4800" b="1" dirty="0"/>
          </a:p>
          <a:p>
            <a:endParaRPr lang="en-US" altLang="ja-JP" sz="4800" b="1" dirty="0"/>
          </a:p>
          <a:p>
            <a:endParaRPr lang="en-US" altLang="ja-JP" sz="4800" b="1" dirty="0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34CB417B-8BE8-9737-F055-D949939E68E2}"/>
              </a:ext>
            </a:extLst>
          </p:cNvPr>
          <p:cNvSpPr txBox="1"/>
          <p:nvPr/>
        </p:nvSpPr>
        <p:spPr>
          <a:xfrm>
            <a:off x="1185672" y="10021342"/>
            <a:ext cx="22299204" cy="2181879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4800" dirty="0"/>
              <a:t>【</a:t>
            </a:r>
            <a:r>
              <a:rPr lang="ja-JP" altLang="en-US" sz="4800" dirty="0"/>
              <a:t>解析</a:t>
            </a:r>
            <a:r>
              <a:rPr lang="en-US" altLang="ja-JP" sz="4800" dirty="0"/>
              <a:t>】</a:t>
            </a:r>
            <a:br>
              <a:rPr lang="en-US" altLang="ja-JP" sz="4800" dirty="0"/>
            </a:br>
            <a:r>
              <a:rPr lang="ja-JP" altLang="en-US" sz="4800" dirty="0"/>
              <a:t>本文には、「それから、</a:t>
            </a:r>
            <a:r>
              <a:rPr lang="ja-JP" altLang="en-US" sz="4800" dirty="0">
                <a:solidFill>
                  <a:srgbClr val="1C85C9"/>
                </a:solidFill>
              </a:rPr>
              <a:t>初めて</a:t>
            </a:r>
            <a:r>
              <a:rPr lang="ja-JP" altLang="en-US" sz="4800" dirty="0"/>
              <a:t>温泉に入りました。」と書かれています。</a:t>
            </a:r>
          </a:p>
        </p:txBody>
      </p:sp>
    </p:spTree>
    <p:extLst>
      <p:ext uri="{BB962C8B-B14F-4D97-AF65-F5344CB8AC3E}">
        <p14:creationId xmlns:p14="http://schemas.microsoft.com/office/powerpoint/2010/main" val="11957714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442A78-03AA-2011-044D-75CFF9F4F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標題 1">
            <a:extLst>
              <a:ext uri="{FF2B5EF4-FFF2-40B4-BE49-F238E27FC236}">
                <a16:creationId xmlns:a16="http://schemas.microsoft.com/office/drawing/2014/main" id="{81E1A763-A2BC-447F-6C6D-3318D15537A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2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會話練習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9D39478F-1400-09B4-6C90-077F185C07DE}"/>
              </a:ext>
            </a:extLst>
          </p:cNvPr>
          <p:cNvSpPr txBox="1"/>
          <p:nvPr/>
        </p:nvSpPr>
        <p:spPr>
          <a:xfrm>
            <a:off x="1183163" y="3082851"/>
            <a:ext cx="22301713" cy="8472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4800" b="1" dirty="0"/>
              <a:t>問題３</a:t>
            </a:r>
          </a:p>
          <a:p>
            <a:pPr>
              <a:buNone/>
            </a:pPr>
            <a:r>
              <a:rPr lang="en-US" altLang="ja-JP" sz="4800" dirty="0"/>
              <a:t>1</a:t>
            </a:r>
            <a:r>
              <a:rPr lang="ja-JP" altLang="en-US" sz="4800" dirty="0"/>
              <a:t>）あなたは最近旅行に行きましたか。どこでしたか</a:t>
            </a:r>
            <a:endParaRPr lang="en-US" altLang="ja-JP" sz="4800" dirty="0"/>
          </a:p>
          <a:p>
            <a:pPr>
              <a:buNone/>
            </a:pPr>
            <a:endParaRPr lang="en-US" altLang="ja-JP" sz="4800" dirty="0"/>
          </a:p>
          <a:p>
            <a:pPr>
              <a:buNone/>
            </a:pPr>
            <a:endParaRPr lang="en-US" altLang="ja-JP" sz="4800" dirty="0"/>
          </a:p>
          <a:p>
            <a:pPr>
              <a:buNone/>
            </a:pPr>
            <a:endParaRPr lang="en-US" altLang="ja-JP" sz="4800" dirty="0"/>
          </a:p>
          <a:p>
            <a:pPr>
              <a:buNone/>
            </a:pPr>
            <a:r>
              <a:rPr lang="en-US" altLang="ja-JP" sz="4800" dirty="0"/>
              <a:t>2</a:t>
            </a:r>
            <a:r>
              <a:rPr lang="ja-JP" altLang="en-US" sz="4800" dirty="0"/>
              <a:t>）今まで旅行した中で、一番印象に残ってる場所はどこですか。それはなぜですか。</a:t>
            </a:r>
            <a:endParaRPr lang="en-US" altLang="ja-JP" sz="4800" dirty="0"/>
          </a:p>
          <a:p>
            <a:pPr>
              <a:buNone/>
            </a:pPr>
            <a:endParaRPr lang="en-US" altLang="ja-JP" sz="4800" dirty="0"/>
          </a:p>
          <a:p>
            <a:pPr>
              <a:buNone/>
            </a:pPr>
            <a:endParaRPr lang="en-US" altLang="ja-JP" sz="4800" dirty="0"/>
          </a:p>
          <a:p>
            <a:pPr>
              <a:buNone/>
            </a:pPr>
            <a:endParaRPr lang="en-US" altLang="ja-JP" sz="4800" dirty="0"/>
          </a:p>
          <a:p>
            <a:pPr>
              <a:buNone/>
            </a:pPr>
            <a:r>
              <a:rPr lang="en-US" altLang="ja-JP" sz="4800" dirty="0"/>
              <a:t>3</a:t>
            </a:r>
            <a:r>
              <a:rPr lang="ja-JP" altLang="en-US" sz="4800" dirty="0"/>
              <a:t>）あなたは電車に乗っているとき、いつも何をしていますか。</a:t>
            </a:r>
          </a:p>
          <a:p>
            <a:pPr>
              <a:lnSpc>
                <a:spcPct val="150000"/>
              </a:lnSpc>
            </a:pPr>
            <a:endParaRPr lang="ja-JP" altLang="en-US" sz="4800" dirty="0"/>
          </a:p>
        </p:txBody>
      </p:sp>
    </p:spTree>
    <p:extLst>
      <p:ext uri="{BB962C8B-B14F-4D97-AF65-F5344CB8AC3E}">
        <p14:creationId xmlns:p14="http://schemas.microsoft.com/office/powerpoint/2010/main" val="18484177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77662-361E-75AE-C5F7-6B69DE199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標題 1">
            <a:extLst>
              <a:ext uri="{FF2B5EF4-FFF2-40B4-BE49-F238E27FC236}">
                <a16:creationId xmlns:a16="http://schemas.microsoft.com/office/drawing/2014/main" id="{23909E89-3F40-D2FB-5DA8-8C2514B26DD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2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會話練習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9181577D-1E3F-C6E3-213C-D6BD0903AE52}"/>
              </a:ext>
            </a:extLst>
          </p:cNvPr>
          <p:cNvSpPr txBox="1"/>
          <p:nvPr/>
        </p:nvSpPr>
        <p:spPr>
          <a:xfrm>
            <a:off x="1183163" y="3082851"/>
            <a:ext cx="22301713" cy="8472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4800" b="1" dirty="0"/>
              <a:t>問題３</a:t>
            </a:r>
          </a:p>
          <a:p>
            <a:pPr>
              <a:buNone/>
            </a:pPr>
            <a:r>
              <a:rPr lang="en-US" altLang="ja-JP" sz="4800" dirty="0"/>
              <a:t>1</a:t>
            </a:r>
            <a:r>
              <a:rPr lang="ja-JP" altLang="en-US" sz="4800" dirty="0"/>
              <a:t>）あなたは最近旅行に行きましたか。どこでしたか</a:t>
            </a:r>
            <a:endParaRPr lang="en-US" altLang="ja-JP" sz="4800" dirty="0"/>
          </a:p>
          <a:p>
            <a:pPr>
              <a:buNone/>
            </a:pPr>
            <a:endParaRPr lang="en-US" altLang="ja-JP" sz="4800" dirty="0"/>
          </a:p>
          <a:p>
            <a:pPr>
              <a:buNone/>
            </a:pPr>
            <a:endParaRPr lang="en-US" altLang="ja-JP" sz="4800" dirty="0"/>
          </a:p>
          <a:p>
            <a:pPr>
              <a:buNone/>
            </a:pPr>
            <a:endParaRPr lang="en-US" altLang="ja-JP" sz="4800" dirty="0"/>
          </a:p>
          <a:p>
            <a:pPr>
              <a:buNone/>
            </a:pPr>
            <a:r>
              <a:rPr lang="en-US" altLang="ja-JP" sz="4800" dirty="0"/>
              <a:t>2</a:t>
            </a:r>
            <a:r>
              <a:rPr lang="ja-JP" altLang="en-US" sz="4800" dirty="0"/>
              <a:t>）今まで旅行した中で、一番印象に残ってる場所はどこですか。それはなぜですか。</a:t>
            </a:r>
            <a:endParaRPr lang="en-US" altLang="ja-JP" sz="4800" dirty="0"/>
          </a:p>
          <a:p>
            <a:pPr>
              <a:buNone/>
            </a:pPr>
            <a:endParaRPr lang="en-US" altLang="ja-JP" sz="4800" dirty="0"/>
          </a:p>
          <a:p>
            <a:pPr>
              <a:buNone/>
            </a:pPr>
            <a:endParaRPr lang="en-US" altLang="ja-JP" sz="4800" dirty="0"/>
          </a:p>
          <a:p>
            <a:pPr>
              <a:buNone/>
            </a:pPr>
            <a:endParaRPr lang="en-US" altLang="ja-JP" sz="4800" dirty="0"/>
          </a:p>
          <a:p>
            <a:pPr>
              <a:buNone/>
            </a:pPr>
            <a:r>
              <a:rPr lang="en-US" altLang="ja-JP" sz="4800" dirty="0"/>
              <a:t>3</a:t>
            </a:r>
            <a:r>
              <a:rPr lang="ja-JP" altLang="en-US" sz="4800" dirty="0"/>
              <a:t>）あなたは電車に乗っているとき、いつも何をしていますか。</a:t>
            </a:r>
          </a:p>
          <a:p>
            <a:pPr>
              <a:lnSpc>
                <a:spcPct val="150000"/>
              </a:lnSpc>
            </a:pPr>
            <a:endParaRPr lang="ja-JP" altLang="en-US" sz="4800" dirty="0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782F2B5C-8784-4195-219C-6E2FDB895E5A}"/>
              </a:ext>
            </a:extLst>
          </p:cNvPr>
          <p:cNvSpPr txBox="1"/>
          <p:nvPr/>
        </p:nvSpPr>
        <p:spPr>
          <a:xfrm>
            <a:off x="1737359" y="5244356"/>
            <a:ext cx="676980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800" b="1" dirty="0">
                <a:solidFill>
                  <a:srgbClr val="1C85C9"/>
                </a:solidFill>
              </a:rPr>
              <a:t>はい、日本に行きました。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89426296-87D9-A397-6D63-981925A2745F}"/>
              </a:ext>
            </a:extLst>
          </p:cNvPr>
          <p:cNvSpPr txBox="1"/>
          <p:nvPr/>
        </p:nvSpPr>
        <p:spPr>
          <a:xfrm>
            <a:off x="1737359" y="8056145"/>
            <a:ext cx="2073997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800" b="1" dirty="0">
                <a:solidFill>
                  <a:srgbClr val="1C85C9"/>
                </a:solidFill>
              </a:rPr>
              <a:t>日本です。街並みがとてもきれいで、人も親切なので、とても気に入っています。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37CF54D5-B763-4AF0-99C6-D8057898A4DC}"/>
              </a:ext>
            </a:extLst>
          </p:cNvPr>
          <p:cNvSpPr txBox="1"/>
          <p:nvPr/>
        </p:nvSpPr>
        <p:spPr>
          <a:xfrm>
            <a:off x="1737359" y="11139800"/>
            <a:ext cx="1498839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800" b="1" dirty="0">
                <a:solidFill>
                  <a:srgbClr val="1C85C9"/>
                </a:solidFill>
              </a:rPr>
              <a:t>わたしはいつも本を読んだり、スマホを見たりしています。</a:t>
            </a:r>
          </a:p>
        </p:txBody>
      </p:sp>
    </p:spTree>
    <p:extLst>
      <p:ext uri="{BB962C8B-B14F-4D97-AF65-F5344CB8AC3E}">
        <p14:creationId xmlns:p14="http://schemas.microsoft.com/office/powerpoint/2010/main" val="35901165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8C9886-A626-60D2-71B1-29A110E7C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字方塊 8">
            <a:extLst>
              <a:ext uri="{FF2B5EF4-FFF2-40B4-BE49-F238E27FC236}">
                <a16:creationId xmlns:a16="http://schemas.microsoft.com/office/drawing/2014/main" id="{0CAF9C41-14FE-17B0-CE76-741338CCF4CA}"/>
              </a:ext>
            </a:extLst>
          </p:cNvPr>
          <p:cNvSpPr txBox="1"/>
          <p:nvPr/>
        </p:nvSpPr>
        <p:spPr>
          <a:xfrm>
            <a:off x="1041143" y="2911401"/>
            <a:ext cx="22301713" cy="12144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1.	</a:t>
            </a:r>
            <a:r>
              <a:rPr lang="zh-TW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趁還沒下雨，我們趕快回家吧</a:t>
            </a:r>
            <a:r>
              <a:rPr lang="ja-JP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。</a:t>
            </a:r>
            <a:endParaRPr lang="en-US" altLang="ja-JP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>
              <a:lnSpc>
                <a:spcPct val="150000"/>
              </a:lnSpc>
            </a:pPr>
            <a:endParaRPr lang="en-US" altLang="ja-JP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zh-TW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2.	</a:t>
            </a:r>
            <a:r>
              <a:rPr lang="zh-TW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昨天買的蛋，現在在冰箱</a:t>
            </a:r>
            <a:r>
              <a:rPr lang="ja-JP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。</a:t>
            </a:r>
            <a:endParaRPr lang="en-US" altLang="ja-JP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 marL="914400" indent="-914400">
              <a:lnSpc>
                <a:spcPct val="150000"/>
              </a:lnSpc>
              <a:buAutoNum type="arabicPeriod" startAt="2"/>
            </a:pPr>
            <a:endParaRPr lang="en-US" altLang="ja-JP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zh-TW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3.	</a:t>
            </a:r>
            <a:r>
              <a:rPr lang="zh-TW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我家小孩都一直在玩電動不念書</a:t>
            </a:r>
            <a:r>
              <a:rPr lang="ja-JP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。</a:t>
            </a:r>
            <a:endParaRPr lang="en-US" altLang="ja-JP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 marL="914400" indent="-914400">
              <a:lnSpc>
                <a:spcPct val="150000"/>
              </a:lnSpc>
              <a:buFontTx/>
              <a:buAutoNum type="arabicPeriod" startAt="2"/>
            </a:pPr>
            <a:endParaRPr lang="en-US" altLang="ja-JP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zh-TW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4.	</a:t>
            </a:r>
            <a:r>
              <a:rPr lang="zh-TW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下個月我會以老師的身分回到母校。</a:t>
            </a:r>
            <a:r>
              <a:rPr lang="ja-JP" altLang="en-US" sz="4800" dirty="0">
                <a:latin typeface="BIZ UDGothic" panose="020B0400000000000000" pitchFamily="33" charset="-128"/>
                <a:ea typeface="BIZ UDGothic" panose="020B0400000000000000" pitchFamily="33" charset="-128"/>
              </a:rPr>
              <a:t>（母校</a:t>
            </a:r>
            <a:r>
              <a:rPr lang="en-US" altLang="ja-JP" sz="4800" dirty="0">
                <a:latin typeface="BIZ UDGothic" panose="020B0400000000000000" pitchFamily="33" charset="-128"/>
                <a:ea typeface="BIZ UDGothic" panose="020B0400000000000000" pitchFamily="33" charset="-128"/>
              </a:rPr>
              <a:t>-</a:t>
            </a:r>
            <a:r>
              <a:rPr lang="ja-JP" altLang="en-US" sz="4800" dirty="0">
                <a:latin typeface="BIZ UDGothic" panose="020B0400000000000000" pitchFamily="33" charset="-128"/>
                <a:ea typeface="BIZ UDGothic" panose="020B0400000000000000" pitchFamily="33" charset="-128"/>
              </a:rPr>
              <a:t>ぼこう）</a:t>
            </a:r>
            <a:endParaRPr lang="en-US" altLang="ja-JP" sz="4800" dirty="0">
              <a:latin typeface="BIZ UDGothic" panose="020B0400000000000000" pitchFamily="33" charset="-128"/>
              <a:ea typeface="BIZ UDGothic" panose="020B0400000000000000" pitchFamily="33" charset="-128"/>
            </a:endParaRPr>
          </a:p>
          <a:p>
            <a:pPr marL="914400" indent="-914400">
              <a:lnSpc>
                <a:spcPct val="150000"/>
              </a:lnSpc>
              <a:buAutoNum type="arabicPeriod" startAt="2"/>
            </a:pPr>
            <a:endParaRPr lang="en-US" altLang="ja-JP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>
              <a:lnSpc>
                <a:spcPct val="150000"/>
              </a:lnSpc>
            </a:pPr>
            <a:endParaRPr lang="en-US" altLang="ja-JP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>
              <a:lnSpc>
                <a:spcPct val="150000"/>
              </a:lnSpc>
            </a:pPr>
            <a:endParaRPr lang="ja-JP" altLang="en-US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>
              <a:lnSpc>
                <a:spcPct val="150000"/>
              </a:lnSpc>
              <a:buNone/>
            </a:pPr>
            <a:endParaRPr lang="ja-JP" altLang="en-US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903D1CF9-DD25-80A8-9AAB-6951F4DE9ADC}"/>
              </a:ext>
            </a:extLst>
          </p:cNvPr>
          <p:cNvSpPr txBox="1"/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3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 翻譯練習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　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836980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9F746B-A71A-5831-AE7E-4BDEAAF6F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字方塊 8">
            <a:extLst>
              <a:ext uri="{FF2B5EF4-FFF2-40B4-BE49-F238E27FC236}">
                <a16:creationId xmlns:a16="http://schemas.microsoft.com/office/drawing/2014/main" id="{CBBDA580-651C-4AFA-39BC-9F7B54D9DFBA}"/>
              </a:ext>
            </a:extLst>
          </p:cNvPr>
          <p:cNvSpPr txBox="1"/>
          <p:nvPr/>
        </p:nvSpPr>
        <p:spPr>
          <a:xfrm>
            <a:off x="1041143" y="2911401"/>
            <a:ext cx="22301713" cy="143605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1.	</a:t>
            </a:r>
            <a:r>
              <a:rPr lang="zh-TW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趁還沒下雨，我們趕快回家吧</a:t>
            </a:r>
            <a:r>
              <a:rPr lang="ja-JP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。</a:t>
            </a:r>
            <a:endParaRPr lang="en-US" altLang="ja-JP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4800" b="1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</a:rPr>
              <a:t>    </a:t>
            </a:r>
            <a:r>
              <a:rPr lang="ja-JP" altLang="en-US" sz="4800" b="1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</a:rPr>
              <a:t>　雨がまだ降っていないうちに、早く帰りましょう。</a:t>
            </a:r>
            <a:endParaRPr lang="en-US" altLang="ja-JP" sz="4800" b="1" dirty="0">
              <a:solidFill>
                <a:srgbClr val="1C85C9"/>
              </a:solidFill>
              <a:latin typeface="BIZ UDGothic" panose="020B0400000000000000" pitchFamily="33" charset="-128"/>
              <a:ea typeface="BIZ UDGothic" panose="020B0400000000000000" pitchFamily="33" charset="-128"/>
            </a:endParaRPr>
          </a:p>
          <a:p>
            <a:pPr>
              <a:lnSpc>
                <a:spcPct val="150000"/>
              </a:lnSpc>
            </a:pPr>
            <a:r>
              <a:rPr lang="en-US" altLang="zh-TW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2.	</a:t>
            </a:r>
            <a:r>
              <a:rPr lang="zh-TW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昨天買的蛋，現在在冰箱</a:t>
            </a:r>
            <a:r>
              <a:rPr lang="ja-JP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。</a:t>
            </a:r>
            <a:endParaRPr lang="en-US" altLang="ja-JP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ja-JP" altLang="en-US" sz="4800" b="1" dirty="0">
                <a:solidFill>
                  <a:srgbClr val="E46D4B"/>
                </a:solidFill>
                <a:latin typeface="BIZ UDGothic" panose="020B0400000000000000" pitchFamily="33" charset="-128"/>
                <a:ea typeface="BIZ UDGothic" panose="020B0400000000000000" pitchFamily="33" charset="-128"/>
              </a:rPr>
              <a:t>　　</a:t>
            </a:r>
            <a:r>
              <a:rPr lang="ja-JP" altLang="en-US" sz="4800" b="1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</a:rPr>
              <a:t>きのう買った卵は、冷蔵庫にあります。</a:t>
            </a:r>
            <a:endParaRPr lang="en-US" altLang="ja-JP" sz="4800" b="1" dirty="0">
              <a:solidFill>
                <a:srgbClr val="1C85C9"/>
              </a:solidFill>
              <a:latin typeface="BIZ UDGothic" panose="020B0400000000000000" pitchFamily="33" charset="-128"/>
              <a:ea typeface="BIZ UDGothic" panose="020B0400000000000000" pitchFamily="33" charset="-128"/>
            </a:endParaRPr>
          </a:p>
          <a:p>
            <a:pPr>
              <a:lnSpc>
                <a:spcPct val="150000"/>
              </a:lnSpc>
            </a:pPr>
            <a:r>
              <a:rPr lang="en-US" altLang="zh-TW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3.	</a:t>
            </a:r>
            <a:r>
              <a:rPr lang="zh-TW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我家小孩都一直在玩電動不念書</a:t>
            </a:r>
            <a:r>
              <a:rPr lang="ja-JP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。</a:t>
            </a:r>
            <a:endParaRPr lang="en-US" altLang="ja-JP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ja-JP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　</a:t>
            </a:r>
            <a:r>
              <a:rPr lang="ja-JP" altLang="en-US" sz="4800" b="1" dirty="0">
                <a:solidFill>
                  <a:srgbClr val="E46D4B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　</a:t>
            </a:r>
            <a:r>
              <a:rPr lang="ja-JP" altLang="en-US" sz="4800" b="1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</a:rPr>
              <a:t>家の子供はゲームばかりしていて、勉強しません。</a:t>
            </a:r>
            <a:endParaRPr lang="en-US" altLang="ja-JP" sz="4800" b="1" dirty="0">
              <a:solidFill>
                <a:srgbClr val="1C85C9"/>
              </a:solidFill>
              <a:latin typeface="BIZ UDGothic" panose="020B0400000000000000" pitchFamily="33" charset="-128"/>
              <a:ea typeface="BIZ UDGothic" panose="020B0400000000000000" pitchFamily="33" charset="-128"/>
            </a:endParaRPr>
          </a:p>
          <a:p>
            <a:pPr>
              <a:lnSpc>
                <a:spcPct val="150000"/>
              </a:lnSpc>
            </a:pPr>
            <a:r>
              <a:rPr lang="en-US" altLang="zh-TW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4.</a:t>
            </a:r>
            <a:r>
              <a:rPr lang="zh-TW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下個月我會以老師的身分回到母校。</a:t>
            </a:r>
            <a:r>
              <a:rPr lang="ja-JP" altLang="en-US" sz="4800" dirty="0">
                <a:latin typeface="BIZ UDGothic" panose="020B0400000000000000" pitchFamily="33" charset="-128"/>
                <a:ea typeface="BIZ UDGothic" panose="020B0400000000000000" pitchFamily="33" charset="-128"/>
              </a:rPr>
              <a:t>（母校</a:t>
            </a:r>
            <a:r>
              <a:rPr lang="en-US" altLang="ja-JP" sz="4800" dirty="0">
                <a:latin typeface="BIZ UDGothic" panose="020B0400000000000000" pitchFamily="33" charset="-128"/>
                <a:ea typeface="BIZ UDGothic" panose="020B0400000000000000" pitchFamily="33" charset="-128"/>
              </a:rPr>
              <a:t>-</a:t>
            </a:r>
            <a:r>
              <a:rPr lang="ja-JP" altLang="en-US" sz="4800" dirty="0">
                <a:latin typeface="BIZ UDGothic" panose="020B0400000000000000" pitchFamily="33" charset="-128"/>
                <a:ea typeface="BIZ UDGothic" panose="020B0400000000000000" pitchFamily="33" charset="-128"/>
              </a:rPr>
              <a:t>ぼこう）</a:t>
            </a:r>
            <a:endParaRPr lang="en-US" altLang="ja-JP" sz="4800" dirty="0">
              <a:latin typeface="BIZ UDGothic" panose="020B0400000000000000" pitchFamily="33" charset="-128"/>
              <a:ea typeface="BIZ UDGothic" panose="020B0400000000000000" pitchFamily="33" charset="-128"/>
            </a:endParaRPr>
          </a:p>
          <a:p>
            <a:pPr>
              <a:lnSpc>
                <a:spcPct val="150000"/>
              </a:lnSpc>
            </a:pPr>
            <a:r>
              <a:rPr lang="ja-JP" altLang="en-US" sz="4800" dirty="0">
                <a:solidFill>
                  <a:srgbClr val="E46D4B"/>
                </a:solidFill>
                <a:latin typeface="BIZ UDGothic" panose="020B0400000000000000" pitchFamily="33" charset="-128"/>
                <a:ea typeface="BIZ UDGothic" panose="020B0400000000000000" pitchFamily="33" charset="-128"/>
              </a:rPr>
              <a:t>　　</a:t>
            </a:r>
            <a:r>
              <a:rPr lang="ja-JP" altLang="en-US" sz="4800" b="1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</a:rPr>
              <a:t>来月先生として母校に戻ります。</a:t>
            </a:r>
            <a:endParaRPr lang="en-US" altLang="ja-JP" sz="4800" b="1" dirty="0">
              <a:solidFill>
                <a:srgbClr val="1C85C9"/>
              </a:solidFill>
              <a:latin typeface="BIZ UDGothic" panose="020B0400000000000000" pitchFamily="33" charset="-128"/>
              <a:ea typeface="BIZ UDGothic" panose="020B0400000000000000" pitchFamily="33" charset="-128"/>
            </a:endParaRPr>
          </a:p>
          <a:p>
            <a:pPr>
              <a:lnSpc>
                <a:spcPct val="150000"/>
              </a:lnSpc>
            </a:pPr>
            <a:endParaRPr lang="en-US" altLang="ja-JP" sz="4800" dirty="0">
              <a:latin typeface="BIZ UDGothic" panose="020B0400000000000000" pitchFamily="33" charset="-128"/>
              <a:ea typeface="BIZ UDGothic" panose="020B0400000000000000" pitchFamily="33" charset="-128"/>
            </a:endParaRPr>
          </a:p>
          <a:p>
            <a:pPr marL="914400" indent="-914400">
              <a:lnSpc>
                <a:spcPct val="150000"/>
              </a:lnSpc>
              <a:buAutoNum type="arabicPeriod" startAt="2"/>
            </a:pPr>
            <a:endParaRPr lang="en-US" altLang="ja-JP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>
              <a:lnSpc>
                <a:spcPct val="150000"/>
              </a:lnSpc>
            </a:pPr>
            <a:endParaRPr lang="en-US" altLang="ja-JP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>
              <a:lnSpc>
                <a:spcPct val="150000"/>
              </a:lnSpc>
            </a:pPr>
            <a:endParaRPr lang="ja-JP" altLang="en-US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>
              <a:lnSpc>
                <a:spcPct val="150000"/>
              </a:lnSpc>
              <a:buNone/>
            </a:pPr>
            <a:endParaRPr lang="ja-JP" altLang="en-US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5EF006DD-708A-A917-58CA-597F9BD1007A}"/>
              </a:ext>
            </a:extLst>
          </p:cNvPr>
          <p:cNvSpPr txBox="1"/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3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 翻譯練習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　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50174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9"/>
          <p:cNvSpPr/>
          <p:nvPr/>
        </p:nvSpPr>
        <p:spPr>
          <a:xfrm>
            <a:off x="-1800" y="0"/>
            <a:ext cx="24387600" cy="13716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SimSun"/>
              <a:buNone/>
            </a:pPr>
            <a:endParaRPr sz="3600" b="0" i="0" u="none" strike="noStrike" cap="none" dirty="0">
              <a:solidFill>
                <a:srgbClr val="FFFFFF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sp>
        <p:nvSpPr>
          <p:cNvPr id="304" name="Google Shape;304;p19"/>
          <p:cNvSpPr txBox="1">
            <a:spLocks noGrp="1"/>
          </p:cNvSpPr>
          <p:nvPr>
            <p:ph type="ctrTitle" idx="4294967295"/>
          </p:nvPr>
        </p:nvSpPr>
        <p:spPr>
          <a:xfrm>
            <a:off x="3048000" y="6874950"/>
            <a:ext cx="18288000" cy="3877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350" tIns="91350" rIns="91350" bIns="9135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0"/>
              <a:buFont typeface="Microsoft JhengHei"/>
              <a:buNone/>
            </a:pPr>
            <a:r>
              <a:rPr lang="en-US" sz="880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  <a:sym typeface="Microsoft JhengHei"/>
              </a:rPr>
              <a:t>また次回の授業でお会いしましょう</a:t>
            </a:r>
            <a:endParaRPr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n Jyuu GothicL Bold" panose="020B0602020203020207" pitchFamily="34" charset="-120"/>
              <a:ea typeface="Gen Jyuu GothicL Bold" panose="020B0602020203020207" pitchFamily="34" charset="-120"/>
              <a:cs typeface="Gen Jyuu GothicL Bold" panose="020B0602020203020207" pitchFamily="34" charset="-120"/>
            </a:endParaRPr>
          </a:p>
        </p:txBody>
      </p:sp>
      <p:grpSp>
        <p:nvGrpSpPr>
          <p:cNvPr id="305" name="Google Shape;305;p19"/>
          <p:cNvGrpSpPr/>
          <p:nvPr/>
        </p:nvGrpSpPr>
        <p:grpSpPr>
          <a:xfrm>
            <a:off x="10521949" y="2253139"/>
            <a:ext cx="3340119" cy="4440061"/>
            <a:chOff x="-1" y="-2"/>
            <a:chExt cx="3340118" cy="4440059"/>
          </a:xfrm>
        </p:grpSpPr>
        <p:cxnSp>
          <p:nvCxnSpPr>
            <p:cNvPr id="306" name="Google Shape;306;p19"/>
            <p:cNvCxnSpPr/>
            <p:nvPr/>
          </p:nvCxnSpPr>
          <p:spPr>
            <a:xfrm rot="10800000">
              <a:off x="319467" y="1446531"/>
              <a:ext cx="1179133" cy="1"/>
            </a:xfrm>
            <a:prstGeom prst="straightConnector1">
              <a:avLst/>
            </a:prstGeom>
            <a:noFill/>
            <a:ln w="25400" cap="flat" cmpd="sng">
              <a:solidFill>
                <a:srgbClr val="FFFFFF"/>
              </a:solidFill>
              <a:prstDash val="dash"/>
              <a:bevel/>
              <a:headEnd type="none" w="sm" len="sm"/>
              <a:tailEnd type="oval" w="med" len="med"/>
            </a:ln>
          </p:spPr>
        </p:cxnSp>
        <p:grpSp>
          <p:nvGrpSpPr>
            <p:cNvPr id="307" name="Google Shape;307;p19"/>
            <p:cNvGrpSpPr/>
            <p:nvPr/>
          </p:nvGrpSpPr>
          <p:grpSpPr>
            <a:xfrm>
              <a:off x="-1" y="-2"/>
              <a:ext cx="3340118" cy="2879716"/>
              <a:chOff x="-1" y="-1"/>
              <a:chExt cx="3340117" cy="2879714"/>
            </a:xfrm>
          </p:grpSpPr>
          <p:sp>
            <p:nvSpPr>
              <p:cNvPr id="308" name="Google Shape;308;p19"/>
              <p:cNvSpPr/>
              <p:nvPr/>
            </p:nvSpPr>
            <p:spPr>
              <a:xfrm>
                <a:off x="-1" y="-1"/>
                <a:ext cx="3340117" cy="2879714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0" y="10800"/>
                    </a:moveTo>
                    <a:lnTo>
                      <a:pt x="4656" y="0"/>
                    </a:lnTo>
                    <a:lnTo>
                      <a:pt x="16944" y="0"/>
                    </a:lnTo>
                    <a:lnTo>
                      <a:pt x="21600" y="10800"/>
                    </a:lnTo>
                    <a:lnTo>
                      <a:pt x="16944" y="21600"/>
                    </a:lnTo>
                    <a:lnTo>
                      <a:pt x="4656" y="2160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3600"/>
                  <a:buFont typeface="SimSun"/>
                  <a:buNone/>
                </a:pPr>
                <a:endParaRPr sz="3600" b="0" i="0" u="none" strike="noStrike" cap="none">
                  <a:solidFill>
                    <a:srgbClr val="FFFFFF"/>
                  </a:solidFill>
                  <a:latin typeface="SimSun"/>
                  <a:ea typeface="SimSun"/>
                  <a:cs typeface="SimSun"/>
                  <a:sym typeface="SimSun"/>
                </a:endParaRPr>
              </a:p>
            </p:txBody>
          </p:sp>
          <p:sp>
            <p:nvSpPr>
              <p:cNvPr id="309" name="Google Shape;309;p19"/>
              <p:cNvSpPr/>
              <p:nvPr/>
            </p:nvSpPr>
            <p:spPr>
              <a:xfrm>
                <a:off x="894020" y="719932"/>
                <a:ext cx="1495801" cy="1495801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3600"/>
                  <a:buFont typeface="SimSun"/>
                  <a:buNone/>
                </a:pPr>
                <a:endParaRPr sz="3600" b="0" i="0" u="none" strike="noStrike" cap="none">
                  <a:solidFill>
                    <a:srgbClr val="FFFFFF"/>
                  </a:solidFill>
                  <a:latin typeface="SimSun"/>
                  <a:ea typeface="SimSun"/>
                  <a:cs typeface="SimSun"/>
                  <a:sym typeface="SimSun"/>
                </a:endParaRPr>
              </a:p>
            </p:txBody>
          </p:sp>
          <p:sp>
            <p:nvSpPr>
              <p:cNvPr id="310" name="Google Shape;310;p19"/>
              <p:cNvSpPr/>
              <p:nvPr/>
            </p:nvSpPr>
            <p:spPr>
              <a:xfrm>
                <a:off x="140105" y="105120"/>
                <a:ext cx="3048625" cy="2628396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0" y="10800"/>
                    </a:moveTo>
                    <a:lnTo>
                      <a:pt x="4656" y="0"/>
                    </a:lnTo>
                    <a:lnTo>
                      <a:pt x="16944" y="0"/>
                    </a:lnTo>
                    <a:lnTo>
                      <a:pt x="21600" y="10800"/>
                    </a:lnTo>
                    <a:lnTo>
                      <a:pt x="16944" y="21600"/>
                    </a:lnTo>
                    <a:lnTo>
                      <a:pt x="4656" y="21600"/>
                    </a:lnTo>
                    <a:close/>
                  </a:path>
                </a:pathLst>
              </a:custGeom>
              <a:noFill/>
              <a:ln w="12700" cap="flat" cmpd="sng">
                <a:solidFill>
                  <a:srgbClr val="7F7F7F"/>
                </a:solidFill>
                <a:prstDash val="dot"/>
                <a:bevel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3600"/>
                  <a:buFont typeface="SimSun"/>
                  <a:buNone/>
                </a:pPr>
                <a:endParaRPr sz="3600" b="0" i="0" u="none" strike="noStrike" cap="none">
                  <a:solidFill>
                    <a:srgbClr val="FFFFFF"/>
                  </a:solidFill>
                  <a:latin typeface="SimSun"/>
                  <a:ea typeface="SimSun"/>
                  <a:cs typeface="SimSun"/>
                  <a:sym typeface="SimSun"/>
                </a:endParaRPr>
              </a:p>
            </p:txBody>
          </p:sp>
        </p:grpSp>
        <p:sp>
          <p:nvSpPr>
            <p:cNvPr id="313" name="Google Shape;313;p19"/>
            <p:cNvSpPr txBox="1"/>
            <p:nvPr/>
          </p:nvSpPr>
          <p:spPr>
            <a:xfrm>
              <a:off x="244517" y="2606355"/>
              <a:ext cx="2839800" cy="18337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350" tIns="91350" rIns="91350" bIns="91350" anchor="t" anchorCtr="0">
              <a:spAutoFit/>
            </a:bodyPr>
            <a:lstStyle/>
            <a:p>
              <a:pPr marL="0" marR="0" lvl="0" indent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079B6"/>
                </a:buClr>
                <a:buSzPts val="10800"/>
                <a:buFont typeface="Microsoft Yahei"/>
                <a:buNone/>
              </a:pPr>
              <a:r>
                <a:rPr lang="en-US" sz="10800" b="1" i="0" u="none" strike="noStrike" cap="none" dirty="0">
                  <a:solidFill>
                    <a:srgbClr val="4079B6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·</a:t>
              </a:r>
              <a:r>
                <a:rPr lang="en-US" sz="10800" b="1" i="0" u="none" strike="noStrike" cap="none" dirty="0">
                  <a:solidFill>
                    <a:srgbClr val="3F3F3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 </a:t>
              </a:r>
              <a:r>
                <a:rPr lang="en-US" sz="10800" b="1" i="0" u="none" strike="noStrike" cap="none" dirty="0">
                  <a:solidFill>
                    <a:srgbClr val="FFC00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·</a:t>
              </a:r>
              <a:r>
                <a:rPr lang="en-US" sz="10800" b="1" i="0" u="none" strike="noStrike" cap="none" dirty="0">
                  <a:solidFill>
                    <a:srgbClr val="3F3F3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 </a:t>
              </a:r>
              <a:r>
                <a:rPr lang="en-US" sz="10800" b="1" i="0" u="none" strike="noStrike" cap="none" dirty="0">
                  <a:solidFill>
                    <a:srgbClr val="FD5229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·</a:t>
              </a:r>
              <a:endParaRPr sz="1400" b="0" i="0" u="none" strike="noStrike" cap="none" dirty="0">
                <a:solidFill>
                  <a:srgbClr val="000000"/>
                </a:solidFill>
                <a:latin typeface="BIZ UDGothic" panose="020B0400000000000000" pitchFamily="33" charset="-128"/>
                <a:ea typeface="BIZ UDGothic" panose="020B0400000000000000" pitchFamily="33" charset="-128"/>
                <a:cs typeface="Arial"/>
                <a:sym typeface="Arial"/>
              </a:endParaRPr>
            </a:p>
          </p:txBody>
        </p:sp>
        <p:pic>
          <p:nvPicPr>
            <p:cNvPr id="314" name="Google Shape;314;p19" descr="Google Shape;425;p57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725868" y="955041"/>
              <a:ext cx="1888364" cy="106268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 主题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8F8F8F"/>
      </a:accent3>
      <a:accent4>
        <a:srgbClr val="707070"/>
      </a:accent4>
      <a:accent5>
        <a:srgbClr val="B2C1DB"/>
      </a:accent5>
      <a:accent6>
        <a:srgbClr val="AE4845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TM02900720[[fn=要素]]</Template>
  <TotalTime>700</TotalTime>
  <Words>1462</Words>
  <Application>Microsoft Office PowerPoint</Application>
  <PresentationFormat>ユーザー設定</PresentationFormat>
  <Paragraphs>121</Paragraphs>
  <Slides>14</Slides>
  <Notes>13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28" baseType="lpstr">
      <vt:lpstr>Calibri Light</vt:lpstr>
      <vt:lpstr>Gen Jyuu GothicL Bold</vt:lpstr>
      <vt:lpstr>SimSun</vt:lpstr>
      <vt:lpstr>BIZ UDGothic</vt:lpstr>
      <vt:lpstr>Microsoft Yahei</vt:lpstr>
      <vt:lpstr>Gen Jyuu Gothic Bold</vt:lpstr>
      <vt:lpstr>BIZ UDPGothic</vt:lpstr>
      <vt:lpstr>Wingdings 2</vt:lpstr>
      <vt:lpstr>Calibri</vt:lpstr>
      <vt:lpstr>Microsoft JhengHei Light</vt:lpstr>
      <vt:lpstr>Microsoft JhengHei</vt:lpstr>
      <vt:lpstr>HGPSoeiKakugothicUB</vt:lpstr>
      <vt:lpstr>Arial</vt:lpstr>
      <vt:lpstr>HDOfficeLightV0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また次回の授業でお会いしましょう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user</dc:creator>
  <cp:lastModifiedBy>嘉展 張</cp:lastModifiedBy>
  <cp:revision>2</cp:revision>
  <dcterms:modified xsi:type="dcterms:W3CDTF">2025-08-24T09:48:58Z</dcterms:modified>
</cp:coreProperties>
</file>