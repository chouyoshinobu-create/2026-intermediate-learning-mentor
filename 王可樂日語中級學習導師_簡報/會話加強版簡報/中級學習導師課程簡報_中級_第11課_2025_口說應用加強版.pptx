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6"/>
  </p:notesMasterIdLst>
  <p:handoutMasterIdLst>
    <p:handoutMasterId r:id="rId17"/>
  </p:handoutMasterIdLst>
  <p:sldIdLst>
    <p:sldId id="274" r:id="rId2"/>
    <p:sldId id="369" r:id="rId3"/>
    <p:sldId id="359" r:id="rId4"/>
    <p:sldId id="351" r:id="rId5"/>
    <p:sldId id="370" r:id="rId6"/>
    <p:sldId id="345" r:id="rId7"/>
    <p:sldId id="358" r:id="rId8"/>
    <p:sldId id="346" r:id="rId9"/>
    <p:sldId id="347" r:id="rId10"/>
    <p:sldId id="371" r:id="rId11"/>
    <p:sldId id="372" r:id="rId12"/>
    <p:sldId id="343" r:id="rId13"/>
    <p:sldId id="342" r:id="rId14"/>
    <p:sldId id="264" r:id="rId15"/>
  </p:sldIdLst>
  <p:sldSz cx="24384000" cy="13716000"/>
  <p:notesSz cx="6858000" cy="9144000"/>
  <p:embeddedFontLst>
    <p:embeddedFont>
      <p:font typeface="Gen Jyuu Gothic Bold" panose="02020500000000000000" charset="-120"/>
      <p:bold r:id="rId18"/>
    </p:embeddedFont>
    <p:embeddedFont>
      <p:font typeface="Gen Jyuu GothicL Bold" panose="02020500000000000000" charset="-120"/>
      <p:bold r:id="rId19"/>
    </p:embeddedFont>
    <p:embeddedFont>
      <p:font typeface="Microsoft JhengHei" panose="020B0604030504040204" pitchFamily="34" charset="-120"/>
      <p:regular r:id="rId20"/>
      <p:bold r:id="rId21"/>
    </p:embeddedFont>
    <p:embeddedFont>
      <p:font typeface="BIZ UDGothic" panose="020B0400000000000000" pitchFamily="33" charset="-128"/>
      <p:regular r:id="rId22"/>
      <p:bold r:id="rId23"/>
    </p:embeddedFont>
    <p:embeddedFont>
      <p:font typeface="BIZ UDPGothic" panose="020B0400000000000000" pitchFamily="34" charset="-128"/>
      <p:regular r:id="rId24"/>
      <p:bold r:id="rId25"/>
    </p:embeddedFont>
    <p:embeddedFont>
      <p:font typeface="HGPSoeiKakugothicUB" panose="020B0A00000000000000" pitchFamily="34" charset="-128"/>
      <p:regular r:id="rId26"/>
    </p:embeddedFont>
    <p:embeddedFont>
      <p:font typeface="Microsoft JhengHei Light" panose="020B0304030504040204" pitchFamily="34" charset="-120"/>
      <p:regular r:id="rId27"/>
    </p:embeddedFont>
    <p:embeddedFont>
      <p:font typeface="Microsoft Yahei" panose="020B0503020204020204" pitchFamily="34" charset="-122"/>
      <p:regular r:id="rId28"/>
      <p:bold r:id="rId29"/>
    </p:embeddedFont>
    <p:embeddedFont>
      <p:font typeface="Wingdings 2" panose="05020102010507070707" pitchFamily="18" charset="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31" roundtripDataSignature="AMtx7mgWneN2Aa4XZ32EnoSuaD2gv1s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85C9"/>
    <a:srgbClr val="2289CB"/>
    <a:srgbClr val="288CCC"/>
    <a:srgbClr val="E46D4B"/>
    <a:srgbClr val="F2F2F2"/>
    <a:srgbClr val="3B3838"/>
    <a:srgbClr val="EF8759"/>
    <a:srgbClr val="000000"/>
    <a:srgbClr val="7F7F7F"/>
    <a:srgbClr val="D8D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C7561E-3623-49D9-8492-B257B8FE73A4}" v="2" dt="2025-09-24T10:30:37.6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512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0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展 張" userId="56c0cc265fef7f12" providerId="LiveId" clId="{FC3B12ED-B978-4741-8F4E-ACC995148FC2}"/>
    <pc:docChg chg="undo custSel modSld">
      <pc:chgData name="嘉展 張" userId="56c0cc265fef7f12" providerId="LiveId" clId="{FC3B12ED-B978-4741-8F4E-ACC995148FC2}" dt="2025-07-07T04:22:08.380" v="43" actId="207"/>
      <pc:docMkLst>
        <pc:docMk/>
      </pc:docMkLst>
      <pc:sldChg chg="addSp delSp modSp mod">
        <pc:chgData name="嘉展 張" userId="56c0cc265fef7f12" providerId="LiveId" clId="{FC3B12ED-B978-4741-8F4E-ACC995148FC2}" dt="2025-07-07T04:20:44.928" v="23" actId="207"/>
        <pc:sldMkLst>
          <pc:docMk/>
          <pc:sldMk cId="0" sldId="264"/>
        </pc:sldMkLst>
      </pc:sldChg>
      <pc:sldChg chg="modSp mod">
        <pc:chgData name="嘉展 張" userId="56c0cc265fef7f12" providerId="LiveId" clId="{FC3B12ED-B978-4741-8F4E-ACC995148FC2}" dt="2025-07-07T04:19:17.917" v="6" actId="207"/>
        <pc:sldMkLst>
          <pc:docMk/>
          <pc:sldMk cId="516855969" sldId="328"/>
        </pc:sldMkLst>
      </pc:sldChg>
      <pc:sldChg chg="modSp mod">
        <pc:chgData name="嘉展 張" userId="56c0cc265fef7f12" providerId="LiveId" clId="{FC3B12ED-B978-4741-8F4E-ACC995148FC2}" dt="2025-07-07T04:19:30.362" v="10" actId="207"/>
        <pc:sldMkLst>
          <pc:docMk/>
          <pc:sldMk cId="1848417769" sldId="329"/>
        </pc:sldMkLst>
      </pc:sldChg>
      <pc:sldChg chg="modSp mod">
        <pc:chgData name="嘉展 張" userId="56c0cc265fef7f12" providerId="LiveId" clId="{FC3B12ED-B978-4741-8F4E-ACC995148FC2}" dt="2025-07-07T04:19:24.576" v="8" actId="207"/>
        <pc:sldMkLst>
          <pc:docMk/>
          <pc:sldMk cId="725604826" sldId="330"/>
        </pc:sldMkLst>
      </pc:sldChg>
      <pc:sldChg chg="modSp mod">
        <pc:chgData name="嘉展 張" userId="56c0cc265fef7f12" providerId="LiveId" clId="{FC3B12ED-B978-4741-8F4E-ACC995148FC2}" dt="2025-07-07T04:18:57.079" v="0" actId="207"/>
        <pc:sldMkLst>
          <pc:docMk/>
          <pc:sldMk cId="1652940647" sldId="335"/>
        </pc:sldMkLst>
      </pc:sldChg>
      <pc:sldChg chg="modSp mod">
        <pc:chgData name="嘉展 張" userId="56c0cc265fef7f12" providerId="LiveId" clId="{FC3B12ED-B978-4741-8F4E-ACC995148FC2}" dt="2025-07-07T04:19:06.457" v="2" actId="207"/>
        <pc:sldMkLst>
          <pc:docMk/>
          <pc:sldMk cId="3676040206" sldId="336"/>
        </pc:sldMkLst>
      </pc:sldChg>
      <pc:sldChg chg="modSp mod">
        <pc:chgData name="嘉展 張" userId="56c0cc265fef7f12" providerId="LiveId" clId="{FC3B12ED-B978-4741-8F4E-ACC995148FC2}" dt="2025-07-07T04:22:08.380" v="43" actId="207"/>
        <pc:sldMkLst>
          <pc:docMk/>
          <pc:sldMk cId="2128628793" sldId="337"/>
        </pc:sldMkLst>
      </pc:sldChg>
      <pc:sldChg chg="modSp mod">
        <pc:chgData name="嘉展 張" userId="56c0cc265fef7f12" providerId="LiveId" clId="{FC3B12ED-B978-4741-8F4E-ACC995148FC2}" dt="2025-07-07T04:21:51.077" v="38" actId="207"/>
        <pc:sldMkLst>
          <pc:docMk/>
          <pc:sldMk cId="4036497139" sldId="338"/>
        </pc:sldMkLst>
      </pc:sldChg>
      <pc:sldChg chg="modSp mod">
        <pc:chgData name="嘉展 張" userId="56c0cc265fef7f12" providerId="LiveId" clId="{FC3B12ED-B978-4741-8F4E-ACC995148FC2}" dt="2025-07-07T04:21:32.640" v="32" actId="207"/>
        <pc:sldMkLst>
          <pc:docMk/>
          <pc:sldMk cId="2939669483" sldId="339"/>
        </pc:sldMkLst>
      </pc:sldChg>
      <pc:sldChg chg="modSp mod">
        <pc:chgData name="嘉展 張" userId="56c0cc265fef7f12" providerId="LiveId" clId="{FC3B12ED-B978-4741-8F4E-ACC995148FC2}" dt="2025-07-07T04:21:07.627" v="27" actId="207"/>
        <pc:sldMkLst>
          <pc:docMk/>
          <pc:sldMk cId="1195771477" sldId="340"/>
        </pc:sldMkLst>
      </pc:sldChg>
      <pc:sldChg chg="modSp mod">
        <pc:chgData name="嘉展 張" userId="56c0cc265fef7f12" providerId="LiveId" clId="{FC3B12ED-B978-4741-8F4E-ACC995148FC2}" dt="2025-07-07T04:21:24.340" v="30" actId="207"/>
        <pc:sldMkLst>
          <pc:docMk/>
          <pc:sldMk cId="3653896156" sldId="341"/>
        </pc:sldMkLst>
      </pc:sldChg>
      <pc:sldChg chg="modSp mod">
        <pc:chgData name="嘉展 張" userId="56c0cc265fef7f12" providerId="LiveId" clId="{FC3B12ED-B978-4741-8F4E-ACC995148FC2}" dt="2025-07-07T04:19:43.171" v="12" actId="207"/>
        <pc:sldMkLst>
          <pc:docMk/>
          <pc:sldMk cId="3383698067" sldId="342"/>
        </pc:sldMkLst>
      </pc:sldChg>
      <pc:sldChg chg="modSp mod">
        <pc:chgData name="嘉展 張" userId="56c0cc265fef7f12" providerId="LiveId" clId="{FC3B12ED-B978-4741-8F4E-ACC995148FC2}" dt="2025-07-07T04:20:00.157" v="17" actId="207"/>
        <pc:sldMkLst>
          <pc:docMk/>
          <pc:sldMk cId="345017411" sldId="343"/>
        </pc:sldMkLst>
      </pc:sldChg>
    </pc:docChg>
  </pc:docChgLst>
  <pc:docChgLst>
    <pc:chgData name="嘉展 張" userId="56c0cc265fef7f12" providerId="LiveId" clId="{879AC0E9-7501-4668-80DB-CE5CA74F18BF}"/>
    <pc:docChg chg="undo custSel addSld delSld modSld modMainMaster">
      <pc:chgData name="嘉展 張" userId="56c0cc265fef7f12" providerId="LiveId" clId="{879AC0E9-7501-4668-80DB-CE5CA74F18BF}" dt="2025-07-12T16:13:38.248" v="196" actId="20577"/>
      <pc:docMkLst>
        <pc:docMk/>
      </pc:docMkLst>
      <pc:sldChg chg="modSp mod">
        <pc:chgData name="嘉展 張" userId="56c0cc265fef7f12" providerId="LiveId" clId="{879AC0E9-7501-4668-80DB-CE5CA74F18BF}" dt="2025-07-12T14:30:51.547" v="40" actId="27636"/>
        <pc:sldMkLst>
          <pc:docMk/>
          <pc:sldMk cId="1698366788" sldId="274"/>
        </pc:sldMkLst>
      </pc:sldChg>
      <pc:sldChg chg="modSp mod">
        <pc:chgData name="嘉展 張" userId="56c0cc265fef7f12" providerId="LiveId" clId="{879AC0E9-7501-4668-80DB-CE5CA74F18BF}" dt="2025-07-12T16:13:38.248" v="196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879AC0E9-7501-4668-80DB-CE5CA74F18BF}" dt="2025-07-12T16:13:26.939" v="184" actId="6549"/>
        <pc:sldMkLst>
          <pc:docMk/>
          <pc:sldMk cId="345017411" sldId="343"/>
        </pc:sldMkLst>
      </pc:sldChg>
      <pc:sldChg chg="modSp mod">
        <pc:chgData name="嘉展 張" userId="56c0cc265fef7f12" providerId="LiveId" clId="{879AC0E9-7501-4668-80DB-CE5CA74F18BF}" dt="2025-07-12T15:36:04.544" v="104" actId="15"/>
        <pc:sldMkLst>
          <pc:docMk/>
          <pc:sldMk cId="3752334464" sldId="345"/>
        </pc:sldMkLst>
      </pc:sldChg>
      <pc:sldChg chg="modSp mod">
        <pc:chgData name="嘉展 張" userId="56c0cc265fef7f12" providerId="LiveId" clId="{879AC0E9-7501-4668-80DB-CE5CA74F18BF}" dt="2025-07-12T16:07:10.911" v="137" actId="15"/>
        <pc:sldMkLst>
          <pc:docMk/>
          <pc:sldMk cId="1115666099" sldId="346"/>
        </pc:sldMkLst>
      </pc:sldChg>
      <pc:sldChg chg="modSp mod">
        <pc:chgData name="嘉展 張" userId="56c0cc265fef7f12" providerId="LiveId" clId="{879AC0E9-7501-4668-80DB-CE5CA74F18BF}" dt="2025-07-12T16:07:28.807" v="140"/>
        <pc:sldMkLst>
          <pc:docMk/>
          <pc:sldMk cId="3822570613" sldId="347"/>
        </pc:sldMkLst>
      </pc:sldChg>
      <pc:sldChg chg="modSp mod">
        <pc:chgData name="嘉展 張" userId="56c0cc265fef7f12" providerId="LiveId" clId="{879AC0E9-7501-4668-80DB-CE5CA74F18BF}" dt="2025-07-12T15:09:07.935" v="102" actId="207"/>
        <pc:sldMkLst>
          <pc:docMk/>
          <pc:sldMk cId="732333138" sldId="351"/>
        </pc:sldMkLst>
      </pc:sldChg>
      <pc:sldChg chg="modSp mod">
        <pc:chgData name="嘉展 張" userId="56c0cc265fef7f12" providerId="LiveId" clId="{879AC0E9-7501-4668-80DB-CE5CA74F18BF}" dt="2025-07-12T16:07:44.860" v="142" actId="15"/>
        <pc:sldMkLst>
          <pc:docMk/>
          <pc:sldMk cId="2503062332" sldId="354"/>
        </pc:sldMkLst>
      </pc:sldChg>
      <pc:sldChg chg="modSp mod">
        <pc:chgData name="嘉展 張" userId="56c0cc265fef7f12" providerId="LiveId" clId="{879AC0E9-7501-4668-80DB-CE5CA74F18BF}" dt="2025-07-12T16:08:05.777" v="145"/>
        <pc:sldMkLst>
          <pc:docMk/>
          <pc:sldMk cId="2169278876" sldId="355"/>
        </pc:sldMkLst>
      </pc:sldChg>
      <pc:sldChg chg="modSp mod">
        <pc:chgData name="嘉展 張" userId="56c0cc265fef7f12" providerId="LiveId" clId="{879AC0E9-7501-4668-80DB-CE5CA74F18BF}" dt="2025-07-12T15:42:43.207" v="135" actId="1035"/>
        <pc:sldMkLst>
          <pc:docMk/>
          <pc:sldMk cId="4193172206" sldId="358"/>
        </pc:sldMkLst>
      </pc:sldChg>
      <pc:sldChg chg="modSp mod">
        <pc:chgData name="嘉展 張" userId="56c0cc265fef7f12" providerId="LiveId" clId="{879AC0E9-7501-4668-80DB-CE5CA74F18BF}" dt="2025-07-12T14:55:12.837" v="56" actId="20577"/>
        <pc:sldMkLst>
          <pc:docMk/>
          <pc:sldMk cId="3585428774" sldId="359"/>
        </pc:sldMkLst>
      </pc:sldChg>
      <pc:sldChg chg="del">
        <pc:chgData name="嘉展 張" userId="56c0cc265fef7f12" providerId="LiveId" clId="{879AC0E9-7501-4668-80DB-CE5CA74F18BF}" dt="2025-07-12T15:09:04.989" v="101" actId="47"/>
        <pc:sldMkLst>
          <pc:docMk/>
          <pc:sldMk cId="1800767988" sldId="367"/>
        </pc:sldMkLst>
      </pc:sldChg>
      <pc:sldChg chg="add">
        <pc:chgData name="嘉展 張" userId="56c0cc265fef7f12" providerId="LiveId" clId="{879AC0E9-7501-4668-80DB-CE5CA74F18BF}" dt="2025-07-12T15:09:02.987" v="100"/>
        <pc:sldMkLst>
          <pc:docMk/>
          <pc:sldMk cId="1054572155" sldId="368"/>
        </pc:sldMkLst>
      </pc:sldChg>
      <pc:sldMasterChg chg="modSldLayout">
        <pc:chgData name="嘉展 張" userId="56c0cc265fef7f12" providerId="LiveId" clId="{879AC0E9-7501-4668-80DB-CE5CA74F18BF}" dt="2025-07-12T14:19:41.818" v="31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79AC0E9-7501-4668-80DB-CE5CA74F18BF}" dt="2025-07-12T14:19:41.818" v="31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4409F9D8-FA24-44EF-8020-254A52CDBD6B}"/>
    <pc:docChg chg="undo custSel addSld delSld modSld modMainMaster">
      <pc:chgData name="嘉展 張" userId="56c0cc265fef7f12" providerId="LiveId" clId="{4409F9D8-FA24-44EF-8020-254A52CDBD6B}" dt="2025-07-11T23:49:18.575" v="183" actId="20577"/>
      <pc:docMkLst>
        <pc:docMk/>
      </pc:docMkLst>
      <pc:sldChg chg="modSp mod">
        <pc:chgData name="嘉展 張" userId="56c0cc265fef7f12" providerId="LiveId" clId="{4409F9D8-FA24-44EF-8020-254A52CDBD6B}" dt="2025-07-11T23:40:58.792" v="23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4409F9D8-FA24-44EF-8020-254A52CDBD6B}" dt="2025-07-11T23:44:45.539" v="120" actId="15"/>
        <pc:sldMkLst>
          <pc:docMk/>
          <pc:sldMk cId="3752334464" sldId="345"/>
        </pc:sldMkLst>
      </pc:sldChg>
      <pc:sldChg chg="modSp mod">
        <pc:chgData name="嘉展 張" userId="56c0cc265fef7f12" providerId="LiveId" clId="{4409F9D8-FA24-44EF-8020-254A52CDBD6B}" dt="2025-07-11T23:45:23.356" v="127" actId="15"/>
        <pc:sldMkLst>
          <pc:docMk/>
          <pc:sldMk cId="1115666099" sldId="346"/>
        </pc:sldMkLst>
      </pc:sldChg>
      <pc:sldChg chg="modSp mod">
        <pc:chgData name="嘉展 張" userId="56c0cc265fef7f12" providerId="LiveId" clId="{4409F9D8-FA24-44EF-8020-254A52CDBD6B}" dt="2025-07-11T23:45:47.305" v="131"/>
        <pc:sldMkLst>
          <pc:docMk/>
          <pc:sldMk cId="3822570613" sldId="347"/>
        </pc:sldMkLst>
      </pc:sldChg>
      <pc:sldChg chg="modSp mod">
        <pc:chgData name="嘉展 張" userId="56c0cc265fef7f12" providerId="LiveId" clId="{4409F9D8-FA24-44EF-8020-254A52CDBD6B}" dt="2025-07-11T23:44:22.209" v="117" actId="207"/>
        <pc:sldMkLst>
          <pc:docMk/>
          <pc:sldMk cId="732333138" sldId="351"/>
        </pc:sldMkLst>
      </pc:sldChg>
      <pc:sldChg chg="modSp mod">
        <pc:chgData name="嘉展 張" userId="56c0cc265fef7f12" providerId="LiveId" clId="{4409F9D8-FA24-44EF-8020-254A52CDBD6B}" dt="2025-07-11T23:46:02.119" v="133" actId="15"/>
        <pc:sldMkLst>
          <pc:docMk/>
          <pc:sldMk cId="2503062332" sldId="354"/>
        </pc:sldMkLst>
      </pc:sldChg>
      <pc:sldChg chg="modSp mod">
        <pc:chgData name="嘉展 張" userId="56c0cc265fef7f12" providerId="LiveId" clId="{4409F9D8-FA24-44EF-8020-254A52CDBD6B}" dt="2025-07-11T23:46:21.269" v="136"/>
        <pc:sldMkLst>
          <pc:docMk/>
          <pc:sldMk cId="2169278876" sldId="355"/>
        </pc:sldMkLst>
      </pc:sldChg>
      <pc:sldChg chg="modSp mod">
        <pc:chgData name="嘉展 張" userId="56c0cc265fef7f12" providerId="LiveId" clId="{4409F9D8-FA24-44EF-8020-254A52CDBD6B}" dt="2025-07-11T23:45:10.882" v="125" actId="6549"/>
        <pc:sldMkLst>
          <pc:docMk/>
          <pc:sldMk cId="4193172206" sldId="358"/>
        </pc:sldMkLst>
      </pc:sldChg>
      <pc:sldChg chg="modSp mod">
        <pc:chgData name="嘉展 張" userId="56c0cc265fef7f12" providerId="LiveId" clId="{4409F9D8-FA24-44EF-8020-254A52CDBD6B}" dt="2025-07-11T23:43:01.538" v="78" actId="207"/>
        <pc:sldMkLst>
          <pc:docMk/>
          <pc:sldMk cId="3585428774" sldId="359"/>
        </pc:sldMkLst>
      </pc:sldChg>
      <pc:sldChg chg="del">
        <pc:chgData name="嘉展 張" userId="56c0cc265fef7f12" providerId="LiveId" clId="{4409F9D8-FA24-44EF-8020-254A52CDBD6B}" dt="2025-07-11T23:43:08.834" v="79" actId="47"/>
        <pc:sldMkLst>
          <pc:docMk/>
          <pc:sldMk cId="2901890192" sldId="364"/>
        </pc:sldMkLst>
      </pc:sldChg>
      <pc:sldChg chg="del">
        <pc:chgData name="嘉展 張" userId="56c0cc265fef7f12" providerId="LiveId" clId="{4409F9D8-FA24-44EF-8020-254A52CDBD6B}" dt="2025-07-11T23:44:29.335" v="118" actId="47"/>
        <pc:sldMkLst>
          <pc:docMk/>
          <pc:sldMk cId="4208653585" sldId="365"/>
        </pc:sldMkLst>
      </pc:sldChg>
      <pc:sldChg chg="add">
        <pc:chgData name="嘉展 張" userId="56c0cc265fef7f12" providerId="LiveId" clId="{4409F9D8-FA24-44EF-8020-254A52CDBD6B}" dt="2025-07-11T23:42:57.506" v="77"/>
        <pc:sldMkLst>
          <pc:docMk/>
          <pc:sldMk cId="3330119125" sldId="366"/>
        </pc:sldMkLst>
      </pc:sldChg>
      <pc:sldChg chg="add">
        <pc:chgData name="嘉展 張" userId="56c0cc265fef7f12" providerId="LiveId" clId="{4409F9D8-FA24-44EF-8020-254A52CDBD6B}" dt="2025-07-11T23:44:15.134" v="116"/>
        <pc:sldMkLst>
          <pc:docMk/>
          <pc:sldMk cId="1800767988" sldId="367"/>
        </pc:sldMkLst>
      </pc:sldChg>
      <pc:sldMasterChg chg="modSldLayout">
        <pc:chgData name="嘉展 張" userId="56c0cc265fef7f12" providerId="LiveId" clId="{4409F9D8-FA24-44EF-8020-254A52CDBD6B}" dt="2025-07-11T23:41:22.191" v="34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4409F9D8-FA24-44EF-8020-254A52CDBD6B}" dt="2025-07-11T23:41:22.191" v="34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CA2D70FC-5C55-47B2-99B4-B3F2BD8F9BEE}"/>
    <pc:docChg chg="undo custSel addSld delSld modSld sldOrd modMainMaster">
      <pc:chgData name="嘉展 張" userId="56c0cc265fef7f12" providerId="LiveId" clId="{CA2D70FC-5C55-47B2-99B4-B3F2BD8F9BEE}" dt="2025-07-09T09:08:13.713" v="221" actId="207"/>
      <pc:docMkLst>
        <pc:docMk/>
      </pc:docMkLst>
      <pc:sldChg chg="modSp mod">
        <pc:chgData name="嘉展 張" userId="56c0cc265fef7f12" providerId="LiveId" clId="{CA2D70FC-5C55-47B2-99B4-B3F2BD8F9BEE}" dt="2025-07-09T08:53:37.299" v="38"/>
        <pc:sldMkLst>
          <pc:docMk/>
          <pc:sldMk cId="1698366788" sldId="274"/>
        </pc:sldMkLst>
      </pc:sldChg>
      <pc:sldChg chg="modSp mod">
        <pc:chgData name="嘉展 張" userId="56c0cc265fef7f12" providerId="LiveId" clId="{CA2D70FC-5C55-47B2-99B4-B3F2BD8F9BEE}" dt="2025-07-09T09:00:47.384" v="157" actId="207"/>
        <pc:sldMkLst>
          <pc:docMk/>
          <pc:sldMk cId="3676040206" sldId="336"/>
        </pc:sldMkLst>
      </pc:sldChg>
      <pc:sldChg chg="del">
        <pc:chgData name="嘉展 張" userId="56c0cc265fef7f12" providerId="LiveId" clId="{CA2D70FC-5C55-47B2-99B4-B3F2BD8F9BEE}" dt="2025-07-09T08:58:04.032" v="107" actId="47"/>
        <pc:sldMkLst>
          <pc:docMk/>
          <pc:sldMk cId="2128628793" sldId="337"/>
        </pc:sldMkLst>
      </pc:sldChg>
      <pc:sldChg chg="modSp mod">
        <pc:chgData name="嘉展 張" userId="56c0cc265fef7f12" providerId="LiveId" clId="{CA2D70FC-5C55-47B2-99B4-B3F2BD8F9BEE}" dt="2025-07-09T09:07:36.283" v="220" actId="20577"/>
        <pc:sldMkLst>
          <pc:docMk/>
          <pc:sldMk cId="3383698067" sldId="342"/>
        </pc:sldMkLst>
      </pc:sldChg>
      <pc:sldChg chg="modSp mod ord">
        <pc:chgData name="嘉展 張" userId="56c0cc265fef7f12" providerId="LiveId" clId="{CA2D70FC-5C55-47B2-99B4-B3F2BD8F9BEE}" dt="2025-07-09T09:07:28.375" v="218" actId="20577"/>
        <pc:sldMkLst>
          <pc:docMk/>
          <pc:sldMk cId="345017411" sldId="343"/>
        </pc:sldMkLst>
      </pc:sldChg>
      <pc:sldChg chg="modSp mod">
        <pc:chgData name="嘉展 張" userId="56c0cc265fef7f12" providerId="LiveId" clId="{CA2D70FC-5C55-47B2-99B4-B3F2BD8F9BEE}" dt="2025-07-09T09:01:08.659" v="159" actId="15"/>
        <pc:sldMkLst>
          <pc:docMk/>
          <pc:sldMk cId="3752334464" sldId="345"/>
        </pc:sldMkLst>
      </pc:sldChg>
      <pc:sldChg chg="modSp mod">
        <pc:chgData name="嘉展 張" userId="56c0cc265fef7f12" providerId="LiveId" clId="{CA2D70FC-5C55-47B2-99B4-B3F2BD8F9BEE}" dt="2025-07-09T09:03:30.405" v="167" actId="15"/>
        <pc:sldMkLst>
          <pc:docMk/>
          <pc:sldMk cId="1115666099" sldId="346"/>
        </pc:sldMkLst>
      </pc:sldChg>
      <pc:sldChg chg="modSp mod">
        <pc:chgData name="嘉展 張" userId="56c0cc265fef7f12" providerId="LiveId" clId="{CA2D70FC-5C55-47B2-99B4-B3F2BD8F9BEE}" dt="2025-07-09T09:04:04.880" v="171"/>
        <pc:sldMkLst>
          <pc:docMk/>
          <pc:sldMk cId="3822570613" sldId="347"/>
        </pc:sldMkLst>
      </pc:sldChg>
      <pc:sldChg chg="modSp mod">
        <pc:chgData name="嘉展 張" userId="56c0cc265fef7f12" providerId="LiveId" clId="{CA2D70FC-5C55-47B2-99B4-B3F2BD8F9BEE}" dt="2025-07-09T08:58:00.156" v="106" actId="207"/>
        <pc:sldMkLst>
          <pc:docMk/>
          <pc:sldMk cId="732333138" sldId="351"/>
        </pc:sldMkLst>
      </pc:sldChg>
      <pc:sldChg chg="del">
        <pc:chgData name="嘉展 張" userId="56c0cc265fef7f12" providerId="LiveId" clId="{CA2D70FC-5C55-47B2-99B4-B3F2BD8F9BEE}" dt="2025-07-09T08:59:58.138" v="140" actId="47"/>
        <pc:sldMkLst>
          <pc:docMk/>
          <pc:sldMk cId="838783306" sldId="352"/>
        </pc:sldMkLst>
      </pc:sldChg>
      <pc:sldChg chg="del">
        <pc:chgData name="嘉展 張" userId="56c0cc265fef7f12" providerId="LiveId" clId="{CA2D70FC-5C55-47B2-99B4-B3F2BD8F9BEE}" dt="2025-07-09T09:01:18.660" v="162" actId="47"/>
        <pc:sldMkLst>
          <pc:docMk/>
          <pc:sldMk cId="1406075394" sldId="353"/>
        </pc:sldMkLst>
      </pc:sldChg>
      <pc:sldChg chg="modSp mod">
        <pc:chgData name="嘉展 張" userId="56c0cc265fef7f12" providerId="LiveId" clId="{CA2D70FC-5C55-47B2-99B4-B3F2BD8F9BEE}" dt="2025-07-09T09:04:26.024" v="173" actId="15"/>
        <pc:sldMkLst>
          <pc:docMk/>
          <pc:sldMk cId="2503062332" sldId="354"/>
        </pc:sldMkLst>
      </pc:sldChg>
      <pc:sldChg chg="modSp mod">
        <pc:chgData name="嘉展 張" userId="56c0cc265fef7f12" providerId="LiveId" clId="{CA2D70FC-5C55-47B2-99B4-B3F2BD8F9BEE}" dt="2025-07-09T09:04:52.828" v="176"/>
        <pc:sldMkLst>
          <pc:docMk/>
          <pc:sldMk cId="2169278876" sldId="355"/>
        </pc:sldMkLst>
      </pc:sldChg>
      <pc:sldChg chg="add">
        <pc:chgData name="嘉展 張" userId="56c0cc265fef7f12" providerId="LiveId" clId="{CA2D70FC-5C55-47B2-99B4-B3F2BD8F9BEE}" dt="2025-07-09T08:57:55.575" v="105"/>
        <pc:sldMkLst>
          <pc:docMk/>
          <pc:sldMk cId="3052656619" sldId="356"/>
        </pc:sldMkLst>
      </pc:sldChg>
      <pc:sldChg chg="add">
        <pc:chgData name="嘉展 張" userId="56c0cc265fef7f12" providerId="LiveId" clId="{CA2D70FC-5C55-47B2-99B4-B3F2BD8F9BEE}" dt="2025-07-09T09:00:43.843" v="156"/>
        <pc:sldMkLst>
          <pc:docMk/>
          <pc:sldMk cId="185642437" sldId="357"/>
        </pc:sldMkLst>
      </pc:sldChg>
      <pc:sldChg chg="addSp modSp add mod">
        <pc:chgData name="嘉展 張" userId="56c0cc265fef7f12" providerId="LiveId" clId="{CA2D70FC-5C55-47B2-99B4-B3F2BD8F9BEE}" dt="2025-07-09T09:08:13.713" v="221" actId="207"/>
        <pc:sldMkLst>
          <pc:docMk/>
          <pc:sldMk cId="4193172206" sldId="358"/>
        </pc:sldMkLst>
      </pc:sldChg>
      <pc:sldMasterChg chg="modSldLayout">
        <pc:chgData name="嘉展 張" userId="56c0cc265fef7f12" providerId="LiveId" clId="{CA2D70FC-5C55-47B2-99B4-B3F2BD8F9BEE}" dt="2025-07-09T08:54:19.509" v="64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CA2D70FC-5C55-47B2-99B4-B3F2BD8F9BEE}" dt="2025-07-09T08:54:19.509" v="64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B8F15BBE-A2E8-4DCB-B8C2-722EEBD073BE}"/>
    <pc:docChg chg="undo redo custSel addSld delSld modSld modMainMaster">
      <pc:chgData name="嘉展 張" userId="56c0cc265fef7f12" providerId="LiveId" clId="{B8F15BBE-A2E8-4DCB-B8C2-722EEBD073BE}" dt="2025-07-11T23:37:36.079" v="211" actId="20577"/>
      <pc:docMkLst>
        <pc:docMk/>
      </pc:docMkLst>
      <pc:sldChg chg="modSp mod">
        <pc:chgData name="嘉展 張" userId="56c0cc265fef7f12" providerId="LiveId" clId="{B8F15BBE-A2E8-4DCB-B8C2-722EEBD073BE}" dt="2025-07-11T23:31:50.127" v="130" actId="207"/>
        <pc:sldMkLst>
          <pc:docMk/>
          <pc:sldMk cId="732333138" sldId="351"/>
        </pc:sldMkLst>
      </pc:sldChg>
      <pc:sldChg chg="modSp mod">
        <pc:chgData name="嘉展 張" userId="56c0cc265fef7f12" providerId="LiveId" clId="{B8F15BBE-A2E8-4DCB-B8C2-722EEBD073BE}" dt="2025-07-11T23:33:49.051" v="148" actId="15"/>
        <pc:sldMkLst>
          <pc:docMk/>
          <pc:sldMk cId="2503062332" sldId="354"/>
        </pc:sldMkLst>
      </pc:sldChg>
      <pc:sldChg chg="modSp mod">
        <pc:chgData name="嘉展 張" userId="56c0cc265fef7f12" providerId="LiveId" clId="{B8F15BBE-A2E8-4DCB-B8C2-722EEBD073BE}" dt="2025-07-11T23:34:13.940" v="153"/>
        <pc:sldMkLst>
          <pc:docMk/>
          <pc:sldMk cId="2169278876" sldId="355"/>
        </pc:sldMkLst>
      </pc:sldChg>
      <pc:sldChg chg="modSp mod">
        <pc:chgData name="嘉展 張" userId="56c0cc265fef7f12" providerId="LiveId" clId="{B8F15BBE-A2E8-4DCB-B8C2-722EEBD073BE}" dt="2025-07-11T23:32:58.322" v="141" actId="6549"/>
        <pc:sldMkLst>
          <pc:docMk/>
          <pc:sldMk cId="4193172206" sldId="358"/>
        </pc:sldMkLst>
      </pc:sldChg>
      <pc:sldChg chg="modSp mod">
        <pc:chgData name="嘉展 張" userId="56c0cc265fef7f12" providerId="LiveId" clId="{B8F15BBE-A2E8-4DCB-B8C2-722EEBD073BE}" dt="2025-07-11T23:29:58.509" v="83" actId="207"/>
        <pc:sldMkLst>
          <pc:docMk/>
          <pc:sldMk cId="3585428774" sldId="359"/>
        </pc:sldMkLst>
      </pc:sldChg>
      <pc:sldChg chg="del">
        <pc:chgData name="嘉展 張" userId="56c0cc265fef7f12" providerId="LiveId" clId="{B8F15BBE-A2E8-4DCB-B8C2-722EEBD073BE}" dt="2025-07-11T23:29:53.142" v="81" actId="47"/>
        <pc:sldMkLst>
          <pc:docMk/>
          <pc:sldMk cId="2643400217" sldId="362"/>
        </pc:sldMkLst>
      </pc:sldChg>
      <pc:sldChg chg="del">
        <pc:chgData name="嘉展 張" userId="56c0cc265fef7f12" providerId="LiveId" clId="{B8F15BBE-A2E8-4DCB-B8C2-722EEBD073BE}" dt="2025-07-11T23:31:42.132" v="129" actId="47"/>
        <pc:sldMkLst>
          <pc:docMk/>
          <pc:sldMk cId="1308011151" sldId="363"/>
        </pc:sldMkLst>
      </pc:sldChg>
      <pc:sldChg chg="add">
        <pc:chgData name="嘉展 張" userId="56c0cc265fef7f12" providerId="LiveId" clId="{B8F15BBE-A2E8-4DCB-B8C2-722EEBD073BE}" dt="2025-07-11T23:29:54.524" v="82"/>
        <pc:sldMkLst>
          <pc:docMk/>
          <pc:sldMk cId="2901890192" sldId="364"/>
        </pc:sldMkLst>
      </pc:sldChg>
      <pc:sldChg chg="add">
        <pc:chgData name="嘉展 張" userId="56c0cc265fef7f12" providerId="LiveId" clId="{B8F15BBE-A2E8-4DCB-B8C2-722EEBD073BE}" dt="2025-07-11T23:31:40.443" v="128"/>
        <pc:sldMkLst>
          <pc:docMk/>
          <pc:sldMk cId="4208653585" sldId="365"/>
        </pc:sldMkLst>
      </pc:sldChg>
      <pc:sldChg chg="addSp delSp modSp add del mod">
        <pc:chgData name="嘉展 張" userId="56c0cc265fef7f12" providerId="LiveId" clId="{B8F15BBE-A2E8-4DCB-B8C2-722EEBD073BE}" dt="2025-07-11T23:35:29.456" v="171" actId="47"/>
        <pc:sldMkLst>
          <pc:docMk/>
          <pc:sldMk cId="2529413341" sldId="366"/>
        </pc:sldMkLst>
      </pc:sldChg>
    </pc:docChg>
  </pc:docChgLst>
  <pc:docChgLst>
    <pc:chgData name="嘉展 張" userId="56c0cc265fef7f12" providerId="LiveId" clId="{500DE751-B967-4EFC-9282-3CC7144C0667}"/>
    <pc:docChg chg="undo custSel addSld delSld modSld sldOrd">
      <pc:chgData name="嘉展 張" userId="56c0cc265fef7f12" providerId="LiveId" clId="{500DE751-B967-4EFC-9282-3CC7144C0667}" dt="2025-08-24T03:41:26.072" v="1015"/>
      <pc:docMkLst>
        <pc:docMk/>
      </pc:docMkLst>
      <pc:sldChg chg="addSp delSp modSp mod">
        <pc:chgData name="嘉展 張" userId="56c0cc265fef7f12" providerId="LiveId" clId="{500DE751-B967-4EFC-9282-3CC7144C0667}" dt="2025-08-24T03:35:50.752" v="974" actId="478"/>
        <pc:sldMkLst>
          <pc:docMk/>
          <pc:sldMk cId="3383698067" sldId="342"/>
        </pc:sldMkLst>
      </pc:sldChg>
      <pc:sldChg chg="addSp delSp modSp mod">
        <pc:chgData name="嘉展 張" userId="56c0cc265fef7f12" providerId="LiveId" clId="{500DE751-B967-4EFC-9282-3CC7144C0667}" dt="2025-08-24T03:35:53.373" v="976" actId="6549"/>
        <pc:sldMkLst>
          <pc:docMk/>
          <pc:sldMk cId="345017411" sldId="343"/>
        </pc:sldMkLst>
      </pc:sldChg>
      <pc:sldChg chg="modSp mod">
        <pc:chgData name="嘉展 張" userId="56c0cc265fef7f12" providerId="LiveId" clId="{500DE751-B967-4EFC-9282-3CC7144C0667}" dt="2025-08-24T03:39:43.711" v="984"/>
        <pc:sldMkLst>
          <pc:docMk/>
          <pc:sldMk cId="3752334464" sldId="345"/>
        </pc:sldMkLst>
      </pc:sldChg>
      <pc:sldChg chg="addSp delSp modSp mod">
        <pc:chgData name="嘉展 張" userId="56c0cc265fef7f12" providerId="LiveId" clId="{500DE751-B967-4EFC-9282-3CC7144C0667}" dt="2025-08-24T03:35:29.920" v="963"/>
        <pc:sldMkLst>
          <pc:docMk/>
          <pc:sldMk cId="1115666099" sldId="346"/>
        </pc:sldMkLst>
      </pc:sldChg>
      <pc:sldChg chg="addSp delSp modSp mod">
        <pc:chgData name="嘉展 張" userId="56c0cc265fef7f12" providerId="LiveId" clId="{500DE751-B967-4EFC-9282-3CC7144C0667}" dt="2025-08-24T03:35:34.394" v="966"/>
        <pc:sldMkLst>
          <pc:docMk/>
          <pc:sldMk cId="3822570613" sldId="347"/>
        </pc:sldMkLst>
      </pc:sldChg>
      <pc:sldChg chg="modSp mod">
        <pc:chgData name="嘉展 張" userId="56c0cc265fef7f12" providerId="LiveId" clId="{500DE751-B967-4EFC-9282-3CC7144C0667}" dt="2025-08-24T03:32:25.680" v="707" actId="20577"/>
        <pc:sldMkLst>
          <pc:docMk/>
          <pc:sldMk cId="732333138" sldId="351"/>
        </pc:sldMkLst>
      </pc:sldChg>
      <pc:sldChg chg="addSp delSp modSp del mod">
        <pc:chgData name="嘉展 張" userId="56c0cc265fef7f12" providerId="LiveId" clId="{500DE751-B967-4EFC-9282-3CC7144C0667}" dt="2025-08-24T03:40:36.230" v="1008" actId="47"/>
        <pc:sldMkLst>
          <pc:docMk/>
          <pc:sldMk cId="2503062332" sldId="354"/>
        </pc:sldMkLst>
      </pc:sldChg>
      <pc:sldChg chg="del">
        <pc:chgData name="嘉展 張" userId="56c0cc265fef7f12" providerId="LiveId" clId="{500DE751-B967-4EFC-9282-3CC7144C0667}" dt="2025-08-24T03:35:01.845" v="938" actId="47"/>
        <pc:sldMkLst>
          <pc:docMk/>
          <pc:sldMk cId="2169278876" sldId="355"/>
        </pc:sldMkLst>
      </pc:sldChg>
      <pc:sldChg chg="addSp delSp modSp mod">
        <pc:chgData name="嘉展 張" userId="56c0cc265fef7f12" providerId="LiveId" clId="{500DE751-B967-4EFC-9282-3CC7144C0667}" dt="2025-08-24T03:39:43.024" v="983"/>
        <pc:sldMkLst>
          <pc:docMk/>
          <pc:sldMk cId="4193172206" sldId="358"/>
        </pc:sldMkLst>
      </pc:sldChg>
      <pc:sldChg chg="addSp modSp add del mod">
        <pc:chgData name="嘉展 張" userId="56c0cc265fef7f12" providerId="LiveId" clId="{500DE751-B967-4EFC-9282-3CC7144C0667}" dt="2025-08-24T03:29:18.415" v="404" actId="20577"/>
        <pc:sldMkLst>
          <pc:docMk/>
          <pc:sldMk cId="3585428774" sldId="359"/>
        </pc:sldMkLst>
      </pc:sldChg>
      <pc:sldChg chg="addSp modSp del">
        <pc:chgData name="嘉展 張" userId="56c0cc265fef7f12" providerId="LiveId" clId="{500DE751-B967-4EFC-9282-3CC7144C0667}" dt="2025-08-24T03:27:58.050" v="255" actId="47"/>
        <pc:sldMkLst>
          <pc:docMk/>
          <pc:sldMk cId="3330119125" sldId="366"/>
        </pc:sldMkLst>
      </pc:sldChg>
      <pc:sldChg chg="del">
        <pc:chgData name="嘉展 張" userId="56c0cc265fef7f12" providerId="LiveId" clId="{500DE751-B967-4EFC-9282-3CC7144C0667}" dt="2025-08-24T03:32:33.827" v="709" actId="47"/>
        <pc:sldMkLst>
          <pc:docMk/>
          <pc:sldMk cId="1054572155" sldId="368"/>
        </pc:sldMkLst>
      </pc:sldChg>
      <pc:sldChg chg="add ord">
        <pc:chgData name="嘉展 張" userId="56c0cc265fef7f12" providerId="LiveId" clId="{500DE751-B967-4EFC-9282-3CC7144C0667}" dt="2025-08-24T03:29:27.500" v="406"/>
        <pc:sldMkLst>
          <pc:docMk/>
          <pc:sldMk cId="1512150667" sldId="369"/>
        </pc:sldMkLst>
      </pc:sldChg>
      <pc:sldChg chg="add del">
        <pc:chgData name="嘉展 張" userId="56c0cc265fef7f12" providerId="LiveId" clId="{500DE751-B967-4EFC-9282-3CC7144C0667}" dt="2025-08-24T03:22:36.113" v="44"/>
        <pc:sldMkLst>
          <pc:docMk/>
          <pc:sldMk cId="4077212575" sldId="369"/>
        </pc:sldMkLst>
      </pc:sldChg>
      <pc:sldChg chg="addSp modSp add mod">
        <pc:chgData name="嘉展 張" userId="56c0cc265fef7f12" providerId="LiveId" clId="{500DE751-B967-4EFC-9282-3CC7144C0667}" dt="2025-08-24T03:34:15.840" v="905" actId="20577"/>
        <pc:sldMkLst>
          <pc:docMk/>
          <pc:sldMk cId="3382338081" sldId="370"/>
        </pc:sldMkLst>
      </pc:sldChg>
      <pc:sldChg chg="modSp add mod">
        <pc:chgData name="嘉展 張" userId="56c0cc265fef7f12" providerId="LiveId" clId="{500DE751-B967-4EFC-9282-3CC7144C0667}" dt="2025-08-24T03:40:32.307" v="1006" actId="20577"/>
        <pc:sldMkLst>
          <pc:docMk/>
          <pc:sldMk cId="2115731654" sldId="371"/>
        </pc:sldMkLst>
      </pc:sldChg>
      <pc:sldChg chg="addSp modSp add mod">
        <pc:chgData name="嘉展 張" userId="56c0cc265fef7f12" providerId="LiveId" clId="{500DE751-B967-4EFC-9282-3CC7144C0667}" dt="2025-08-24T03:41:26.072" v="1015"/>
        <pc:sldMkLst>
          <pc:docMk/>
          <pc:sldMk cId="3657725620" sldId="372"/>
        </pc:sldMkLst>
      </pc:sldChg>
    </pc:docChg>
  </pc:docChgLst>
  <pc:docChgLst>
    <pc:chgData name="嘉展 張" userId="56c0cc265fef7f12" providerId="LiveId" clId="{14893FBA-687C-48F6-999D-DF50F6A0EA79}"/>
    <pc:docChg chg="modMainMaster">
      <pc:chgData name="嘉展 張" userId="56c0cc265fef7f12" providerId="LiveId" clId="{14893FBA-687C-48F6-999D-DF50F6A0EA79}" dt="2025-08-20T12:41:25.642" v="0"/>
      <pc:docMkLst>
        <pc:docMk/>
      </pc:docMkLst>
      <pc:sldMasterChg chg="modSldLayout">
        <pc:chgData name="嘉展 張" userId="56c0cc265fef7f12" providerId="LiveId" clId="{14893FBA-687C-48F6-999D-DF50F6A0EA79}" dt="2025-08-20T12:41:25.642" v="0"/>
        <pc:sldMasterMkLst>
          <pc:docMk/>
          <pc:sldMasterMk cId="2733321511" sldId="2147483688"/>
        </pc:sldMasterMkLst>
        <pc:sldLayoutChg chg="modSp">
          <pc:chgData name="嘉展 張" userId="56c0cc265fef7f12" providerId="LiveId" clId="{14893FBA-687C-48F6-999D-DF50F6A0EA79}" dt="2025-08-20T12:41:25.642" v="0"/>
          <pc:sldLayoutMkLst>
            <pc:docMk/>
            <pc:sldMasterMk cId="2733321511" sldId="2147483688"/>
            <pc:sldLayoutMk cId="810264706" sldId="2147483689"/>
          </pc:sldLayoutMkLst>
        </pc:sldLayoutChg>
      </pc:sldMasterChg>
    </pc:docChg>
  </pc:docChgLst>
  <pc:docChgLst>
    <pc:chgData name="嘉展 張" userId="56c0cc265fef7f12" providerId="LiveId" clId="{0BB0EFE5-82D4-4395-89A8-40A71B510EC6}"/>
    <pc:docChg chg="undo custSel addSld delSld modSld modMainMaster">
      <pc:chgData name="嘉展 張" userId="56c0cc265fef7f12" providerId="LiveId" clId="{0BB0EFE5-82D4-4395-89A8-40A71B510EC6}" dt="2025-07-10T11:02:24.083" v="259" actId="108"/>
      <pc:docMkLst>
        <pc:docMk/>
      </pc:docMkLst>
      <pc:sldChg chg="modSp mod">
        <pc:chgData name="嘉展 張" userId="56c0cc265fef7f12" providerId="LiveId" clId="{0BB0EFE5-82D4-4395-89A8-40A71B510EC6}" dt="2025-07-10T08:46:27.999" v="29"/>
        <pc:sldMkLst>
          <pc:docMk/>
          <pc:sldMk cId="1698366788" sldId="274"/>
        </pc:sldMkLst>
      </pc:sldChg>
      <pc:sldChg chg="modSp mod">
        <pc:chgData name="嘉展 張" userId="56c0cc265fef7f12" providerId="LiveId" clId="{0BB0EFE5-82D4-4395-89A8-40A71B510EC6}" dt="2025-07-10T10:47:54.091" v="120" actId="207"/>
        <pc:sldMkLst>
          <pc:docMk/>
          <pc:sldMk cId="3676040206" sldId="336"/>
        </pc:sldMkLst>
      </pc:sldChg>
      <pc:sldChg chg="modSp mod">
        <pc:chgData name="嘉展 張" userId="56c0cc265fef7f12" providerId="LiveId" clId="{0BB0EFE5-82D4-4395-89A8-40A71B510EC6}" dt="2025-07-10T09:31:21.243" v="73"/>
        <pc:sldMkLst>
          <pc:docMk/>
          <pc:sldMk cId="732333138" sldId="351"/>
        </pc:sldMkLst>
      </pc:sldChg>
      <pc:sldChg chg="modSp mod">
        <pc:chgData name="嘉展 張" userId="56c0cc265fef7f12" providerId="LiveId" clId="{0BB0EFE5-82D4-4395-89A8-40A71B510EC6}" dt="2025-07-10T10:57:53.903" v="167" actId="15"/>
        <pc:sldMkLst>
          <pc:docMk/>
          <pc:sldMk cId="2503062332" sldId="354"/>
        </pc:sldMkLst>
      </pc:sldChg>
      <pc:sldChg chg="modSp mod">
        <pc:chgData name="嘉展 張" userId="56c0cc265fef7f12" providerId="LiveId" clId="{0BB0EFE5-82D4-4395-89A8-40A71B510EC6}" dt="2025-07-10T10:58:11.544" v="170"/>
        <pc:sldMkLst>
          <pc:docMk/>
          <pc:sldMk cId="2169278876" sldId="355"/>
        </pc:sldMkLst>
      </pc:sldChg>
      <pc:sldChg chg="modSp mod">
        <pc:chgData name="嘉展 張" userId="56c0cc265fef7f12" providerId="LiveId" clId="{0BB0EFE5-82D4-4395-89A8-40A71B510EC6}" dt="2025-07-10T10:54:17.972" v="160" actId="20577"/>
        <pc:sldMkLst>
          <pc:docMk/>
          <pc:sldMk cId="4193172206" sldId="358"/>
        </pc:sldMkLst>
      </pc:sldChg>
      <pc:sldChg chg="modSp mod">
        <pc:chgData name="嘉展 張" userId="56c0cc265fef7f12" providerId="LiveId" clId="{0BB0EFE5-82D4-4395-89A8-40A71B510EC6}" dt="2025-07-10T10:45:23.104" v="91" actId="207"/>
        <pc:sldMkLst>
          <pc:docMk/>
          <pc:sldMk cId="3585428774" sldId="359"/>
        </pc:sldMkLst>
      </pc:sldChg>
      <pc:sldChg chg="del">
        <pc:chgData name="嘉展 張" userId="56c0cc265fef7f12" providerId="LiveId" clId="{0BB0EFE5-82D4-4395-89A8-40A71B510EC6}" dt="2025-07-10T10:48:02.987" v="121" actId="47"/>
        <pc:sldMkLst>
          <pc:docMk/>
          <pc:sldMk cId="1907735413" sldId="360"/>
        </pc:sldMkLst>
      </pc:sldChg>
      <pc:sldChg chg="add">
        <pc:chgData name="嘉展 張" userId="56c0cc265fef7f12" providerId="LiveId" clId="{0BB0EFE5-82D4-4395-89A8-40A71B510EC6}" dt="2025-07-10T10:47:50.439" v="119"/>
        <pc:sldMkLst>
          <pc:docMk/>
          <pc:sldMk cId="771378846" sldId="361"/>
        </pc:sldMkLst>
      </pc:sldChg>
    </pc:docChg>
  </pc:docChgLst>
  <pc:docChgLst>
    <pc:chgData name="嘉展 張" userId="56c0cc265fef7f12" providerId="LiveId" clId="{8C17DC2B-5918-4C2A-ABAD-E0796C8BEBAA}"/>
    <pc:docChg chg="undo custSel addSld delSld modSld modMainMaster">
      <pc:chgData name="嘉展 張" userId="56c0cc265fef7f12" providerId="LiveId" clId="{8C17DC2B-5918-4C2A-ABAD-E0796C8BEBAA}" dt="2025-07-09T09:31:06.934" v="373" actId="2711"/>
      <pc:docMkLst>
        <pc:docMk/>
      </pc:docMkLst>
      <pc:sldChg chg="modSp mod">
        <pc:chgData name="嘉展 張" userId="56c0cc265fef7f12" providerId="LiveId" clId="{8C17DC2B-5918-4C2A-ABAD-E0796C8BEBAA}" dt="2025-07-09T09:14:09.580" v="41"/>
        <pc:sldMkLst>
          <pc:docMk/>
          <pc:sldMk cId="1698366788" sldId="274"/>
        </pc:sldMkLst>
      </pc:sldChg>
      <pc:sldChg chg="modSp mod">
        <pc:chgData name="嘉展 張" userId="56c0cc265fef7f12" providerId="LiveId" clId="{8C17DC2B-5918-4C2A-ABAD-E0796C8BEBAA}" dt="2025-07-09T09:23:28.904" v="31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C17DC2B-5918-4C2A-ABAD-E0796C8BEBAA}" dt="2025-07-09T09:25:12.609" v="320" actId="15"/>
        <pc:sldMkLst>
          <pc:docMk/>
          <pc:sldMk cId="3752334464" sldId="345"/>
        </pc:sldMkLst>
      </pc:sldChg>
      <pc:sldChg chg="modSp mod">
        <pc:chgData name="嘉展 張" userId="56c0cc265fef7f12" providerId="LiveId" clId="{8C17DC2B-5918-4C2A-ABAD-E0796C8BEBAA}" dt="2025-07-09T09:26:11.378" v="327" actId="15"/>
        <pc:sldMkLst>
          <pc:docMk/>
          <pc:sldMk cId="1115666099" sldId="346"/>
        </pc:sldMkLst>
      </pc:sldChg>
      <pc:sldChg chg="modSp mod">
        <pc:chgData name="嘉展 張" userId="56c0cc265fef7f12" providerId="LiveId" clId="{8C17DC2B-5918-4C2A-ABAD-E0796C8BEBAA}" dt="2025-07-09T09:26:39.415" v="331" actId="20577"/>
        <pc:sldMkLst>
          <pc:docMk/>
          <pc:sldMk cId="3822570613" sldId="347"/>
        </pc:sldMkLst>
      </pc:sldChg>
      <pc:sldChg chg="modSp mod">
        <pc:chgData name="嘉展 張" userId="56c0cc265fef7f12" providerId="LiveId" clId="{8C17DC2B-5918-4C2A-ABAD-E0796C8BEBAA}" dt="2025-07-09T09:19:45.557" v="174" actId="6549"/>
        <pc:sldMkLst>
          <pc:docMk/>
          <pc:sldMk cId="732333138" sldId="351"/>
        </pc:sldMkLst>
      </pc:sldChg>
      <pc:sldChg chg="modSp mod">
        <pc:chgData name="嘉展 張" userId="56c0cc265fef7f12" providerId="LiveId" clId="{8C17DC2B-5918-4C2A-ABAD-E0796C8BEBAA}" dt="2025-07-09T09:27:03.141" v="333" actId="15"/>
        <pc:sldMkLst>
          <pc:docMk/>
          <pc:sldMk cId="2503062332" sldId="354"/>
        </pc:sldMkLst>
      </pc:sldChg>
      <pc:sldChg chg="modSp mod">
        <pc:chgData name="嘉展 張" userId="56c0cc265fef7f12" providerId="LiveId" clId="{8C17DC2B-5918-4C2A-ABAD-E0796C8BEBAA}" dt="2025-07-09T09:28:04.992" v="336"/>
        <pc:sldMkLst>
          <pc:docMk/>
          <pc:sldMk cId="2169278876" sldId="355"/>
        </pc:sldMkLst>
      </pc:sldChg>
      <pc:sldChg chg="del">
        <pc:chgData name="嘉展 張" userId="56c0cc265fef7f12" providerId="LiveId" clId="{8C17DC2B-5918-4C2A-ABAD-E0796C8BEBAA}" dt="2025-07-09T09:20:12.217" v="177" actId="47"/>
        <pc:sldMkLst>
          <pc:docMk/>
          <pc:sldMk cId="3052656619" sldId="356"/>
        </pc:sldMkLst>
      </pc:sldChg>
      <pc:sldChg chg="del">
        <pc:chgData name="嘉展 張" userId="56c0cc265fef7f12" providerId="LiveId" clId="{8C17DC2B-5918-4C2A-ABAD-E0796C8BEBAA}" dt="2025-07-09T09:21:06.418" v="281" actId="47"/>
        <pc:sldMkLst>
          <pc:docMk/>
          <pc:sldMk cId="185642437" sldId="357"/>
        </pc:sldMkLst>
      </pc:sldChg>
      <pc:sldChg chg="modSp mod">
        <pc:chgData name="嘉展 張" userId="56c0cc265fef7f12" providerId="LiveId" clId="{8C17DC2B-5918-4C2A-ABAD-E0796C8BEBAA}" dt="2025-07-09T09:25:48.444" v="325" actId="207"/>
        <pc:sldMkLst>
          <pc:docMk/>
          <pc:sldMk cId="4193172206" sldId="358"/>
        </pc:sldMkLst>
      </pc:sldChg>
      <pc:sldChg chg="modSp add mod">
        <pc:chgData name="嘉展 張" userId="56c0cc265fef7f12" providerId="LiveId" clId="{8C17DC2B-5918-4C2A-ABAD-E0796C8BEBAA}" dt="2025-07-09T09:19:57.814" v="176" actId="207"/>
        <pc:sldMkLst>
          <pc:docMk/>
          <pc:sldMk cId="3585428774" sldId="359"/>
        </pc:sldMkLst>
      </pc:sldChg>
      <pc:sldChg chg="add">
        <pc:chgData name="嘉展 張" userId="56c0cc265fef7f12" providerId="LiveId" clId="{8C17DC2B-5918-4C2A-ABAD-E0796C8BEBAA}" dt="2025-07-09T09:23:26.053" v="317"/>
        <pc:sldMkLst>
          <pc:docMk/>
          <pc:sldMk cId="1907735413" sldId="360"/>
        </pc:sldMkLst>
      </pc:sldChg>
      <pc:sldMasterChg chg="modSldLayout">
        <pc:chgData name="嘉展 張" userId="56c0cc265fef7f12" providerId="LiveId" clId="{8C17DC2B-5918-4C2A-ABAD-E0796C8BEBAA}" dt="2025-07-09T09:18:08.998" v="120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C17DC2B-5918-4C2A-ABAD-E0796C8BEBAA}" dt="2025-07-09T09:18:08.998" v="120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8E012BFB-294C-4CBC-BFD9-F4F33BC901B5}"/>
    <pc:docChg chg="undo custSel addSld delSld modSld modMainMaster">
      <pc:chgData name="嘉展 張" userId="56c0cc265fef7f12" providerId="LiveId" clId="{8E012BFB-294C-4CBC-BFD9-F4F33BC901B5}" dt="2025-07-07T13:15:43.499" v="1890"/>
      <pc:docMkLst>
        <pc:docMk/>
      </pc:docMkLst>
      <pc:sldChg chg="modSp mod">
        <pc:chgData name="嘉展 張" userId="56c0cc265fef7f12" providerId="LiveId" clId="{8E012BFB-294C-4CBC-BFD9-F4F33BC901B5}" dt="2025-07-07T12:02:26.523" v="105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8E012BFB-294C-4CBC-BFD9-F4F33BC901B5}" dt="2025-07-07T12:50:50.900" v="961"/>
        <pc:sldMkLst>
          <pc:docMk/>
          <pc:sldMk cId="516855969" sldId="328"/>
        </pc:sldMkLst>
      </pc:sldChg>
      <pc:sldChg chg="modSp mod">
        <pc:chgData name="嘉展 張" userId="56c0cc265fef7f12" providerId="LiveId" clId="{8E012BFB-294C-4CBC-BFD9-F4F33BC901B5}" dt="2025-07-07T12:22:12.557" v="459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8E012BFB-294C-4CBC-BFD9-F4F33BC901B5}" dt="2025-07-07T12:47:32.732" v="93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E012BFB-294C-4CBC-BFD9-F4F33BC901B5}" dt="2025-07-07T12:23:48.151" v="466" actId="207"/>
        <pc:sldMkLst>
          <pc:docMk/>
          <pc:sldMk cId="2128628793" sldId="337"/>
        </pc:sldMkLst>
      </pc:sldChg>
      <pc:sldChg chg="modSp mod">
        <pc:chgData name="嘉展 張" userId="56c0cc265fef7f12" providerId="LiveId" clId="{8E012BFB-294C-4CBC-BFD9-F4F33BC901B5}" dt="2025-07-07T13:15:23.668" v="1886" actId="1076"/>
        <pc:sldMkLst>
          <pc:docMk/>
          <pc:sldMk cId="3383698067" sldId="342"/>
        </pc:sldMkLst>
      </pc:sldChg>
      <pc:sldChg chg="modSp mod">
        <pc:chgData name="嘉展 張" userId="56c0cc265fef7f12" providerId="LiveId" clId="{8E012BFB-294C-4CBC-BFD9-F4F33BC901B5}" dt="2025-07-07T13:15:43.499" v="1890"/>
        <pc:sldMkLst>
          <pc:docMk/>
          <pc:sldMk cId="345017411" sldId="343"/>
        </pc:sldMkLst>
      </pc:sldChg>
      <pc:sldChg chg="del">
        <pc:chgData name="嘉展 張" userId="56c0cc265fef7f12" providerId="LiveId" clId="{8E012BFB-294C-4CBC-BFD9-F4F33BC901B5}" dt="2025-07-07T12:41:39.935" v="731" actId="47"/>
        <pc:sldMkLst>
          <pc:docMk/>
          <pc:sldMk cId="919750547" sldId="344"/>
        </pc:sldMkLst>
      </pc:sldChg>
      <pc:sldChg chg="modSp mod">
        <pc:chgData name="嘉展 張" userId="56c0cc265fef7f12" providerId="LiveId" clId="{8E012BFB-294C-4CBC-BFD9-F4F33BC901B5}" dt="2025-07-07T12:51:07.548" v="963"/>
        <pc:sldMkLst>
          <pc:docMk/>
          <pc:sldMk cId="3752334464" sldId="345"/>
        </pc:sldMkLst>
      </pc:sldChg>
      <pc:sldChg chg="modSp mod">
        <pc:chgData name="嘉展 張" userId="56c0cc265fef7f12" providerId="LiveId" clId="{8E012BFB-294C-4CBC-BFD9-F4F33BC901B5}" dt="2025-07-07T12:52:38.362" v="983" actId="20577"/>
        <pc:sldMkLst>
          <pc:docMk/>
          <pc:sldMk cId="1115666099" sldId="346"/>
        </pc:sldMkLst>
      </pc:sldChg>
      <pc:sldChg chg="modSp mod">
        <pc:chgData name="嘉展 張" userId="56c0cc265fef7f12" providerId="LiveId" clId="{8E012BFB-294C-4CBC-BFD9-F4F33BC901B5}" dt="2025-07-07T12:53:49.422" v="986"/>
        <pc:sldMkLst>
          <pc:docMk/>
          <pc:sldMk cId="3822570613" sldId="347"/>
        </pc:sldMkLst>
      </pc:sldChg>
      <pc:sldChg chg="modSp mod">
        <pc:chgData name="嘉展 張" userId="56c0cc265fef7f12" providerId="LiveId" clId="{8E012BFB-294C-4CBC-BFD9-F4F33BC901B5}" dt="2025-07-07T12:55:05.653" v="1005" actId="20577"/>
        <pc:sldMkLst>
          <pc:docMk/>
          <pc:sldMk cId="2652490174" sldId="348"/>
        </pc:sldMkLst>
      </pc:sldChg>
      <pc:sldChg chg="modSp mod">
        <pc:chgData name="嘉展 張" userId="56c0cc265fef7f12" providerId="LiveId" clId="{8E012BFB-294C-4CBC-BFD9-F4F33BC901B5}" dt="2025-07-07T12:55:49.755" v="1008"/>
        <pc:sldMkLst>
          <pc:docMk/>
          <pc:sldMk cId="2056490660" sldId="349"/>
        </pc:sldMkLst>
      </pc:sldChg>
      <pc:sldChg chg="modSp add mod">
        <pc:chgData name="嘉展 張" userId="56c0cc265fef7f12" providerId="LiveId" clId="{8E012BFB-294C-4CBC-BFD9-F4F33BC901B5}" dt="2025-07-07T12:47:17.642" v="936" actId="207"/>
        <pc:sldMkLst>
          <pc:docMk/>
          <pc:sldMk cId="1893602695" sldId="350"/>
        </pc:sldMkLst>
      </pc:sldChg>
      <pc:sldMasterChg chg="modSldLayout">
        <pc:chgData name="嘉展 張" userId="56c0cc265fef7f12" providerId="LiveId" clId="{8E012BFB-294C-4CBC-BFD9-F4F33BC901B5}" dt="2025-07-07T11:59:24.703" v="91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E012BFB-294C-4CBC-BFD9-F4F33BC901B5}" dt="2025-07-07T11:59:24.703" v="91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7F69A522-7DAF-4A02-BC46-5EFA4FA51996}"/>
    <pc:docChg chg="undo redo custSel addSld delSld modSld sldOrd modMainMaster">
      <pc:chgData name="嘉展 張" userId="56c0cc265fef7f12" providerId="LiveId" clId="{7F69A522-7DAF-4A02-BC46-5EFA4FA51996}" dt="2025-07-07T11:43:59.783" v="1614" actId="20577"/>
      <pc:docMkLst>
        <pc:docMk/>
      </pc:docMkLst>
      <pc:sldChg chg="addSp modSp mod">
        <pc:chgData name="嘉展 張" userId="56c0cc265fef7f12" providerId="LiveId" clId="{7F69A522-7DAF-4A02-BC46-5EFA4FA51996}" dt="2025-07-07T07:12:49.739" v="133" actId="6549"/>
        <pc:sldMkLst>
          <pc:docMk/>
          <pc:sldMk cId="1698366788" sldId="274"/>
        </pc:sldMkLst>
      </pc:sldChg>
      <pc:sldChg chg="modSp mod">
        <pc:chgData name="嘉展 張" userId="56c0cc265fef7f12" providerId="LiveId" clId="{7F69A522-7DAF-4A02-BC46-5EFA4FA51996}" dt="2025-07-07T10:47:32.083" v="879" actId="15"/>
        <pc:sldMkLst>
          <pc:docMk/>
          <pc:sldMk cId="516855969" sldId="328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848417769" sldId="32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725604826" sldId="330"/>
        </pc:sldMkLst>
      </pc:sldChg>
      <pc:sldChg chg="modSp mod">
        <pc:chgData name="嘉展 張" userId="56c0cc265fef7f12" providerId="LiveId" clId="{7F69A522-7DAF-4A02-BC46-5EFA4FA51996}" dt="2025-07-07T07:34:37.926" v="646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7F69A522-7DAF-4A02-BC46-5EFA4FA51996}" dt="2025-07-07T10:41:39.183" v="813" actId="20577"/>
        <pc:sldMkLst>
          <pc:docMk/>
          <pc:sldMk cId="3676040206" sldId="336"/>
        </pc:sldMkLst>
      </pc:sldChg>
      <pc:sldChg chg="modSp mod">
        <pc:chgData name="嘉展 張" userId="56c0cc265fef7f12" providerId="LiveId" clId="{7F69A522-7DAF-4A02-BC46-5EFA4FA51996}" dt="2025-07-07T07:37:27.551" v="655"/>
        <pc:sldMkLst>
          <pc:docMk/>
          <pc:sldMk cId="2128628793" sldId="337"/>
        </pc:sldMkLst>
      </pc:sldChg>
      <pc:sldChg chg="del">
        <pc:chgData name="嘉展 張" userId="56c0cc265fef7f12" providerId="LiveId" clId="{7F69A522-7DAF-4A02-BC46-5EFA4FA51996}" dt="2025-07-07T07:14:28.904" v="169" actId="47"/>
        <pc:sldMkLst>
          <pc:docMk/>
          <pc:sldMk cId="4036497139" sldId="338"/>
        </pc:sldMkLst>
      </pc:sldChg>
      <pc:sldChg chg="modSp del mod">
        <pc:chgData name="嘉展 張" userId="56c0cc265fef7f12" providerId="LiveId" clId="{7F69A522-7DAF-4A02-BC46-5EFA4FA51996}" dt="2025-07-07T10:47:46.757" v="882" actId="47"/>
        <pc:sldMkLst>
          <pc:docMk/>
          <pc:sldMk cId="2939669483" sldId="33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195771477" sldId="340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3653896156" sldId="341"/>
        </pc:sldMkLst>
      </pc:sldChg>
      <pc:sldChg chg="modSp mod">
        <pc:chgData name="嘉展 張" userId="56c0cc265fef7f12" providerId="LiveId" clId="{7F69A522-7DAF-4A02-BC46-5EFA4FA51996}" dt="2025-07-07T11:43:59.783" v="1614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7F69A522-7DAF-4A02-BC46-5EFA4FA51996}" dt="2025-07-07T11:43:47.461" v="1596" actId="20577"/>
        <pc:sldMkLst>
          <pc:docMk/>
          <pc:sldMk cId="345017411" sldId="343"/>
        </pc:sldMkLst>
      </pc:sldChg>
      <pc:sldChg chg="modSp add mod">
        <pc:chgData name="嘉展 張" userId="56c0cc265fef7f12" providerId="LiveId" clId="{7F69A522-7DAF-4A02-BC46-5EFA4FA51996}" dt="2025-07-07T10:42:22.726" v="848" actId="207"/>
        <pc:sldMkLst>
          <pc:docMk/>
          <pc:sldMk cId="919750547" sldId="344"/>
        </pc:sldMkLst>
      </pc:sldChg>
      <pc:sldChg chg="add del">
        <pc:chgData name="嘉展 張" userId="56c0cc265fef7f12" providerId="LiveId" clId="{7F69A522-7DAF-4A02-BC46-5EFA4FA51996}" dt="2025-07-07T10:47:26.562" v="877" actId="47"/>
        <pc:sldMkLst>
          <pc:docMk/>
          <pc:sldMk cId="1590898524" sldId="345"/>
        </pc:sldMkLst>
      </pc:sldChg>
      <pc:sldChg chg="addSp modSp add del">
        <pc:chgData name="嘉展 張" userId="56c0cc265fef7f12" providerId="LiveId" clId="{7F69A522-7DAF-4A02-BC46-5EFA4FA51996}" dt="2025-07-07T10:46:57.549" v="873"/>
        <pc:sldMkLst>
          <pc:docMk/>
          <pc:sldMk cId="2963216146" sldId="345"/>
        </pc:sldMkLst>
      </pc:sldChg>
      <pc:sldChg chg="addSp modSp add mod">
        <pc:chgData name="嘉展 張" userId="56c0cc265fef7f12" providerId="LiveId" clId="{7F69A522-7DAF-4A02-BC46-5EFA4FA51996}" dt="2025-07-07T10:48:51.726" v="905" actId="20577"/>
        <pc:sldMkLst>
          <pc:docMk/>
          <pc:sldMk cId="3752334464" sldId="345"/>
        </pc:sldMkLst>
      </pc:sldChg>
      <pc:sldChg chg="modSp add mod ord">
        <pc:chgData name="嘉展 張" userId="56c0cc265fef7f12" providerId="LiveId" clId="{7F69A522-7DAF-4A02-BC46-5EFA4FA51996}" dt="2025-07-07T10:50:38.949" v="944" actId="20577"/>
        <pc:sldMkLst>
          <pc:docMk/>
          <pc:sldMk cId="1115666099" sldId="346"/>
        </pc:sldMkLst>
      </pc:sldChg>
      <pc:sldChg chg="add del">
        <pc:chgData name="嘉展 張" userId="56c0cc265fef7f12" providerId="LiveId" clId="{7F69A522-7DAF-4A02-BC46-5EFA4FA51996}" dt="2025-07-07T10:48:34.374" v="888" actId="47"/>
        <pc:sldMkLst>
          <pc:docMk/>
          <pc:sldMk cId="2840440202" sldId="346"/>
        </pc:sldMkLst>
      </pc:sldChg>
      <pc:sldChg chg="addSp modSp add mod">
        <pc:chgData name="嘉展 張" userId="56c0cc265fef7f12" providerId="LiveId" clId="{7F69A522-7DAF-4A02-BC46-5EFA4FA51996}" dt="2025-07-07T10:51:30.889" v="950" actId="20577"/>
        <pc:sldMkLst>
          <pc:docMk/>
          <pc:sldMk cId="3822570613" sldId="347"/>
        </pc:sldMkLst>
      </pc:sldChg>
      <pc:sldChg chg="modSp add mod ord">
        <pc:chgData name="嘉展 張" userId="56c0cc265fef7f12" providerId="LiveId" clId="{7F69A522-7DAF-4A02-BC46-5EFA4FA51996}" dt="2025-07-07T10:52:46.104" v="983" actId="6549"/>
        <pc:sldMkLst>
          <pc:docMk/>
          <pc:sldMk cId="2652490174" sldId="348"/>
        </pc:sldMkLst>
      </pc:sldChg>
      <pc:sldChg chg="addSp modSp add mod">
        <pc:chgData name="嘉展 張" userId="56c0cc265fef7f12" providerId="LiveId" clId="{7F69A522-7DAF-4A02-BC46-5EFA4FA51996}" dt="2025-07-07T10:53:10.646" v="989" actId="207"/>
        <pc:sldMkLst>
          <pc:docMk/>
          <pc:sldMk cId="2056490660" sldId="349"/>
        </pc:sldMkLst>
      </pc:sldChg>
      <pc:sldChg chg="modSp add del mod">
        <pc:chgData name="嘉展 張" userId="56c0cc265fef7f12" providerId="LiveId" clId="{7F69A522-7DAF-4A02-BC46-5EFA4FA51996}" dt="2025-07-07T11:43:02.907" v="1552" actId="47"/>
        <pc:sldMkLst>
          <pc:docMk/>
          <pc:sldMk cId="1303398649" sldId="350"/>
        </pc:sldMkLst>
      </pc:sldChg>
      <pc:sldMasterChg chg="modSldLayout">
        <pc:chgData name="嘉展 張" userId="56c0cc265fef7f12" providerId="LiveId" clId="{7F69A522-7DAF-4A02-BC46-5EFA4FA51996}" dt="2025-07-07T06:57:29.419" v="122" actId="20577"/>
        <pc:sldMasterMkLst>
          <pc:docMk/>
          <pc:sldMasterMk cId="2733321511" sldId="2147483688"/>
        </pc:sldMasterMkLst>
        <pc:sldLayoutChg chg="delSp mod">
          <pc:chgData name="嘉展 張" userId="56c0cc265fef7f12" providerId="LiveId" clId="{7F69A522-7DAF-4A02-BC46-5EFA4FA51996}" dt="2025-07-07T04:33:12.003" v="0" actId="21"/>
          <pc:sldLayoutMkLst>
            <pc:docMk/>
            <pc:sldMasterMk cId="2733321511" sldId="2147483688"/>
            <pc:sldLayoutMk cId="810264706" sldId="2147483689"/>
          </pc:sldLayoutMkLst>
        </pc:sldLayoutChg>
        <pc:sldLayoutChg chg="modSp mod">
          <pc:chgData name="嘉展 張" userId="56c0cc265fef7f12" providerId="LiveId" clId="{7F69A522-7DAF-4A02-BC46-5EFA4FA51996}" dt="2025-07-07T06:57:29.419" v="122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61A3D83D-8E70-4168-93F8-664275C06C64}"/>
    <pc:docChg chg="undo custSel addSld delSld modSld sldOrd modMainMaster">
      <pc:chgData name="嘉展 張" userId="56c0cc265fef7f12" providerId="LiveId" clId="{61A3D83D-8E70-4168-93F8-664275C06C64}" dt="2025-07-09T08:50:25.732" v="856" actId="207"/>
      <pc:docMkLst>
        <pc:docMk/>
      </pc:docMkLst>
      <pc:sldChg chg="modSp mod">
        <pc:chgData name="嘉展 張" userId="56c0cc265fef7f12" providerId="LiveId" clId="{61A3D83D-8E70-4168-93F8-664275C06C64}" dt="2025-07-07T22:21:16.724" v="41" actId="20577"/>
        <pc:sldMkLst>
          <pc:docMk/>
          <pc:sldMk cId="1698366788" sldId="274"/>
        </pc:sldMkLst>
      </pc:sldChg>
      <pc:sldChg chg="del">
        <pc:chgData name="嘉展 張" userId="56c0cc265fef7f12" providerId="LiveId" clId="{61A3D83D-8E70-4168-93F8-664275C06C64}" dt="2025-07-09T08:38:51.651" v="661" actId="47"/>
        <pc:sldMkLst>
          <pc:docMk/>
          <pc:sldMk cId="516855969" sldId="328"/>
        </pc:sldMkLst>
      </pc:sldChg>
      <pc:sldChg chg="modSp del mod ord">
        <pc:chgData name="嘉展 張" userId="56c0cc265fef7f12" providerId="LiveId" clId="{61A3D83D-8E70-4168-93F8-664275C06C64}" dt="2025-07-09T08:36:52.758" v="629" actId="47"/>
        <pc:sldMkLst>
          <pc:docMk/>
          <pc:sldMk cId="1652940647" sldId="335"/>
        </pc:sldMkLst>
      </pc:sldChg>
      <pc:sldChg chg="modSp mod">
        <pc:chgData name="嘉展 張" userId="56c0cc265fef7f12" providerId="LiveId" clId="{61A3D83D-8E70-4168-93F8-664275C06C64}" dt="2025-07-09T08:37:56.642" v="658" actId="207"/>
        <pc:sldMkLst>
          <pc:docMk/>
          <pc:sldMk cId="3676040206" sldId="336"/>
        </pc:sldMkLst>
      </pc:sldChg>
      <pc:sldChg chg="modSp mod ord">
        <pc:chgData name="嘉展 張" userId="56c0cc265fef7f12" providerId="LiveId" clId="{61A3D83D-8E70-4168-93F8-664275C06C64}" dt="2025-07-09T08:36:46.609" v="628" actId="207"/>
        <pc:sldMkLst>
          <pc:docMk/>
          <pc:sldMk cId="2128628793" sldId="337"/>
        </pc:sldMkLst>
      </pc:sldChg>
      <pc:sldChg chg="modSp mod">
        <pc:chgData name="嘉展 張" userId="56c0cc265fef7f12" providerId="LiveId" clId="{61A3D83D-8E70-4168-93F8-664275C06C64}" dt="2025-07-09T08:47:51.529" v="819" actId="5793"/>
        <pc:sldMkLst>
          <pc:docMk/>
          <pc:sldMk cId="3383698067" sldId="342"/>
        </pc:sldMkLst>
      </pc:sldChg>
      <pc:sldChg chg="modSp mod">
        <pc:chgData name="嘉展 張" userId="56c0cc265fef7f12" providerId="LiveId" clId="{61A3D83D-8E70-4168-93F8-664275C06C64}" dt="2025-07-09T08:49:53.628" v="855" actId="207"/>
        <pc:sldMkLst>
          <pc:docMk/>
          <pc:sldMk cId="345017411" sldId="343"/>
        </pc:sldMkLst>
      </pc:sldChg>
      <pc:sldChg chg="addSp delSp modSp mod">
        <pc:chgData name="嘉展 張" userId="56c0cc265fef7f12" providerId="LiveId" clId="{61A3D83D-8E70-4168-93F8-664275C06C64}" dt="2025-07-09T08:50:25.732" v="856" actId="207"/>
        <pc:sldMkLst>
          <pc:docMk/>
          <pc:sldMk cId="3752334464" sldId="345"/>
        </pc:sldMkLst>
      </pc:sldChg>
      <pc:sldChg chg="addSp delSp modSp mod">
        <pc:chgData name="嘉展 張" userId="56c0cc265fef7f12" providerId="LiveId" clId="{61A3D83D-8E70-4168-93F8-664275C06C64}" dt="2025-07-09T08:44:55.675" v="778" actId="20577"/>
        <pc:sldMkLst>
          <pc:docMk/>
          <pc:sldMk cId="1115666099" sldId="346"/>
        </pc:sldMkLst>
      </pc:sldChg>
      <pc:sldChg chg="addSp delSp modSp mod">
        <pc:chgData name="嘉展 張" userId="56c0cc265fef7f12" providerId="LiveId" clId="{61A3D83D-8E70-4168-93F8-664275C06C64}" dt="2025-07-09T08:45:47.099" v="793"/>
        <pc:sldMkLst>
          <pc:docMk/>
          <pc:sldMk cId="3822570613" sldId="347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652490174" sldId="348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056490660" sldId="349"/>
        </pc:sldMkLst>
      </pc:sldChg>
      <pc:sldChg chg="del">
        <pc:chgData name="嘉展 張" userId="56c0cc265fef7f12" providerId="LiveId" clId="{61A3D83D-8E70-4168-93F8-664275C06C64}" dt="2025-07-09T08:37:50.990" v="657" actId="47"/>
        <pc:sldMkLst>
          <pc:docMk/>
          <pc:sldMk cId="1893602695" sldId="350"/>
        </pc:sldMkLst>
      </pc:sldChg>
      <pc:sldChg chg="modSp add mod ord">
        <pc:chgData name="嘉展 張" userId="56c0cc265fef7f12" providerId="LiveId" clId="{61A3D83D-8E70-4168-93F8-664275C06C64}" dt="2025-07-09T08:36:58.667" v="633" actId="207"/>
        <pc:sldMkLst>
          <pc:docMk/>
          <pc:sldMk cId="732333138" sldId="351"/>
        </pc:sldMkLst>
      </pc:sldChg>
      <pc:sldChg chg="add">
        <pc:chgData name="嘉展 張" userId="56c0cc265fef7f12" providerId="LiveId" clId="{61A3D83D-8E70-4168-93F8-664275C06C64}" dt="2025-07-09T08:37:49.462" v="656"/>
        <pc:sldMkLst>
          <pc:docMk/>
          <pc:sldMk cId="838783306" sldId="352"/>
        </pc:sldMkLst>
      </pc:sldChg>
      <pc:sldChg chg="modSp add mod">
        <pc:chgData name="嘉展 張" userId="56c0cc265fef7f12" providerId="LiveId" clId="{61A3D83D-8E70-4168-93F8-664275C06C64}" dt="2025-07-09T08:44:59.889" v="784" actId="20577"/>
        <pc:sldMkLst>
          <pc:docMk/>
          <pc:sldMk cId="1406075394" sldId="353"/>
        </pc:sldMkLst>
      </pc:sldChg>
      <pc:sldChg chg="modSp add mod">
        <pc:chgData name="嘉展 張" userId="56c0cc265fef7f12" providerId="LiveId" clId="{61A3D83D-8E70-4168-93F8-664275C06C64}" dt="2025-07-09T08:46:38.988" v="804" actId="15"/>
        <pc:sldMkLst>
          <pc:docMk/>
          <pc:sldMk cId="2503062332" sldId="354"/>
        </pc:sldMkLst>
      </pc:sldChg>
      <pc:sldChg chg="addSp delSp modSp add mod">
        <pc:chgData name="嘉展 張" userId="56c0cc265fef7f12" providerId="LiveId" clId="{61A3D83D-8E70-4168-93F8-664275C06C64}" dt="2025-07-09T08:47:25.416" v="812"/>
        <pc:sldMkLst>
          <pc:docMk/>
          <pc:sldMk cId="2169278876" sldId="355"/>
        </pc:sldMkLst>
      </pc:sldChg>
      <pc:sldMasterChg chg="modSldLayout">
        <pc:chgData name="嘉展 張" userId="56c0cc265fef7f12" providerId="LiveId" clId="{61A3D83D-8E70-4168-93F8-664275C06C64}" dt="2025-07-07T22:46:29.148" v="596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61A3D83D-8E70-4168-93F8-664275C06C64}" dt="2025-07-07T22:46:29.148" v="596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503394CD-CD7C-4FEF-9F21-9EB2DB85109F}"/>
    <pc:docChg chg="modSld">
      <pc:chgData name="嘉展 張" userId="56c0cc265fef7f12" providerId="LiveId" clId="{503394CD-CD7C-4FEF-9F21-9EB2DB85109F}" dt="2025-09-24T10:30:39.821" v="5" actId="20577"/>
      <pc:docMkLst>
        <pc:docMk/>
      </pc:docMkLst>
      <pc:sldChg chg="modSp mod">
        <pc:chgData name="嘉展 張" userId="56c0cc265fef7f12" providerId="LiveId" clId="{503394CD-CD7C-4FEF-9F21-9EB2DB85109F}" dt="2025-09-24T10:30:39.821" v="5" actId="20577"/>
        <pc:sldMkLst>
          <pc:docMk/>
          <pc:sldMk cId="3383698067" sldId="342"/>
        </pc:sldMkLst>
        <pc:spChg chg="mod">
          <ac:chgData name="嘉展 張" userId="56c0cc265fef7f12" providerId="LiveId" clId="{503394CD-CD7C-4FEF-9F21-9EB2DB85109F}" dt="2025-09-24T10:30:39.821" v="5" actId="20577"/>
          <ac:spMkLst>
            <pc:docMk/>
            <pc:sldMk cId="3383698067" sldId="342"/>
            <ac:spMk id="9" creationId="{0CAF9C41-14FE-17B0-CE76-741338CCF4CA}"/>
          </ac:spMkLst>
        </pc:spChg>
      </pc:sldChg>
      <pc:sldChg chg="modSp mod">
        <pc:chgData name="嘉展 張" userId="56c0cc265fef7f12" providerId="LiveId" clId="{503394CD-CD7C-4FEF-9F21-9EB2DB85109F}" dt="2025-09-24T10:30:33.160" v="2" actId="20577"/>
        <pc:sldMkLst>
          <pc:docMk/>
          <pc:sldMk cId="345017411" sldId="343"/>
        </pc:sldMkLst>
        <pc:spChg chg="mod">
          <ac:chgData name="嘉展 張" userId="56c0cc265fef7f12" providerId="LiveId" clId="{503394CD-CD7C-4FEF-9F21-9EB2DB85109F}" dt="2025-09-24T10:30:33.160" v="2" actId="20577"/>
          <ac:spMkLst>
            <pc:docMk/>
            <pc:sldMk cId="345017411" sldId="343"/>
            <ac:spMk id="9" creationId="{CBBDA580-651C-4AFA-39BC-9F7B54D9DFBA}"/>
          </ac:spMkLst>
        </pc:spChg>
      </pc:sldChg>
    </pc:docChg>
  </pc:docChgLst>
  <pc:docChgLst>
    <pc:chgData name="嘉展 張" userId="56c0cc265fef7f12" providerId="LiveId" clId="{871B63E1-5688-4BC9-A264-EFDDC7298B48}"/>
    <pc:docChg chg="undo custSel addSld delSld modSld modMainMaster">
      <pc:chgData name="嘉展 張" userId="56c0cc265fef7f12" providerId="LiveId" clId="{871B63E1-5688-4BC9-A264-EFDDC7298B48}" dt="2025-07-11T23:25:53.146" v="183" actId="5793"/>
      <pc:docMkLst>
        <pc:docMk/>
      </pc:docMkLst>
      <pc:sldChg chg="modSp mod">
        <pc:chgData name="嘉展 張" userId="56c0cc265fef7f12" providerId="LiveId" clId="{871B63E1-5688-4BC9-A264-EFDDC7298B48}" dt="2025-07-11T23:13:48.171" v="11"/>
        <pc:sldMkLst>
          <pc:docMk/>
          <pc:sldMk cId="1698366788" sldId="274"/>
        </pc:sldMkLst>
      </pc:sldChg>
      <pc:sldChg chg="del">
        <pc:chgData name="嘉展 張" userId="56c0cc265fef7f12" providerId="LiveId" clId="{871B63E1-5688-4BC9-A264-EFDDC7298B48}" dt="2025-07-11T23:21:07.059" v="123" actId="47"/>
        <pc:sldMkLst>
          <pc:docMk/>
          <pc:sldMk cId="3676040206" sldId="336"/>
        </pc:sldMkLst>
      </pc:sldChg>
      <pc:sldChg chg="modSp mod">
        <pc:chgData name="嘉展 張" userId="56c0cc265fef7f12" providerId="LiveId" clId="{871B63E1-5688-4BC9-A264-EFDDC7298B48}" dt="2025-07-11T23:25:53.146" v="183" actId="5793"/>
        <pc:sldMkLst>
          <pc:docMk/>
          <pc:sldMk cId="3383698067" sldId="342"/>
        </pc:sldMkLst>
      </pc:sldChg>
      <pc:sldChg chg="modSp mod">
        <pc:chgData name="嘉展 張" userId="56c0cc265fef7f12" providerId="LiveId" clId="{871B63E1-5688-4BC9-A264-EFDDC7298B48}" dt="2025-07-11T23:23:17.764" v="150" actId="20577"/>
        <pc:sldMkLst>
          <pc:docMk/>
          <pc:sldMk cId="345017411" sldId="343"/>
        </pc:sldMkLst>
      </pc:sldChg>
      <pc:sldChg chg="modSp mod">
        <pc:chgData name="嘉展 張" userId="56c0cc265fef7f12" providerId="LiveId" clId="{871B63E1-5688-4BC9-A264-EFDDC7298B48}" dt="2025-07-11T23:21:28.196" v="125" actId="15"/>
        <pc:sldMkLst>
          <pc:docMk/>
          <pc:sldMk cId="3752334464" sldId="345"/>
        </pc:sldMkLst>
      </pc:sldChg>
      <pc:sldChg chg="modSp mod">
        <pc:chgData name="嘉展 張" userId="56c0cc265fef7f12" providerId="LiveId" clId="{871B63E1-5688-4BC9-A264-EFDDC7298B48}" dt="2025-07-11T23:22:00.820" v="130" actId="15"/>
        <pc:sldMkLst>
          <pc:docMk/>
          <pc:sldMk cId="1115666099" sldId="346"/>
        </pc:sldMkLst>
      </pc:sldChg>
      <pc:sldChg chg="modSp mod">
        <pc:chgData name="嘉展 張" userId="56c0cc265fef7f12" providerId="LiveId" clId="{871B63E1-5688-4BC9-A264-EFDDC7298B48}" dt="2025-07-11T23:22:18.321" v="133"/>
        <pc:sldMkLst>
          <pc:docMk/>
          <pc:sldMk cId="3822570613" sldId="347"/>
        </pc:sldMkLst>
      </pc:sldChg>
      <pc:sldChg chg="modSp mod">
        <pc:chgData name="嘉展 張" userId="56c0cc265fef7f12" providerId="LiveId" clId="{871B63E1-5688-4BC9-A264-EFDDC7298B48}" dt="2025-07-11T23:20:59.511" v="121" actId="207"/>
        <pc:sldMkLst>
          <pc:docMk/>
          <pc:sldMk cId="732333138" sldId="351"/>
        </pc:sldMkLst>
      </pc:sldChg>
      <pc:sldChg chg="modSp mod">
        <pc:chgData name="嘉展 張" userId="56c0cc265fef7f12" providerId="LiveId" clId="{871B63E1-5688-4BC9-A264-EFDDC7298B48}" dt="2025-07-11T23:22:37.686" v="135" actId="15"/>
        <pc:sldMkLst>
          <pc:docMk/>
          <pc:sldMk cId="2503062332" sldId="354"/>
        </pc:sldMkLst>
      </pc:sldChg>
      <pc:sldChg chg="modSp mod">
        <pc:chgData name="嘉展 張" userId="56c0cc265fef7f12" providerId="LiveId" clId="{871B63E1-5688-4BC9-A264-EFDDC7298B48}" dt="2025-07-11T23:22:54.190" v="138"/>
        <pc:sldMkLst>
          <pc:docMk/>
          <pc:sldMk cId="2169278876" sldId="355"/>
        </pc:sldMkLst>
      </pc:sldChg>
      <pc:sldChg chg="modSp mod">
        <pc:chgData name="嘉展 張" userId="56c0cc265fef7f12" providerId="LiveId" clId="{871B63E1-5688-4BC9-A264-EFDDC7298B48}" dt="2025-07-11T23:21:47.926" v="128"/>
        <pc:sldMkLst>
          <pc:docMk/>
          <pc:sldMk cId="4193172206" sldId="358"/>
        </pc:sldMkLst>
      </pc:sldChg>
      <pc:sldChg chg="modSp mod">
        <pc:chgData name="嘉展 張" userId="56c0cc265fef7f12" providerId="LiveId" clId="{871B63E1-5688-4BC9-A264-EFDDC7298B48}" dt="2025-07-11T23:21:01.265" v="122" actId="207"/>
        <pc:sldMkLst>
          <pc:docMk/>
          <pc:sldMk cId="3585428774" sldId="359"/>
        </pc:sldMkLst>
      </pc:sldChg>
      <pc:sldChg chg="del">
        <pc:chgData name="嘉展 張" userId="56c0cc265fef7f12" providerId="LiveId" clId="{871B63E1-5688-4BC9-A264-EFDDC7298B48}" dt="2025-07-11T23:21:07.059" v="123" actId="47"/>
        <pc:sldMkLst>
          <pc:docMk/>
          <pc:sldMk cId="771378846" sldId="361"/>
        </pc:sldMkLst>
      </pc:sldChg>
      <pc:sldChg chg="add">
        <pc:chgData name="嘉展 張" userId="56c0cc265fef7f12" providerId="LiveId" clId="{871B63E1-5688-4BC9-A264-EFDDC7298B48}" dt="2025-07-11T23:18:10.223" v="57"/>
        <pc:sldMkLst>
          <pc:docMk/>
          <pc:sldMk cId="2643400217" sldId="362"/>
        </pc:sldMkLst>
      </pc:sldChg>
      <pc:sldChg chg="add">
        <pc:chgData name="嘉展 張" userId="56c0cc265fef7f12" providerId="LiveId" clId="{871B63E1-5688-4BC9-A264-EFDDC7298B48}" dt="2025-07-11T23:20:56.187" v="120"/>
        <pc:sldMkLst>
          <pc:docMk/>
          <pc:sldMk cId="1308011151" sldId="363"/>
        </pc:sldMkLst>
      </pc:sldChg>
      <pc:sldMasterChg chg="modSldLayout">
        <pc:chgData name="嘉展 張" userId="56c0cc265fef7f12" providerId="LiveId" clId="{871B63E1-5688-4BC9-A264-EFDDC7298B48}" dt="2025-07-11T23:18:41.043" v="80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71B63E1-5688-4BC9-A264-EFDDC7298B48}" dt="2025-07-11T23:18:41.043" v="80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8BF25A6-087F-D6D2-267D-B40DBA7EE1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0814FC-58BC-3550-CD96-55E744A225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2A62F-168C-441A-BD3A-3CBD0D8996EF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AE01F6-5383-DDC4-7D41-985AFCC1FB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AF33B8-A6BA-F9CB-9D1A-F0E8411475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976BC-45D2-4837-B745-B3BC9342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451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BIZ UDGothic" panose="020B0400000000000000" pitchFamily="33" charset="-128"/>
        <a:ea typeface="BIZ UDGothic" panose="020B0400000000000000" pitchFamily="33" charset="-128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455B7-DB9B-89FF-0667-BDB2176AA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3529BAA-3D3F-5F81-A37A-197A5625F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3C484D-9050-2E31-4D1F-74EDA59D3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87776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716CA-870F-4ACF-1F51-47ED9CD40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8C42929-7443-D7D8-BBAA-ED91915C5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5FD30CA-9BCA-487F-E75C-0123C4ECC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9055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A350-B6C1-742F-B5AE-2819E48B8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5FDB47E-6094-D346-2799-A8C066C3B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477B647-F565-395E-D257-4836AFA7E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6861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B4BD7-E6B4-1BCB-39A6-D5FF7941C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C31DD0D-A126-3484-B2B9-BC9E6A97C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633D00E-C664-1964-F578-787348CF1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99443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85468-5212-06C2-1093-089D532F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B7D9929-8008-244F-F7A1-B41948405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D56B6BE-7444-4031-D537-371867FF1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38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6B379-66A6-8293-506C-29E51887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9A3887-4357-E0FE-7DDD-A2FAFC324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7AB0E6-6396-E25F-0096-5941418CD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8784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704E-7EED-C2D2-AB0C-9735446D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EC38AC2-0366-3164-A5DC-828EC5C85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1BE83F-F2D0-7D4D-6FCD-F1A7DC988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9476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C7D44-8515-EA05-78FF-A15CE560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7F962DF-1858-3443-38F9-00426D551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104576-44CB-1017-4E20-3C5F49A08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2885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57293-01CD-AB41-B7ED-7D41E2C0B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A3076B4-A0E0-A84A-D3EE-3F8593CD9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D7C5AE-3C77-3F77-C429-3F4BA68CC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17085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86257-D148-B37D-44CA-A0B3CBF20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69B121F-8EEE-3497-018C-29D5FDF45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A90139D-C256-1CB8-A130-1A51B42D1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68932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E18B-9284-4C34-1C60-E918802C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E8BB489-F93C-819E-5985-79CFC681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245CC0-BD14-DF5C-7A17-EFCD00FFE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686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9F13D-1ED7-DF52-F6AD-DA3481E6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7BBF0B-7D7D-D6A0-63D5-6153918B7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5CD1C0-0BA9-E1F1-B6A8-BEA3D120E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4308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301" name="Google Shape;3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7" name="Google Shape;173;p15">
            <a:extLst>
              <a:ext uri="{FF2B5EF4-FFF2-40B4-BE49-F238E27FC236}">
                <a16:creationId xmlns:a16="http://schemas.microsoft.com/office/drawing/2014/main" id="{1EA53AEF-F2B1-0F4B-39E7-2C1000323C5C}"/>
              </a:ext>
            </a:extLst>
          </p:cNvPr>
          <p:cNvSpPr/>
          <p:nvPr userDrawn="1"/>
        </p:nvSpPr>
        <p:spPr>
          <a:xfrm>
            <a:off x="-1" y="12529696"/>
            <a:ext cx="24384001" cy="118879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Calibri"/>
            </a:endParaRPr>
          </a:p>
        </p:txBody>
      </p:sp>
      <p:pic>
        <p:nvPicPr>
          <p:cNvPr id="8" name="Google Shape;175;p15" descr="00新品牌元素-55.png">
            <a:extLst>
              <a:ext uri="{FF2B5EF4-FFF2-40B4-BE49-F238E27FC236}">
                <a16:creationId xmlns:a16="http://schemas.microsoft.com/office/drawing/2014/main" id="{A1C6D771-7D6B-48B8-4879-512D53716F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661141" y="12716794"/>
            <a:ext cx="4686527" cy="8490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77;p15">
            <a:extLst>
              <a:ext uri="{FF2B5EF4-FFF2-40B4-BE49-F238E27FC236}">
                <a16:creationId xmlns:a16="http://schemas.microsoft.com/office/drawing/2014/main" id="{F6E91BB9-A0CF-7DC6-E565-0F8D841B8D6A}"/>
              </a:ext>
            </a:extLst>
          </p:cNvPr>
          <p:cNvSpPr txBox="1"/>
          <p:nvPr userDrawn="1"/>
        </p:nvSpPr>
        <p:spPr>
          <a:xfrm>
            <a:off x="1779473" y="4241866"/>
            <a:ext cx="5726816" cy="141574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lang="en-US" sz="8000" b="0" i="0" u="none" strike="noStrike" cap="none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Arial"/>
              </a:rPr>
              <a:t>本課文型</a:t>
            </a:r>
            <a:endParaRPr sz="1400" b="0" i="0" u="none" strike="noStrike" cap="none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Arial"/>
            </a:endParaRPr>
          </a:p>
        </p:txBody>
      </p:sp>
      <p:pic>
        <p:nvPicPr>
          <p:cNvPr id="11" name="Google Shape;180;p15" descr="新品牌元素-04.png">
            <a:extLst>
              <a:ext uri="{FF2B5EF4-FFF2-40B4-BE49-F238E27FC236}">
                <a16:creationId xmlns:a16="http://schemas.microsoft.com/office/drawing/2014/main" id="{9706B59E-0CCB-A03D-5962-B885D023C539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21137221" y="1024091"/>
            <a:ext cx="2776561" cy="1589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1;p15" descr="00新品牌元素-47.png">
            <a:extLst>
              <a:ext uri="{FF2B5EF4-FFF2-40B4-BE49-F238E27FC236}">
                <a16:creationId xmlns:a16="http://schemas.microsoft.com/office/drawing/2014/main" id="{816445DC-2A49-15E8-A162-AB44553F104E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832421" y="8763000"/>
            <a:ext cx="3780876" cy="43610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945131EA-FBA2-5A69-36FD-4A242A80AB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9070" y="6660848"/>
            <a:ext cx="17113623" cy="5032117"/>
          </a:xfrm>
        </p:spPr>
        <p:txBody>
          <a:bodyPr numCol="2">
            <a:normAutofit/>
          </a:bodyPr>
          <a:lstStyle>
            <a:lvl1pPr marL="0" indent="0">
              <a:buNone/>
              <a:defRPr sz="4200">
                <a:solidFill>
                  <a:srgbClr val="3B3838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  <a:lvl2pPr marL="914400" indent="0">
              <a:buNone/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2pPr>
            <a:lvl3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3pPr>
            <a:lvl4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4pPr>
            <a:lvl5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</p:txBody>
      </p:sp>
      <p:sp>
        <p:nvSpPr>
          <p:cNvPr id="19" name="Google Shape;179;p15">
            <a:extLst>
              <a:ext uri="{FF2B5EF4-FFF2-40B4-BE49-F238E27FC236}">
                <a16:creationId xmlns:a16="http://schemas.microsoft.com/office/drawing/2014/main" id="{3F54C1E6-3D7F-502D-6C15-E0DC042557B2}"/>
              </a:ext>
            </a:extLst>
          </p:cNvPr>
          <p:cNvSpPr txBox="1"/>
          <p:nvPr userDrawn="1"/>
        </p:nvSpPr>
        <p:spPr>
          <a:xfrm>
            <a:off x="18036333" y="12735798"/>
            <a:ext cx="52664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lang="ja-JP" altLang="en-US" sz="4200" b="1" i="0" u="none" strike="noStrike" kern="1200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學習導師・中級</a:t>
            </a:r>
            <a:endParaRPr lang="ja-JP" altLang="en-US" sz="4200" b="1" i="0" u="none" strike="noStrike" kern="1200" cap="none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 Bold" panose="020B0602020203020207" pitchFamily="50" charset="-128"/>
              <a:ea typeface="Gen Jyuu Gothic Bold" panose="020B0602020203020207" pitchFamily="50" charset="-128"/>
              <a:cs typeface="Gen Jyuu Gothic Bold" panose="020B0602020203020207" pitchFamily="50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02647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0" y="-36844"/>
            <a:ext cx="19983450" cy="114873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zh-TW" altLang="en-US"/>
              <a:t>按一下以編輯母片標題樣式 </a:t>
            </a:r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C0EF03-D6B3-CE56-533B-535D9DFA0793}"/>
              </a:ext>
            </a:extLst>
          </p:cNvPr>
          <p:cNvSpPr/>
          <p:nvPr userDrawn="1"/>
        </p:nvSpPr>
        <p:spPr>
          <a:xfrm>
            <a:off x="-38100" y="-151233"/>
            <a:ext cx="24403050" cy="18913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Google Shape;191;p60" descr="00新品牌元素-50.png">
            <a:extLst>
              <a:ext uri="{FF2B5EF4-FFF2-40B4-BE49-F238E27FC236}">
                <a16:creationId xmlns:a16="http://schemas.microsoft.com/office/drawing/2014/main" id="{30CA417C-C8B7-0AFC-3F11-7B07400254A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6200" y="-165077"/>
            <a:ext cx="1371600" cy="146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0;p60" descr="浮水印.png">
            <a:extLst>
              <a:ext uri="{FF2B5EF4-FFF2-40B4-BE49-F238E27FC236}">
                <a16:creationId xmlns:a16="http://schemas.microsoft.com/office/drawing/2014/main" id="{151502A3-5726-B337-1182-245A2ADF7D8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2574250" y="145476"/>
            <a:ext cx="1580320" cy="8869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86F6F29-2332-3D9E-E40D-AF2D204D300D}"/>
              </a:ext>
            </a:extLst>
          </p:cNvPr>
          <p:cNvSpPr txBox="1"/>
          <p:nvPr userDrawn="1"/>
        </p:nvSpPr>
        <p:spPr>
          <a:xfrm>
            <a:off x="1346200" y="-1056222"/>
            <a:ext cx="3098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1</a:t>
            </a:r>
            <a:r>
              <a:rPr kumimoji="1" lang="en-US" altLang="ja-JP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1</a:t>
            </a:r>
            <a:r>
              <a:rPr kumimoji="1" lang="zh-TW" altLang="en-US" sz="16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166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66ED131-2A2B-58C7-4569-0A0957402ACC}"/>
              </a:ext>
            </a:extLst>
          </p:cNvPr>
          <p:cNvSpPr txBox="1"/>
          <p:nvPr userDrawn="1"/>
        </p:nvSpPr>
        <p:spPr>
          <a:xfrm>
            <a:off x="2952115" y="355598"/>
            <a:ext cx="808082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つわり</a:t>
            </a:r>
            <a:endParaRPr kumimoji="1" lang="en-US" altLang="ja-JP" sz="28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24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第十一課</a:t>
            </a:r>
          </a:p>
        </p:txBody>
      </p:sp>
    </p:spTree>
    <p:extLst>
      <p:ext uri="{BB962C8B-B14F-4D97-AF65-F5344CB8AC3E}">
        <p14:creationId xmlns:p14="http://schemas.microsoft.com/office/powerpoint/2010/main" val="274940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24846"/>
            <a:ext cx="21031200" cy="570241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2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05267"/>
            <a:ext cx="21031200" cy="300037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6618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0254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61146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363701"/>
            <a:ext cx="10312400" cy="16513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0254" y="5015101"/>
            <a:ext cx="10312400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3702"/>
            <a:ext cx="10363202" cy="165139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5101"/>
            <a:ext cx="10363202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5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3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1"/>
            <a:ext cx="7863840" cy="320039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799"/>
            <a:ext cx="7863840" cy="7620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11787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0"/>
            <a:ext cx="7863840" cy="32004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800"/>
            <a:ext cx="7863840" cy="76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350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8986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20724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20725"/>
            <a:ext cx="15468600" cy="11623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46938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5054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32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Wingdings 2" pitchFamily="18" charset="2"/>
        <a:buChar char="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1">
            <a:extLst>
              <a:ext uri="{FF2B5EF4-FFF2-40B4-BE49-F238E27FC236}">
                <a16:creationId xmlns:a16="http://schemas.microsoft.com/office/drawing/2014/main" id="{42978BFF-C9BA-D65A-A597-87A395CE7C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679070" y="6660848"/>
            <a:ext cx="21314280" cy="5032117"/>
          </a:xfrm>
        </p:spPr>
        <p:txBody>
          <a:bodyPr numCol="2"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～せいで 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vs.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～せいか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～をしている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～ずにはいられない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～としても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というより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～わけではない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も～ば、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も～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必ずしも～とは限らない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一方で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つまり～ことだ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9B722B-1BEB-4A9C-1D65-143E67B5ABB6}"/>
              </a:ext>
            </a:extLst>
          </p:cNvPr>
          <p:cNvSpPr txBox="1"/>
          <p:nvPr/>
        </p:nvSpPr>
        <p:spPr>
          <a:xfrm>
            <a:off x="1544081" y="-821209"/>
            <a:ext cx="3098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11</a:t>
            </a:r>
            <a:r>
              <a:rPr kumimoji="1" lang="zh-TW" altLang="en-US" sz="239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</a:t>
            </a:r>
            <a:endParaRPr kumimoji="1" lang="ja-JP" altLang="en-US" sz="239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093256-7AFB-4FC3-3F91-43D09072FD5D}"/>
              </a:ext>
            </a:extLst>
          </p:cNvPr>
          <p:cNvSpPr txBox="1"/>
          <p:nvPr/>
        </p:nvSpPr>
        <p:spPr>
          <a:xfrm>
            <a:off x="4036785" y="1239585"/>
            <a:ext cx="80808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つわり</a:t>
            </a:r>
            <a:endParaRPr kumimoji="1" lang="en-US" altLang="ja-JP" sz="40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</a:t>
            </a:r>
            <a:r>
              <a:rPr kumimoji="1" lang="ja-JP" altLang="en-US" sz="360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十一</a:t>
            </a:r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課</a:t>
            </a:r>
          </a:p>
        </p:txBody>
      </p:sp>
    </p:spTree>
    <p:extLst>
      <p:ext uri="{BB962C8B-B14F-4D97-AF65-F5344CB8AC3E}">
        <p14:creationId xmlns:p14="http://schemas.microsoft.com/office/powerpoint/2010/main" val="169836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24DE1-01C8-E95D-0499-76A34F0CE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31647100-F46D-F047-5A89-283F52993AAD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朝まで</a:t>
            </a:r>
            <a:r>
              <a:rPr lang="ja-JP" altLang="en-US" sz="4800" u="sng" dirty="0"/>
              <a:t>　　　　　　　　　　　　　　　</a:t>
            </a:r>
            <a:r>
              <a:rPr lang="ja-JP" altLang="en-US" sz="4800" dirty="0"/>
              <a:t>、今日は一日中眠かった。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彼女はいつも、悲しそうな顔</a:t>
            </a:r>
            <a:r>
              <a:rPr lang="ja-JP" altLang="en-US" sz="4800" u="sng" dirty="0"/>
              <a:t>　　　　　　　　　　　　　　　　　　　</a:t>
            </a:r>
            <a:r>
              <a:rPr lang="ja-JP" altLang="en-US" sz="4800" dirty="0"/>
              <a:t>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この漫画、感動的すぎて</a:t>
            </a:r>
            <a:r>
              <a:rPr lang="ja-JP" altLang="en-US" sz="4800" u="sng" dirty="0"/>
              <a:t>　　　　　　　　　　　　　　　　　　　　　　　　　</a:t>
            </a:r>
            <a:r>
              <a:rPr lang="ja-JP" altLang="en-US" sz="4800" dirty="0"/>
              <a:t>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たとえ</a:t>
            </a:r>
            <a:r>
              <a:rPr lang="ja-JP" altLang="en-US" sz="4800" u="sng" dirty="0"/>
              <a:t>　　　　　　　　　　　　　　　　　　　　　</a:t>
            </a:r>
            <a:r>
              <a:rPr lang="ja-JP" altLang="en-US" sz="4800" dirty="0"/>
              <a:t>、連絡くらいしてほしかった。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彼の話し方は、</a:t>
            </a:r>
            <a:r>
              <a:rPr lang="ja-JP" altLang="en-US" sz="4800" u="sng" dirty="0"/>
              <a:t>　　　　　　　　　　　　　　　　</a:t>
            </a:r>
            <a:r>
              <a:rPr lang="ja-JP" altLang="en-US" sz="4800" dirty="0"/>
              <a:t>友達という感じだ。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861F24A-BE91-64F8-84EF-21530F924228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5">
            <a:extLst>
              <a:ext uri="{FF2B5EF4-FFF2-40B4-BE49-F238E27FC236}">
                <a16:creationId xmlns:a16="http://schemas.microsoft.com/office/drawing/2014/main" id="{8E124F90-BEB0-1594-FDE9-8D6FF5AC4586}"/>
              </a:ext>
            </a:extLst>
          </p:cNvPr>
          <p:cNvSpPr txBox="1"/>
          <p:nvPr/>
        </p:nvSpPr>
        <p:spPr>
          <a:xfrm>
            <a:off x="1964680" y="11371383"/>
            <a:ext cx="20454638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4800" dirty="0"/>
              <a:t>～をしている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～としても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～ずにはいられない　</a:t>
            </a:r>
            <a:r>
              <a:rPr lang="en-US" altLang="ja-JP" sz="4800" dirty="0"/>
              <a:t>/</a:t>
            </a:r>
            <a:r>
              <a:rPr lang="ja-JP" altLang="en-US" sz="4800" dirty="0"/>
              <a:t>　というより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～せいか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512150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B415E-E700-A6AF-2D92-69D0CA500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9755469E-80FB-6066-BBDC-2B5FD43DC006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朝まで</a:t>
            </a:r>
            <a:r>
              <a:rPr lang="ja-JP" altLang="en-US" sz="4800" u="sng" dirty="0"/>
              <a:t>　　　　　　　　　　　　　　　</a:t>
            </a:r>
            <a:r>
              <a:rPr lang="ja-JP" altLang="en-US" sz="4800" dirty="0"/>
              <a:t>、今日は一日中眠かった。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彼女はいつも、悲しそうな顔</a:t>
            </a:r>
            <a:r>
              <a:rPr lang="ja-JP" altLang="en-US" sz="4800" u="sng" dirty="0"/>
              <a:t>　　　　　　　　　　　　　　　　　　　</a:t>
            </a:r>
            <a:r>
              <a:rPr lang="ja-JP" altLang="en-US" sz="4800" dirty="0"/>
              <a:t>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この漫画、感動的すぎて</a:t>
            </a:r>
            <a:r>
              <a:rPr lang="ja-JP" altLang="en-US" sz="4800" u="sng" dirty="0"/>
              <a:t>　　　　　　　　　　　　　　　　　　　　　　　　　</a:t>
            </a:r>
            <a:r>
              <a:rPr lang="ja-JP" altLang="en-US" sz="4800" dirty="0"/>
              <a:t>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たとえ</a:t>
            </a:r>
            <a:r>
              <a:rPr lang="ja-JP" altLang="en-US" sz="4800" u="sng" dirty="0"/>
              <a:t>　　　　　　　　　　　　　　　　　　　　　</a:t>
            </a:r>
            <a:r>
              <a:rPr lang="ja-JP" altLang="en-US" sz="4800" dirty="0"/>
              <a:t>、連絡くらいしてほしかった。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彼の話し方は、</a:t>
            </a:r>
            <a:r>
              <a:rPr lang="ja-JP" altLang="en-US" sz="4800" u="sng" dirty="0"/>
              <a:t>　　　　　　　　　　　　　　　　</a:t>
            </a:r>
            <a:r>
              <a:rPr lang="ja-JP" altLang="en-US" sz="4800" dirty="0"/>
              <a:t>友達という感じだ。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FB8A50F-B7E4-85B6-1380-E9C5E4DFAB6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5">
            <a:extLst>
              <a:ext uri="{FF2B5EF4-FFF2-40B4-BE49-F238E27FC236}">
                <a16:creationId xmlns:a16="http://schemas.microsoft.com/office/drawing/2014/main" id="{FE38BAC6-FC1C-2223-6242-7F366E5F7A6A}"/>
              </a:ext>
            </a:extLst>
          </p:cNvPr>
          <p:cNvSpPr txBox="1"/>
          <p:nvPr/>
        </p:nvSpPr>
        <p:spPr>
          <a:xfrm>
            <a:off x="1964680" y="11371383"/>
            <a:ext cx="20454638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4800" dirty="0"/>
              <a:t>～をしている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～としても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～ずにはいられない　</a:t>
            </a:r>
            <a:r>
              <a:rPr lang="en-US" altLang="ja-JP" sz="4800" dirty="0"/>
              <a:t>/</a:t>
            </a:r>
            <a:r>
              <a:rPr lang="ja-JP" altLang="en-US" sz="4800" dirty="0"/>
              <a:t>　というより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～せいか</a:t>
            </a:r>
            <a:endParaRPr kumimoji="1" lang="ja-JP" altLang="en-US" sz="4800" dirty="0"/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9A795DAA-BC18-8976-50C8-91034FBE450C}"/>
              </a:ext>
            </a:extLst>
          </p:cNvPr>
          <p:cNvSpPr txBox="1"/>
          <p:nvPr/>
        </p:nvSpPr>
        <p:spPr>
          <a:xfrm>
            <a:off x="4626610" y="2675890"/>
            <a:ext cx="37914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飲んだせいか</a:t>
            </a:r>
          </a:p>
        </p:txBody>
      </p:sp>
      <p:sp>
        <p:nvSpPr>
          <p:cNvPr id="5" name="文字方塊 6">
            <a:extLst>
              <a:ext uri="{FF2B5EF4-FFF2-40B4-BE49-F238E27FC236}">
                <a16:creationId xmlns:a16="http://schemas.microsoft.com/office/drawing/2014/main" id="{8A5C2451-3046-E5E4-AEA2-E242E020C34C}"/>
              </a:ext>
            </a:extLst>
          </p:cNvPr>
          <p:cNvSpPr txBox="1"/>
          <p:nvPr/>
        </p:nvSpPr>
        <p:spPr>
          <a:xfrm>
            <a:off x="9427210" y="4180840"/>
            <a:ext cx="28648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をしている</a:t>
            </a:r>
          </a:p>
        </p:txBody>
      </p:sp>
      <p:sp>
        <p:nvSpPr>
          <p:cNvPr id="6" name="文字方塊 6">
            <a:extLst>
              <a:ext uri="{FF2B5EF4-FFF2-40B4-BE49-F238E27FC236}">
                <a16:creationId xmlns:a16="http://schemas.microsoft.com/office/drawing/2014/main" id="{059EB8E7-E16F-368C-4A62-0320DBADE9D8}"/>
              </a:ext>
            </a:extLst>
          </p:cNvPr>
          <p:cNvSpPr txBox="1"/>
          <p:nvPr/>
        </p:nvSpPr>
        <p:spPr>
          <a:xfrm>
            <a:off x="8531860" y="5559214"/>
            <a:ext cx="60740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泣かずにはいられない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7E9EBB0-1E09-3C09-68B0-B04539769FF1}"/>
              </a:ext>
            </a:extLst>
          </p:cNvPr>
          <p:cNvSpPr txBox="1"/>
          <p:nvPr/>
        </p:nvSpPr>
        <p:spPr>
          <a:xfrm>
            <a:off x="3940810" y="7057390"/>
            <a:ext cx="63738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時間がなかったとしても</a:t>
            </a:r>
          </a:p>
        </p:txBody>
      </p:sp>
      <p:sp>
        <p:nvSpPr>
          <p:cNvPr id="8" name="文字方塊 6">
            <a:extLst>
              <a:ext uri="{FF2B5EF4-FFF2-40B4-BE49-F238E27FC236}">
                <a16:creationId xmlns:a16="http://schemas.microsoft.com/office/drawing/2014/main" id="{FFCDB71E-ABEB-3287-5A4B-2C571FB780BA}"/>
              </a:ext>
            </a:extLst>
          </p:cNvPr>
          <p:cNvSpPr txBox="1"/>
          <p:nvPr/>
        </p:nvSpPr>
        <p:spPr>
          <a:xfrm>
            <a:off x="6226810" y="8547824"/>
            <a:ext cx="39148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先生というより</a:t>
            </a:r>
          </a:p>
        </p:txBody>
      </p:sp>
    </p:spTree>
    <p:extLst>
      <p:ext uri="{BB962C8B-B14F-4D97-AF65-F5344CB8AC3E}">
        <p14:creationId xmlns:p14="http://schemas.microsoft.com/office/powerpoint/2010/main" val="3585428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00CC0-9AEB-CEDC-011A-75914E0C4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DA69BD8C-0913-B381-ABCA-CA713C77BC80}"/>
              </a:ext>
            </a:extLst>
          </p:cNvPr>
          <p:cNvSpPr txBox="1"/>
          <p:nvPr/>
        </p:nvSpPr>
        <p:spPr>
          <a:xfrm>
            <a:off x="1041143" y="2344617"/>
            <a:ext cx="22301713" cy="8749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日本人だからといって、みんな</a:t>
            </a:r>
            <a:r>
              <a:rPr lang="ja-JP" altLang="en-US" sz="4800" u="sng" dirty="0"/>
              <a:t>　　　　　　　　　　　　　　　　　　　　</a:t>
            </a:r>
            <a:r>
              <a:rPr lang="ja-JP" altLang="en-US" sz="4800" dirty="0"/>
              <a:t>。「わけではない」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うちの子は、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、</a:t>
            </a:r>
            <a:r>
              <a:rPr lang="ja-JP" altLang="en-US" sz="4800" u="sng" dirty="0"/>
              <a:t>　　　　　　　　　　　　　</a:t>
            </a:r>
            <a:r>
              <a:rPr lang="ja-JP" altLang="en-US" sz="4800" dirty="0"/>
              <a:t>。「～も～ば、～も～」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有名な大学を出た人が、</a:t>
            </a:r>
            <a:r>
              <a:rPr lang="ja-JP" altLang="en-US" sz="4800" u="sng" dirty="0"/>
              <a:t>　　　　　　　　　　　　　　　　　　　</a:t>
            </a:r>
            <a:r>
              <a:rPr lang="ja-JP" altLang="en-US" sz="4800" dirty="0"/>
              <a:t>。「必ずしも～とは限らない」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部長は部下には厳しいが、</a:t>
            </a:r>
            <a:r>
              <a:rPr lang="ja-JP" altLang="en-US" sz="4800" u="sng" dirty="0"/>
              <a:t>　　　　　　　　　　　　　　　　　　　　　</a:t>
            </a:r>
            <a:r>
              <a:rPr lang="ja-JP" altLang="en-US" sz="4800" dirty="0"/>
              <a:t>。「一方で」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この法律は子どもを守るためのものです。</a:t>
            </a:r>
            <a:r>
              <a:rPr lang="ja-JP" altLang="en-US" sz="4800" u="sng" dirty="0"/>
              <a:t>　　　　　　　　　　　　　　　　　　　　　　　　　</a:t>
            </a:r>
            <a:r>
              <a:rPr lang="ja-JP" altLang="en-US" sz="4800" dirty="0"/>
              <a:t>。</a:t>
            </a:r>
            <a:endParaRPr lang="en-US" altLang="ja-JP" sz="4800" dirty="0"/>
          </a:p>
          <a:p>
            <a:pPr>
              <a:lnSpc>
                <a:spcPct val="200000"/>
              </a:lnSpc>
            </a:pPr>
            <a:r>
              <a:rPr lang="ja-JP" altLang="en-US" sz="4800" dirty="0"/>
              <a:t>　　「つまり～こどだ」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22ABB65-5595-9560-BE75-B242D3F7621E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2333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63F8F-E9AB-1D80-BFD3-4535D755A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EBED30CA-9982-60F8-9AA0-E1E3EAF92390}"/>
              </a:ext>
            </a:extLst>
          </p:cNvPr>
          <p:cNvSpPr txBox="1"/>
          <p:nvPr/>
        </p:nvSpPr>
        <p:spPr>
          <a:xfrm>
            <a:off x="1041143" y="2344617"/>
            <a:ext cx="22301713" cy="8749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日本人だからといって、みんな</a:t>
            </a:r>
            <a:r>
              <a:rPr lang="ja-JP" altLang="en-US" sz="4800" u="sng" dirty="0"/>
              <a:t>　　　　　　　　　　　　　　　　　　　　</a:t>
            </a:r>
            <a:r>
              <a:rPr lang="ja-JP" altLang="en-US" sz="4800" dirty="0"/>
              <a:t>。「わけではない」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うちの子は、</a:t>
            </a:r>
            <a:r>
              <a:rPr lang="ja-JP" altLang="en-US" sz="4800" u="sng" dirty="0"/>
              <a:t>　　　　　　　　　　　　　　</a:t>
            </a:r>
            <a:r>
              <a:rPr lang="ja-JP" altLang="en-US" sz="4800" dirty="0"/>
              <a:t>、</a:t>
            </a:r>
            <a:r>
              <a:rPr lang="ja-JP" altLang="en-US" sz="4800" u="sng" dirty="0"/>
              <a:t>　　　　　　　　　　　　　</a:t>
            </a:r>
            <a:r>
              <a:rPr lang="ja-JP" altLang="en-US" sz="4800" dirty="0"/>
              <a:t>。「～も～ば、～も～」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有名な大学を出た人が、</a:t>
            </a:r>
            <a:r>
              <a:rPr lang="ja-JP" altLang="en-US" sz="4800" u="sng" dirty="0"/>
              <a:t>　　　　　　　　　　　　　　　　　　　</a:t>
            </a:r>
            <a:r>
              <a:rPr lang="ja-JP" altLang="en-US" sz="4800" dirty="0"/>
              <a:t>。「必ずしも～とは限らない」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部長は部下には厳しいが、</a:t>
            </a:r>
            <a:r>
              <a:rPr lang="ja-JP" altLang="en-US" sz="4800" u="sng" dirty="0"/>
              <a:t>　　　　　　　　　　　　　　　　　　　　　</a:t>
            </a:r>
            <a:r>
              <a:rPr lang="ja-JP" altLang="en-US" sz="4800" dirty="0"/>
              <a:t>。「一方で」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この法律は子どもを守るためのものです。</a:t>
            </a:r>
            <a:r>
              <a:rPr lang="ja-JP" altLang="en-US" sz="4800" u="sng" dirty="0"/>
              <a:t>　　　　　　　　　　　　　　　　　　　　　　　　　</a:t>
            </a:r>
            <a:r>
              <a:rPr lang="ja-JP" altLang="en-US" sz="4800" dirty="0"/>
              <a:t>。</a:t>
            </a:r>
            <a:endParaRPr lang="en-US" altLang="ja-JP" sz="4800" dirty="0"/>
          </a:p>
          <a:p>
            <a:pPr>
              <a:lnSpc>
                <a:spcPct val="200000"/>
              </a:lnSpc>
            </a:pPr>
            <a:r>
              <a:rPr lang="ja-JP" altLang="en-US" sz="4800" dirty="0"/>
              <a:t>　　「つまり～こどだ」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18368CE-989F-13E8-07C0-A6C46F4A5131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6">
            <a:extLst>
              <a:ext uri="{FF2B5EF4-FFF2-40B4-BE49-F238E27FC236}">
                <a16:creationId xmlns:a16="http://schemas.microsoft.com/office/drawing/2014/main" id="{4777D042-AB15-46BB-3C17-EC8E6A85B5A8}"/>
              </a:ext>
            </a:extLst>
          </p:cNvPr>
          <p:cNvSpPr txBox="1"/>
          <p:nvPr/>
        </p:nvSpPr>
        <p:spPr>
          <a:xfrm>
            <a:off x="10296287" y="2621937"/>
            <a:ext cx="66239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礼儀正しいわけではない</a:t>
            </a:r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CA3D0BAC-7D30-4044-D9AC-F8D903B55556}"/>
              </a:ext>
            </a:extLst>
          </p:cNvPr>
          <p:cNvSpPr txBox="1"/>
          <p:nvPr/>
        </p:nvSpPr>
        <p:spPr>
          <a:xfrm>
            <a:off x="5883910" y="4066540"/>
            <a:ext cx="49776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寝るのも遅ければ</a:t>
            </a:r>
          </a:p>
        </p:txBody>
      </p:sp>
      <p:sp>
        <p:nvSpPr>
          <p:cNvPr id="5" name="文字方塊 6">
            <a:extLst>
              <a:ext uri="{FF2B5EF4-FFF2-40B4-BE49-F238E27FC236}">
                <a16:creationId xmlns:a16="http://schemas.microsoft.com/office/drawing/2014/main" id="{7E4E9344-8980-743A-0F55-724B2BFAF272}"/>
              </a:ext>
            </a:extLst>
          </p:cNvPr>
          <p:cNvSpPr txBox="1"/>
          <p:nvPr/>
        </p:nvSpPr>
        <p:spPr>
          <a:xfrm>
            <a:off x="11751310" y="4014274"/>
            <a:ext cx="41809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起きるのも遅い</a:t>
            </a:r>
          </a:p>
        </p:txBody>
      </p:sp>
      <p:sp>
        <p:nvSpPr>
          <p:cNvPr id="6" name="文字方塊 6">
            <a:extLst>
              <a:ext uri="{FF2B5EF4-FFF2-40B4-BE49-F238E27FC236}">
                <a16:creationId xmlns:a16="http://schemas.microsoft.com/office/drawing/2014/main" id="{417389F7-DD27-FFA1-FC90-30136B3DC315}"/>
              </a:ext>
            </a:extLst>
          </p:cNvPr>
          <p:cNvSpPr txBox="1"/>
          <p:nvPr/>
        </p:nvSpPr>
        <p:spPr>
          <a:xfrm>
            <a:off x="8729352" y="5636371"/>
            <a:ext cx="69252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必ずしも優秀だと限らない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6DBF278-51CB-AF34-0EFB-92640B47E5B8}"/>
              </a:ext>
            </a:extLst>
          </p:cNvPr>
          <p:cNvSpPr txBox="1"/>
          <p:nvPr/>
        </p:nvSpPr>
        <p:spPr>
          <a:xfrm>
            <a:off x="9141933" y="7028708"/>
            <a:ext cx="54505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一方で人間味もある</a:t>
            </a:r>
          </a:p>
        </p:txBody>
      </p:sp>
      <p:sp>
        <p:nvSpPr>
          <p:cNvPr id="8" name="文字方塊 6">
            <a:extLst>
              <a:ext uri="{FF2B5EF4-FFF2-40B4-BE49-F238E27FC236}">
                <a16:creationId xmlns:a16="http://schemas.microsoft.com/office/drawing/2014/main" id="{99284D1A-9B16-B6B3-DAA6-DA5508F0E667}"/>
              </a:ext>
            </a:extLst>
          </p:cNvPr>
          <p:cNvSpPr txBox="1"/>
          <p:nvPr/>
        </p:nvSpPr>
        <p:spPr>
          <a:xfrm>
            <a:off x="13093835" y="8421045"/>
            <a:ext cx="7247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つまり、暴力をふせぐことだ</a:t>
            </a:r>
          </a:p>
        </p:txBody>
      </p:sp>
    </p:spTree>
    <p:extLst>
      <p:ext uri="{BB962C8B-B14F-4D97-AF65-F5344CB8AC3E}">
        <p14:creationId xmlns:p14="http://schemas.microsoft.com/office/powerpoint/2010/main" val="3382338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E2514-EE97-0466-C267-A86BF7F13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45A33E10-0925-FAFA-4123-4161606352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8F0A653-E125-10F4-6790-C8025C1EBB43}"/>
              </a:ext>
            </a:extLst>
          </p:cNvPr>
          <p:cNvSpPr txBox="1"/>
          <p:nvPr/>
        </p:nvSpPr>
        <p:spPr>
          <a:xfrm>
            <a:off x="1041143" y="2048947"/>
            <a:ext cx="223017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岩崎さんは「妊婦というより病人」と言っていますが、これはどういう気持ちを表していますか。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3752334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86629-D459-37DB-FF59-12980ED2C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CE42E57B-1BE0-21FA-52A0-358900141028}"/>
              </a:ext>
            </a:extLst>
          </p:cNvPr>
          <p:cNvSpPr txBox="1"/>
          <p:nvPr/>
        </p:nvSpPr>
        <p:spPr>
          <a:xfrm>
            <a:off x="1041143" y="2048947"/>
            <a:ext cx="2230171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岩崎さんは「妊婦というより病人」と言っていますが、これはどういう気持ちを表していますか。</a:t>
            </a:r>
          </a:p>
          <a:p>
            <a:pPr lvl="1" algn="just">
              <a:lnSpc>
                <a:spcPct val="150000"/>
              </a:lnSpc>
            </a:pPr>
            <a:r>
              <a:rPr lang="ja-JP" altLang="en-US" sz="4800" dirty="0">
                <a:solidFill>
                  <a:srgbClr val="1C85C9"/>
                </a:solidFill>
              </a:rPr>
              <a:t>正解：病気ではないのに、とても体がつらいという気持ち。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387907C-4FF0-D60B-5B22-CC1EE6A1DD01}"/>
              </a:ext>
            </a:extLst>
          </p:cNvPr>
          <p:cNvSpPr txBox="1"/>
          <p:nvPr/>
        </p:nvSpPr>
        <p:spPr>
          <a:xfrm>
            <a:off x="1043652" y="8913346"/>
            <a:ext cx="22299204" cy="4397871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本文に「病気というわけじゃないのにね。出かけようとするともっとしんどくなるの。」とあり、「妊婦というより病人になった気分」という表現は、妊娠中でも病人のようにつらいという意味。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B141DE92-6AEF-3A25-DBB9-BDCDE4ECB74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93172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F482E-7812-EAAF-8E06-502F877D3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496C4D5-B9D6-E310-239F-160421EC28E2}"/>
              </a:ext>
            </a:extLst>
          </p:cNvPr>
          <p:cNvSpPr txBox="1"/>
          <p:nvPr/>
        </p:nvSpPr>
        <p:spPr>
          <a:xfrm>
            <a:off x="1041143" y="2048947"/>
            <a:ext cx="223017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つわりの影響で岩崎さんが特にしていることは何ですか。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AAD46354-8377-553B-D37B-78129D7B3AB7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566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37D0-1F5C-E2F5-5621-6869245E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CF0AAA5-7B5F-5A35-EF73-2142F862E9C8}"/>
              </a:ext>
            </a:extLst>
          </p:cNvPr>
          <p:cNvSpPr txBox="1"/>
          <p:nvPr/>
        </p:nvSpPr>
        <p:spPr>
          <a:xfrm>
            <a:off x="1041143" y="2048947"/>
            <a:ext cx="223017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つわりの影響で岩崎さんが特にしていることは何ですか。</a:t>
            </a:r>
          </a:p>
          <a:p>
            <a:pPr lvl="1" algn="just">
              <a:lnSpc>
                <a:spcPct val="150000"/>
              </a:lnSpc>
            </a:pPr>
            <a:r>
              <a:rPr lang="ja-JP" altLang="en-US" sz="4800" dirty="0">
                <a:solidFill>
                  <a:srgbClr val="1C85C9"/>
                </a:solidFill>
              </a:rPr>
              <a:t>正解：豆乳を毎日飲まずにはいられない。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40AB3AB-6369-0CED-A7A5-8957EC06D562}"/>
              </a:ext>
            </a:extLst>
          </p:cNvPr>
          <p:cNvSpPr txBox="1"/>
          <p:nvPr/>
        </p:nvSpPr>
        <p:spPr>
          <a:xfrm>
            <a:off x="1043652" y="1004932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本文に「なぜか毎日豆乳を飲まずにはいられないとのこと」と明記されている。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FB2FE90-9B1D-F153-0216-64FD0D114D81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22570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F933F-29AC-9F8B-9658-A20E32915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6B03BF2-09BF-3DCE-EAF9-CC6C0CECD7F8}"/>
              </a:ext>
            </a:extLst>
          </p:cNvPr>
          <p:cNvSpPr txBox="1"/>
          <p:nvPr/>
        </p:nvSpPr>
        <p:spPr>
          <a:xfrm>
            <a:off x="1041143" y="2048947"/>
            <a:ext cx="22301713" cy="9568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1</a:t>
            </a:r>
            <a:r>
              <a:rPr lang="ja-JP" altLang="en-US" sz="4800" dirty="0"/>
              <a:t>）あなたは身近な人の妊娠や赤ちゃんに関わったことがありますか。そのとき、どんな</a:t>
            </a:r>
            <a:r>
              <a:rPr lang="zh-TW" altLang="en-US" sz="4800" dirty="0"/>
              <a:t>  </a:t>
            </a:r>
            <a:endParaRPr lang="en-US" altLang="zh-TW" sz="4800" dirty="0"/>
          </a:p>
          <a:p>
            <a:pPr algn="just">
              <a:lnSpc>
                <a:spcPct val="150000"/>
              </a:lnSpc>
              <a:buNone/>
            </a:pPr>
            <a:r>
              <a:rPr lang="zh-TW" altLang="en-US" sz="4800" dirty="0"/>
              <a:t>    </a:t>
            </a:r>
            <a:r>
              <a:rPr lang="ja-JP" altLang="en-US" sz="4800" dirty="0"/>
              <a:t>気持ちでしたか。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2</a:t>
            </a:r>
            <a:r>
              <a:rPr lang="ja-JP" altLang="en-US" sz="4800" dirty="0"/>
              <a:t>）あなたが病気や体調不良の友達を見たとき、どんなことをしてあげますか。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3</a:t>
            </a:r>
            <a:r>
              <a:rPr lang="ja-JP" altLang="en-US" sz="4800" dirty="0"/>
              <a:t>）あなたが将来「親」になったとき、大切にしたいことは何ですか。</a:t>
            </a:r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2115731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9CA2A-79B4-3242-21ED-FCAED086E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94B3654-238A-34BC-9403-A3E23A5D601E}"/>
              </a:ext>
            </a:extLst>
          </p:cNvPr>
          <p:cNvSpPr txBox="1"/>
          <p:nvPr/>
        </p:nvSpPr>
        <p:spPr>
          <a:xfrm>
            <a:off x="1041143" y="2048947"/>
            <a:ext cx="22301713" cy="9568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1</a:t>
            </a:r>
            <a:r>
              <a:rPr lang="ja-JP" altLang="en-US" sz="4800" dirty="0"/>
              <a:t>）あなたは身近な人の妊娠や赤ちゃんに関わったことがありますか。そのとき、どんな</a:t>
            </a:r>
            <a:r>
              <a:rPr lang="zh-TW" altLang="en-US" sz="4800" dirty="0"/>
              <a:t>  </a:t>
            </a:r>
            <a:endParaRPr lang="en-US" altLang="zh-TW" sz="4800" dirty="0"/>
          </a:p>
          <a:p>
            <a:pPr algn="just">
              <a:lnSpc>
                <a:spcPct val="150000"/>
              </a:lnSpc>
              <a:buNone/>
            </a:pPr>
            <a:r>
              <a:rPr lang="zh-TW" altLang="en-US" sz="4800" dirty="0"/>
              <a:t>    </a:t>
            </a:r>
            <a:r>
              <a:rPr lang="ja-JP" altLang="en-US" sz="4800" dirty="0"/>
              <a:t>気持ちでしたか。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2</a:t>
            </a:r>
            <a:r>
              <a:rPr lang="ja-JP" altLang="en-US" sz="4800" dirty="0"/>
              <a:t>）あなたが病気や体調不良の友達を見たとき、どんなことをしてあげますか。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3</a:t>
            </a:r>
            <a:r>
              <a:rPr lang="ja-JP" altLang="en-US" sz="4800" dirty="0"/>
              <a:t>）あなたが将来「親」になったとき、大切にしたいことは何ですか。</a:t>
            </a:r>
            <a:endParaRPr lang="en-US" altLang="ja-JP" sz="4800" b="1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id="{35251BAB-5BF7-237E-0D17-E0D27AC13211}"/>
              </a:ext>
            </a:extLst>
          </p:cNvPr>
          <p:cNvSpPr txBox="1"/>
          <p:nvPr/>
        </p:nvSpPr>
        <p:spPr>
          <a:xfrm>
            <a:off x="1560378" y="5804795"/>
            <a:ext cx="188997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はい、親戚に赤ちゃんが生まれたとき、とてもかわいくて嬉しかったです。</a:t>
            </a:r>
          </a:p>
        </p:txBody>
      </p:sp>
      <p:sp>
        <p:nvSpPr>
          <p:cNvPr id="4" name="文字方塊 2">
            <a:extLst>
              <a:ext uri="{FF2B5EF4-FFF2-40B4-BE49-F238E27FC236}">
                <a16:creationId xmlns:a16="http://schemas.microsoft.com/office/drawing/2014/main" id="{E972F905-5E5E-4DD9-F1EA-F92405D603EE}"/>
              </a:ext>
            </a:extLst>
          </p:cNvPr>
          <p:cNvSpPr txBox="1"/>
          <p:nvPr/>
        </p:nvSpPr>
        <p:spPr>
          <a:xfrm>
            <a:off x="1560378" y="9177023"/>
            <a:ext cx="144305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話を聞いたり、必要なものを買ってきてあげたりします。</a:t>
            </a:r>
          </a:p>
        </p:txBody>
      </p:sp>
      <p:sp>
        <p:nvSpPr>
          <p:cNvPr id="5" name="文字方塊 3">
            <a:extLst>
              <a:ext uri="{FF2B5EF4-FFF2-40B4-BE49-F238E27FC236}">
                <a16:creationId xmlns:a16="http://schemas.microsoft.com/office/drawing/2014/main" id="{E7067583-0DE4-FE48-4C92-B8B265914056}"/>
              </a:ext>
            </a:extLst>
          </p:cNvPr>
          <p:cNvSpPr txBox="1"/>
          <p:nvPr/>
        </p:nvSpPr>
        <p:spPr>
          <a:xfrm>
            <a:off x="1560378" y="12133752"/>
            <a:ext cx="18745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子どもに安心して成長してもらえるように、愛情を持って接することです。</a:t>
            </a:r>
          </a:p>
        </p:txBody>
      </p:sp>
    </p:spTree>
    <p:extLst>
      <p:ext uri="{BB962C8B-B14F-4D97-AF65-F5344CB8AC3E}">
        <p14:creationId xmlns:p14="http://schemas.microsoft.com/office/powerpoint/2010/main" val="3657725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746B-A71A-5831-AE7E-4BDEAAF6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BBDA580-651C-4AFA-39BC-9F7B54D9DFBA}"/>
              </a:ext>
            </a:extLst>
          </p:cNvPr>
          <p:cNvSpPr txBox="1"/>
          <p:nvPr/>
        </p:nvSpPr>
        <p:spPr>
          <a:xfrm>
            <a:off x="1041143" y="2911401"/>
            <a:ext cx="22301713" cy="7712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那部電影太感人了，讓人忍不住哭了。（～ずにはいられない）</a:t>
            </a: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他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與其說是朋友，不如說是像老師般的存在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。（～というより）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有錢人不一定就會幸福。（必ずしも～とは限らない）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哥哥在大學當老師，另一方面弟弟卻整天打電動。（一方で）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006DD-708A-A917-58CA-597F9BD1007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017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9886-A626-60D2-71B1-29A110E7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CAF9C41-14FE-17B0-CE76-741338CCF4CA}"/>
              </a:ext>
            </a:extLst>
          </p:cNvPr>
          <p:cNvSpPr txBox="1"/>
          <p:nvPr/>
        </p:nvSpPr>
        <p:spPr>
          <a:xfrm>
            <a:off x="1041143" y="2911401"/>
            <a:ext cx="22301713" cy="8820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那部電影太感人了，讓人忍不住哭了。（～ずにはいられない）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あの映画は感動的すぎて、泣かずにはいられなかった。</a:t>
            </a:r>
          </a:p>
          <a:p>
            <a:pPr marL="914400" indent="-914400">
              <a:lnSpc>
                <a:spcPct val="150000"/>
              </a:lnSpc>
              <a:buAutoNum type="arabicPeriod" startAt="2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他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與其說是朋友，不如說是像老師般的存在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。（～というより）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彼は友達というより、先生のような存在です。</a:t>
            </a:r>
          </a:p>
          <a:p>
            <a:pPr marL="914400" indent="-914400">
              <a:lnSpc>
                <a:spcPct val="150000"/>
              </a:lnSpc>
              <a:buAutoNum type="arabicPeriod" startAt="3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有錢人不一定就會幸福。（必ずしも～とは限らない）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お金持ちが必ずしも幸せとは限りません。</a:t>
            </a:r>
          </a:p>
          <a:p>
            <a:pPr marL="914400" indent="-914400">
              <a:lnSpc>
                <a:spcPct val="150000"/>
              </a:lnSpc>
              <a:buAutoNum type="arabicPeriod" startAt="4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哥哥在大學當老師，另一方面弟弟卻整天打電動。（一方で）</a:t>
            </a: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兄は大学で先生をしている。一方で、弟は毎日ゲームばかりしている。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03D1CF9-DD25-80A8-9AAB-6951F4DE9AD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3698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-1800" y="0"/>
            <a:ext cx="24387600" cy="137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imSun"/>
              <a:buNone/>
            </a:pPr>
            <a:endParaRPr sz="3600" b="0" i="0" u="none" strike="noStrike" cap="none" dirty="0">
              <a:solidFill>
                <a:srgbClr val="FFFFFF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304" name="Google Shape;304;p19"/>
          <p:cNvSpPr txBox="1">
            <a:spLocks noGrp="1"/>
          </p:cNvSpPr>
          <p:nvPr>
            <p:ph type="ctrTitle" idx="4294967295"/>
          </p:nvPr>
        </p:nvSpPr>
        <p:spPr>
          <a:xfrm>
            <a:off x="3048000" y="6874950"/>
            <a:ext cx="18288000" cy="387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Microsoft JhengHei"/>
              <a:buNone/>
            </a:pPr>
            <a:r>
              <a:rPr lang="en-US" sz="880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Microsoft JhengHei"/>
              </a:rPr>
              <a:t>また次回の授業でお会いしましょう</a:t>
            </a:r>
            <a:endParaRPr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</a:endParaRPr>
          </a:p>
        </p:txBody>
      </p:sp>
      <p:grpSp>
        <p:nvGrpSpPr>
          <p:cNvPr id="305" name="Google Shape;305;p19"/>
          <p:cNvGrpSpPr/>
          <p:nvPr/>
        </p:nvGrpSpPr>
        <p:grpSpPr>
          <a:xfrm>
            <a:off x="10521949" y="2253139"/>
            <a:ext cx="3340119" cy="4440061"/>
            <a:chOff x="-1" y="-2"/>
            <a:chExt cx="3340118" cy="4440059"/>
          </a:xfrm>
        </p:grpSpPr>
        <p:cxnSp>
          <p:nvCxnSpPr>
            <p:cNvPr id="306" name="Google Shape;306;p19"/>
            <p:cNvCxnSpPr/>
            <p:nvPr/>
          </p:nvCxnSpPr>
          <p:spPr>
            <a:xfrm rot="10800000">
              <a:off x="319467" y="1446531"/>
              <a:ext cx="1179133" cy="1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dash"/>
              <a:bevel/>
              <a:headEnd type="none" w="sm" len="sm"/>
              <a:tailEnd type="oval" w="med" len="med"/>
            </a:ln>
          </p:spPr>
        </p:cxnSp>
        <p:grpSp>
          <p:nvGrpSpPr>
            <p:cNvPr id="307" name="Google Shape;307;p19"/>
            <p:cNvGrpSpPr/>
            <p:nvPr/>
          </p:nvGrpSpPr>
          <p:grpSpPr>
            <a:xfrm>
              <a:off x="-1" y="-2"/>
              <a:ext cx="3340118" cy="2879716"/>
              <a:chOff x="-1" y="-1"/>
              <a:chExt cx="3340117" cy="2879714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-1" y="-1"/>
                <a:ext cx="3340117" cy="287971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894020" y="719932"/>
                <a:ext cx="1495801" cy="149580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140105" y="105120"/>
                <a:ext cx="3048625" cy="262839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7F7F7F"/>
                </a:solidFill>
                <a:prstDash val="dot"/>
                <a:bevel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</p:grpSp>
        <p:sp>
          <p:nvSpPr>
            <p:cNvPr id="313" name="Google Shape;313;p19"/>
            <p:cNvSpPr txBox="1"/>
            <p:nvPr/>
          </p:nvSpPr>
          <p:spPr>
            <a:xfrm>
              <a:off x="244517" y="2606355"/>
              <a:ext cx="2839800" cy="1833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50" tIns="91350" rIns="91350" bIns="9135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79B6"/>
                </a:buClr>
                <a:buSzPts val="10800"/>
                <a:buFont typeface="Microsoft Yahei"/>
                <a:buNone/>
              </a:pPr>
              <a:r>
                <a:rPr lang="en-US" sz="10800" b="1" i="0" u="none" strike="noStrike" cap="none" dirty="0">
                  <a:solidFill>
                    <a:srgbClr val="4079B6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FC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D5229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endParaRPr sz="1400" b="0" i="0" u="none" strike="noStrike" cap="none" dirty="0">
                <a:solidFill>
                  <a:srgbClr val="000000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Arial"/>
                <a:sym typeface="Arial"/>
              </a:endParaRPr>
            </a:p>
          </p:txBody>
        </p:sp>
        <p:pic>
          <p:nvPicPr>
            <p:cNvPr id="314" name="Google Shape;314;p19" descr="Google Shape;425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5868" y="955041"/>
              <a:ext cx="1888364" cy="10626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1DB"/>
      </a:accent5>
      <a:accent6>
        <a:srgbClr val="AE484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1028</TotalTime>
  <Words>1533</Words>
  <Application>Microsoft Office PowerPoint</Application>
  <PresentationFormat>自訂</PresentationFormat>
  <Paragraphs>108</Paragraphs>
  <Slides>14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8" baseType="lpstr">
      <vt:lpstr>Arial</vt:lpstr>
      <vt:lpstr>Microsoft Yahei</vt:lpstr>
      <vt:lpstr>Microsoft JhengHei Light</vt:lpstr>
      <vt:lpstr>BIZ UDPGothic</vt:lpstr>
      <vt:lpstr>Calibri Light</vt:lpstr>
      <vt:lpstr>BIZ UDGothic</vt:lpstr>
      <vt:lpstr>Calibri</vt:lpstr>
      <vt:lpstr>Microsoft JhengHei</vt:lpstr>
      <vt:lpstr>Gen Jyuu GothicL Bold</vt:lpstr>
      <vt:lpstr>SimSun</vt:lpstr>
      <vt:lpstr>Gen Jyuu Gothic Bold</vt:lpstr>
      <vt:lpstr>Wingdings 2</vt:lpstr>
      <vt:lpstr>HGPSoeiKakugothicUB</vt:lpstr>
      <vt:lpstr>HDOfficeLightV0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また次回の授業でお会いしましょう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嘉展 張</cp:lastModifiedBy>
  <cp:revision>2</cp:revision>
  <dcterms:modified xsi:type="dcterms:W3CDTF">2025-09-24T10:30:49Z</dcterms:modified>
</cp:coreProperties>
</file>