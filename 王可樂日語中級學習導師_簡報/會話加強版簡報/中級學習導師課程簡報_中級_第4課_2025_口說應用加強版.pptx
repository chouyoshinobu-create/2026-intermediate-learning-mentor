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8" r:id="rId1"/>
  </p:sldMasterIdLst>
  <p:notesMasterIdLst>
    <p:notesMasterId r:id="rId16"/>
  </p:notesMasterIdLst>
  <p:handoutMasterIdLst>
    <p:handoutMasterId r:id="rId17"/>
  </p:handoutMasterIdLst>
  <p:sldIdLst>
    <p:sldId id="274" r:id="rId2"/>
    <p:sldId id="351" r:id="rId3"/>
    <p:sldId id="356" r:id="rId4"/>
    <p:sldId id="352" r:id="rId5"/>
    <p:sldId id="358" r:id="rId6"/>
    <p:sldId id="345" r:id="rId7"/>
    <p:sldId id="353" r:id="rId8"/>
    <p:sldId id="346" r:id="rId9"/>
    <p:sldId id="347" r:id="rId10"/>
    <p:sldId id="359" r:id="rId11"/>
    <p:sldId id="354" r:id="rId12"/>
    <p:sldId id="342" r:id="rId13"/>
    <p:sldId id="343" r:id="rId14"/>
    <p:sldId id="264" r:id="rId15"/>
  </p:sldIdLst>
  <p:sldSz cx="24384000" cy="13716000"/>
  <p:notesSz cx="6858000" cy="9144000"/>
  <p:embeddedFontLst>
    <p:embeddedFont>
      <p:font typeface="BIZ UDPGothic" panose="020B0400000000000000" pitchFamily="50" charset="-128"/>
      <p:regular r:id="rId18"/>
      <p:bold r:id="rId19"/>
    </p:embeddedFont>
    <p:embeddedFont>
      <p:font typeface="BIZ UDGothic" panose="020B0400000000000000" pitchFamily="49" charset="-128"/>
      <p:regular r:id="rId20"/>
      <p:bold r:id="rId21"/>
    </p:embeddedFont>
    <p:embeddedFont>
      <p:font typeface="Gen Jyuu GothicL Bold" panose="020B0600070205080204" charset="-128"/>
      <p:bold r:id="rId22"/>
    </p:embeddedFont>
    <p:embeddedFont>
      <p:font typeface="HGPSoeiKakugothicUB" panose="020B0900000000000000" pitchFamily="50" charset="-128"/>
      <p:regular r:id="rId23"/>
    </p:embeddedFont>
    <p:embeddedFont>
      <p:font typeface="Gen Jyuu Gothic Bold" panose="020B0602020203020207" pitchFamily="50" charset="-128"/>
      <p:bold r:id="rId24"/>
    </p:embeddedFont>
    <p:embeddedFont>
      <p:font typeface="Microsoft JhengHei" panose="020B0604030504040204" pitchFamily="34" charset="-120"/>
      <p:regular r:id="rId25"/>
      <p:bold r:id="rId26"/>
    </p:embeddedFont>
    <p:embeddedFont>
      <p:font typeface="Microsoft JhengHei Light" panose="020B0304030504040204" pitchFamily="34" charset="-120"/>
      <p:regular r:id="rId27"/>
    </p:embeddedFont>
    <p:embeddedFont>
      <p:font typeface="Microsoft Yahei" panose="020B0503020204020204" pitchFamily="34" charset="-122"/>
      <p:regular r:id="rId28"/>
      <p:bold r:id="rId29"/>
    </p:embeddedFont>
    <p:embeddedFont>
      <p:font typeface="Wingdings 2" panose="05020102010507070707" pitchFamily="18" charset="2"/>
      <p:regular r:id="rId3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  <p:ext uri="http://customooxmlschemas.google.com/">
      <go:slidesCustomData xmlns=""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r:id="rId31" roundtripDataSignature="AMtx7mgWneN2Aa4XZ32EnoSuaD2gv1sk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C85C9"/>
    <a:srgbClr val="2289CB"/>
    <a:srgbClr val="288CCC"/>
    <a:srgbClr val="E46D4B"/>
    <a:srgbClr val="F2F2F2"/>
    <a:srgbClr val="3B3838"/>
    <a:srgbClr val="EF8759"/>
    <a:srgbClr val="000000"/>
    <a:srgbClr val="7F7F7F"/>
    <a:srgbClr val="D8D0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1264022-1195-4DC2-B559-7890F169D19A}" v="68" dt="2025-08-23T06:09:19.44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中等深淺樣式 3 - 輔色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16D9F66E-5EB9-4882-86FB-DCBF35E3C3E4}" styleName="中等深淺樣式 4 - 輔色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53" d="100"/>
          <a:sy n="53" d="100"/>
        </p:scale>
        <p:origin x="732" y="4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21" Type="http://schemas.openxmlformats.org/officeDocument/2006/relationships/font" Target="fonts/font4.fntdata"/><Relationship Id="rId34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5" Type="http://schemas.openxmlformats.org/officeDocument/2006/relationships/font" Target="fonts/font8.fntdata"/><Relationship Id="rId33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presProps" Target="presProps.xml"/><Relationship Id="rId37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customschemas.google.com/relationships/presentationmetadata" Target="meta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嘉展 張" userId="56c0cc265fef7f12" providerId="LiveId" clId="{8E012BFB-294C-4CBC-BFD9-F4F33BC901B5}"/>
    <pc:docChg chg="undo custSel addSld delSld modSld modMainMaster">
      <pc:chgData name="嘉展 張" userId="56c0cc265fef7f12" providerId="LiveId" clId="{8E012BFB-294C-4CBC-BFD9-F4F33BC901B5}" dt="2025-07-07T13:15:43.499" v="1890"/>
      <pc:docMkLst>
        <pc:docMk/>
      </pc:docMkLst>
      <pc:sldChg chg="modSp mod">
        <pc:chgData name="嘉展 張" userId="56c0cc265fef7f12" providerId="LiveId" clId="{8E012BFB-294C-4CBC-BFD9-F4F33BC901B5}" dt="2025-07-07T12:02:26.523" v="105" actId="20577"/>
        <pc:sldMkLst>
          <pc:docMk/>
          <pc:sldMk cId="1698366788" sldId="274"/>
        </pc:sldMkLst>
      </pc:sldChg>
      <pc:sldChg chg="modSp mod">
        <pc:chgData name="嘉展 張" userId="56c0cc265fef7f12" providerId="LiveId" clId="{8E012BFB-294C-4CBC-BFD9-F4F33BC901B5}" dt="2025-07-07T12:50:50.900" v="961"/>
        <pc:sldMkLst>
          <pc:docMk/>
          <pc:sldMk cId="516855969" sldId="328"/>
        </pc:sldMkLst>
      </pc:sldChg>
      <pc:sldChg chg="modSp mod">
        <pc:chgData name="嘉展 張" userId="56c0cc265fef7f12" providerId="LiveId" clId="{8E012BFB-294C-4CBC-BFD9-F4F33BC901B5}" dt="2025-07-07T12:22:12.557" v="459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8E012BFB-294C-4CBC-BFD9-F4F33BC901B5}" dt="2025-07-07T12:47:32.732" v="938" actId="207"/>
        <pc:sldMkLst>
          <pc:docMk/>
          <pc:sldMk cId="3676040206" sldId="336"/>
        </pc:sldMkLst>
      </pc:sldChg>
      <pc:sldChg chg="modSp mod">
        <pc:chgData name="嘉展 張" userId="56c0cc265fef7f12" providerId="LiveId" clId="{8E012BFB-294C-4CBC-BFD9-F4F33BC901B5}" dt="2025-07-07T12:23:48.151" v="466" actId="207"/>
        <pc:sldMkLst>
          <pc:docMk/>
          <pc:sldMk cId="2128628793" sldId="337"/>
        </pc:sldMkLst>
      </pc:sldChg>
      <pc:sldChg chg="modSp mod">
        <pc:chgData name="嘉展 張" userId="56c0cc265fef7f12" providerId="LiveId" clId="{8E012BFB-294C-4CBC-BFD9-F4F33BC901B5}" dt="2025-07-07T13:15:23.668" v="1886" actId="1076"/>
        <pc:sldMkLst>
          <pc:docMk/>
          <pc:sldMk cId="3383698067" sldId="342"/>
        </pc:sldMkLst>
      </pc:sldChg>
      <pc:sldChg chg="modSp mod">
        <pc:chgData name="嘉展 張" userId="56c0cc265fef7f12" providerId="LiveId" clId="{8E012BFB-294C-4CBC-BFD9-F4F33BC901B5}" dt="2025-07-07T13:15:43.499" v="1890"/>
        <pc:sldMkLst>
          <pc:docMk/>
          <pc:sldMk cId="345017411" sldId="343"/>
        </pc:sldMkLst>
      </pc:sldChg>
      <pc:sldChg chg="del">
        <pc:chgData name="嘉展 張" userId="56c0cc265fef7f12" providerId="LiveId" clId="{8E012BFB-294C-4CBC-BFD9-F4F33BC901B5}" dt="2025-07-07T12:41:39.935" v="731" actId="47"/>
        <pc:sldMkLst>
          <pc:docMk/>
          <pc:sldMk cId="919750547" sldId="344"/>
        </pc:sldMkLst>
      </pc:sldChg>
      <pc:sldChg chg="modSp mod">
        <pc:chgData name="嘉展 張" userId="56c0cc265fef7f12" providerId="LiveId" clId="{8E012BFB-294C-4CBC-BFD9-F4F33BC901B5}" dt="2025-07-07T12:51:07.548" v="963"/>
        <pc:sldMkLst>
          <pc:docMk/>
          <pc:sldMk cId="3752334464" sldId="345"/>
        </pc:sldMkLst>
      </pc:sldChg>
      <pc:sldChg chg="modSp mod">
        <pc:chgData name="嘉展 張" userId="56c0cc265fef7f12" providerId="LiveId" clId="{8E012BFB-294C-4CBC-BFD9-F4F33BC901B5}" dt="2025-07-07T12:52:38.362" v="983" actId="20577"/>
        <pc:sldMkLst>
          <pc:docMk/>
          <pc:sldMk cId="1115666099" sldId="346"/>
        </pc:sldMkLst>
      </pc:sldChg>
      <pc:sldChg chg="modSp mod">
        <pc:chgData name="嘉展 張" userId="56c0cc265fef7f12" providerId="LiveId" clId="{8E012BFB-294C-4CBC-BFD9-F4F33BC901B5}" dt="2025-07-07T12:53:49.422" v="986"/>
        <pc:sldMkLst>
          <pc:docMk/>
          <pc:sldMk cId="3822570613" sldId="347"/>
        </pc:sldMkLst>
      </pc:sldChg>
      <pc:sldChg chg="modSp mod">
        <pc:chgData name="嘉展 張" userId="56c0cc265fef7f12" providerId="LiveId" clId="{8E012BFB-294C-4CBC-BFD9-F4F33BC901B5}" dt="2025-07-07T12:55:05.653" v="1005" actId="20577"/>
        <pc:sldMkLst>
          <pc:docMk/>
          <pc:sldMk cId="2652490174" sldId="348"/>
        </pc:sldMkLst>
      </pc:sldChg>
      <pc:sldChg chg="modSp mod">
        <pc:chgData name="嘉展 張" userId="56c0cc265fef7f12" providerId="LiveId" clId="{8E012BFB-294C-4CBC-BFD9-F4F33BC901B5}" dt="2025-07-07T12:55:49.755" v="1008"/>
        <pc:sldMkLst>
          <pc:docMk/>
          <pc:sldMk cId="2056490660" sldId="349"/>
        </pc:sldMkLst>
      </pc:sldChg>
      <pc:sldChg chg="modSp add mod">
        <pc:chgData name="嘉展 張" userId="56c0cc265fef7f12" providerId="LiveId" clId="{8E012BFB-294C-4CBC-BFD9-F4F33BC901B5}" dt="2025-07-07T12:47:17.642" v="936" actId="207"/>
        <pc:sldMkLst>
          <pc:docMk/>
          <pc:sldMk cId="1893602695" sldId="350"/>
        </pc:sldMkLst>
      </pc:sldChg>
      <pc:sldMasterChg chg="modSldLayout">
        <pc:chgData name="嘉展 張" userId="56c0cc265fef7f12" providerId="LiveId" clId="{8E012BFB-294C-4CBC-BFD9-F4F33BC901B5}" dt="2025-07-07T11:59:24.703" v="91" actId="6549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8E012BFB-294C-4CBC-BFD9-F4F33BC901B5}" dt="2025-07-07T11:59:24.703" v="91" actId="6549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FC3B12ED-B978-4741-8F4E-ACC995148FC2}"/>
    <pc:docChg chg="undo custSel modSld">
      <pc:chgData name="嘉展 張" userId="56c0cc265fef7f12" providerId="LiveId" clId="{FC3B12ED-B978-4741-8F4E-ACC995148FC2}" dt="2025-07-07T04:22:08.380" v="43" actId="207"/>
      <pc:docMkLst>
        <pc:docMk/>
      </pc:docMkLst>
      <pc:sldChg chg="addSp delSp modSp mod">
        <pc:chgData name="嘉展 張" userId="56c0cc265fef7f12" providerId="LiveId" clId="{FC3B12ED-B978-4741-8F4E-ACC995148FC2}" dt="2025-07-07T04:20:44.928" v="23" actId="207"/>
        <pc:sldMkLst>
          <pc:docMk/>
          <pc:sldMk cId="0" sldId="264"/>
        </pc:sldMkLst>
      </pc:sldChg>
      <pc:sldChg chg="modSp mod">
        <pc:chgData name="嘉展 張" userId="56c0cc265fef7f12" providerId="LiveId" clId="{FC3B12ED-B978-4741-8F4E-ACC995148FC2}" dt="2025-07-07T04:19:17.917" v="6" actId="207"/>
        <pc:sldMkLst>
          <pc:docMk/>
          <pc:sldMk cId="516855969" sldId="328"/>
        </pc:sldMkLst>
      </pc:sldChg>
      <pc:sldChg chg="modSp mod">
        <pc:chgData name="嘉展 張" userId="56c0cc265fef7f12" providerId="LiveId" clId="{FC3B12ED-B978-4741-8F4E-ACC995148FC2}" dt="2025-07-07T04:19:30.362" v="10" actId="207"/>
        <pc:sldMkLst>
          <pc:docMk/>
          <pc:sldMk cId="1848417769" sldId="329"/>
        </pc:sldMkLst>
      </pc:sldChg>
      <pc:sldChg chg="modSp mod">
        <pc:chgData name="嘉展 張" userId="56c0cc265fef7f12" providerId="LiveId" clId="{FC3B12ED-B978-4741-8F4E-ACC995148FC2}" dt="2025-07-07T04:19:24.576" v="8" actId="207"/>
        <pc:sldMkLst>
          <pc:docMk/>
          <pc:sldMk cId="725604826" sldId="330"/>
        </pc:sldMkLst>
      </pc:sldChg>
      <pc:sldChg chg="modSp mod">
        <pc:chgData name="嘉展 張" userId="56c0cc265fef7f12" providerId="LiveId" clId="{FC3B12ED-B978-4741-8F4E-ACC995148FC2}" dt="2025-07-07T04:18:57.079" v="0" actId="207"/>
        <pc:sldMkLst>
          <pc:docMk/>
          <pc:sldMk cId="1652940647" sldId="335"/>
        </pc:sldMkLst>
      </pc:sldChg>
      <pc:sldChg chg="modSp mod">
        <pc:chgData name="嘉展 張" userId="56c0cc265fef7f12" providerId="LiveId" clId="{FC3B12ED-B978-4741-8F4E-ACC995148FC2}" dt="2025-07-07T04:19:06.457" v="2" actId="207"/>
        <pc:sldMkLst>
          <pc:docMk/>
          <pc:sldMk cId="3676040206" sldId="336"/>
        </pc:sldMkLst>
      </pc:sldChg>
      <pc:sldChg chg="modSp mod">
        <pc:chgData name="嘉展 張" userId="56c0cc265fef7f12" providerId="LiveId" clId="{FC3B12ED-B978-4741-8F4E-ACC995148FC2}" dt="2025-07-07T04:22:08.380" v="43" actId="207"/>
        <pc:sldMkLst>
          <pc:docMk/>
          <pc:sldMk cId="2128628793" sldId="337"/>
        </pc:sldMkLst>
      </pc:sldChg>
      <pc:sldChg chg="modSp mod">
        <pc:chgData name="嘉展 張" userId="56c0cc265fef7f12" providerId="LiveId" clId="{FC3B12ED-B978-4741-8F4E-ACC995148FC2}" dt="2025-07-07T04:21:51.077" v="38" actId="207"/>
        <pc:sldMkLst>
          <pc:docMk/>
          <pc:sldMk cId="4036497139" sldId="338"/>
        </pc:sldMkLst>
      </pc:sldChg>
      <pc:sldChg chg="modSp mod">
        <pc:chgData name="嘉展 張" userId="56c0cc265fef7f12" providerId="LiveId" clId="{FC3B12ED-B978-4741-8F4E-ACC995148FC2}" dt="2025-07-07T04:21:32.640" v="32" actId="207"/>
        <pc:sldMkLst>
          <pc:docMk/>
          <pc:sldMk cId="2939669483" sldId="339"/>
        </pc:sldMkLst>
      </pc:sldChg>
      <pc:sldChg chg="modSp mod">
        <pc:chgData name="嘉展 張" userId="56c0cc265fef7f12" providerId="LiveId" clId="{FC3B12ED-B978-4741-8F4E-ACC995148FC2}" dt="2025-07-07T04:21:07.627" v="27" actId="207"/>
        <pc:sldMkLst>
          <pc:docMk/>
          <pc:sldMk cId="1195771477" sldId="340"/>
        </pc:sldMkLst>
      </pc:sldChg>
      <pc:sldChg chg="modSp mod">
        <pc:chgData name="嘉展 張" userId="56c0cc265fef7f12" providerId="LiveId" clId="{FC3B12ED-B978-4741-8F4E-ACC995148FC2}" dt="2025-07-07T04:21:24.340" v="30" actId="207"/>
        <pc:sldMkLst>
          <pc:docMk/>
          <pc:sldMk cId="3653896156" sldId="341"/>
        </pc:sldMkLst>
      </pc:sldChg>
      <pc:sldChg chg="modSp mod">
        <pc:chgData name="嘉展 張" userId="56c0cc265fef7f12" providerId="LiveId" clId="{FC3B12ED-B978-4741-8F4E-ACC995148FC2}" dt="2025-07-07T04:19:43.171" v="12" actId="207"/>
        <pc:sldMkLst>
          <pc:docMk/>
          <pc:sldMk cId="3383698067" sldId="342"/>
        </pc:sldMkLst>
      </pc:sldChg>
      <pc:sldChg chg="modSp mod">
        <pc:chgData name="嘉展 張" userId="56c0cc265fef7f12" providerId="LiveId" clId="{FC3B12ED-B978-4741-8F4E-ACC995148FC2}" dt="2025-07-07T04:20:00.157" v="17" actId="207"/>
        <pc:sldMkLst>
          <pc:docMk/>
          <pc:sldMk cId="345017411" sldId="343"/>
        </pc:sldMkLst>
      </pc:sldChg>
    </pc:docChg>
  </pc:docChgLst>
  <pc:docChgLst>
    <pc:chgData name="嘉展 張" userId="56c0cc265fef7f12" providerId="LiveId" clId="{61A3D83D-8E70-4168-93F8-664275C06C64}"/>
    <pc:docChg chg="undo custSel addSld delSld modSld sldOrd modMainMaster">
      <pc:chgData name="嘉展 張" userId="56c0cc265fef7f12" providerId="LiveId" clId="{61A3D83D-8E70-4168-93F8-664275C06C64}" dt="2025-07-12T16:23:40.683" v="937" actId="20577"/>
      <pc:docMkLst>
        <pc:docMk/>
      </pc:docMkLst>
      <pc:sldChg chg="modSp mod">
        <pc:chgData name="嘉展 張" userId="56c0cc265fef7f12" providerId="LiveId" clId="{61A3D83D-8E70-4168-93F8-664275C06C64}" dt="2025-07-07T22:21:16.724" v="41" actId="20577"/>
        <pc:sldMkLst>
          <pc:docMk/>
          <pc:sldMk cId="1698366788" sldId="274"/>
        </pc:sldMkLst>
      </pc:sldChg>
      <pc:sldChg chg="del">
        <pc:chgData name="嘉展 張" userId="56c0cc265fef7f12" providerId="LiveId" clId="{61A3D83D-8E70-4168-93F8-664275C06C64}" dt="2025-07-09T08:38:51.651" v="661" actId="47"/>
        <pc:sldMkLst>
          <pc:docMk/>
          <pc:sldMk cId="516855969" sldId="328"/>
        </pc:sldMkLst>
      </pc:sldChg>
      <pc:sldChg chg="modSp del mod ord">
        <pc:chgData name="嘉展 張" userId="56c0cc265fef7f12" providerId="LiveId" clId="{61A3D83D-8E70-4168-93F8-664275C06C64}" dt="2025-07-09T08:36:52.758" v="629" actId="47"/>
        <pc:sldMkLst>
          <pc:docMk/>
          <pc:sldMk cId="1652940647" sldId="335"/>
        </pc:sldMkLst>
      </pc:sldChg>
      <pc:sldChg chg="modSp mod">
        <pc:chgData name="嘉展 張" userId="56c0cc265fef7f12" providerId="LiveId" clId="{61A3D83D-8E70-4168-93F8-664275C06C64}" dt="2025-07-09T08:37:56.642" v="658" actId="207"/>
        <pc:sldMkLst>
          <pc:docMk/>
          <pc:sldMk cId="3676040206" sldId="336"/>
        </pc:sldMkLst>
      </pc:sldChg>
      <pc:sldChg chg="modSp mod ord">
        <pc:chgData name="嘉展 張" userId="56c0cc265fef7f12" providerId="LiveId" clId="{61A3D83D-8E70-4168-93F8-664275C06C64}" dt="2025-07-09T08:36:46.609" v="628" actId="207"/>
        <pc:sldMkLst>
          <pc:docMk/>
          <pc:sldMk cId="2128628793" sldId="337"/>
        </pc:sldMkLst>
      </pc:sldChg>
      <pc:sldChg chg="modSp mod">
        <pc:chgData name="嘉展 張" userId="56c0cc265fef7f12" providerId="LiveId" clId="{61A3D83D-8E70-4168-93F8-664275C06C64}" dt="2025-07-12T16:23:27.916" v="931" actId="1076"/>
        <pc:sldMkLst>
          <pc:docMk/>
          <pc:sldMk cId="3383698067" sldId="342"/>
        </pc:sldMkLst>
      </pc:sldChg>
      <pc:sldChg chg="modSp mod">
        <pc:chgData name="嘉展 張" userId="56c0cc265fef7f12" providerId="LiveId" clId="{61A3D83D-8E70-4168-93F8-664275C06C64}" dt="2025-07-12T16:23:40.683" v="937" actId="20577"/>
        <pc:sldMkLst>
          <pc:docMk/>
          <pc:sldMk cId="345017411" sldId="343"/>
        </pc:sldMkLst>
      </pc:sldChg>
      <pc:sldChg chg="addSp delSp modSp mod">
        <pc:chgData name="嘉展 張" userId="56c0cc265fef7f12" providerId="LiveId" clId="{61A3D83D-8E70-4168-93F8-664275C06C64}" dt="2025-07-09T08:50:25.732" v="856" actId="207"/>
        <pc:sldMkLst>
          <pc:docMk/>
          <pc:sldMk cId="3752334464" sldId="345"/>
        </pc:sldMkLst>
      </pc:sldChg>
      <pc:sldChg chg="addSp delSp modSp mod">
        <pc:chgData name="嘉展 張" userId="56c0cc265fef7f12" providerId="LiveId" clId="{61A3D83D-8E70-4168-93F8-664275C06C64}" dt="2025-07-09T08:44:55.675" v="778" actId="20577"/>
        <pc:sldMkLst>
          <pc:docMk/>
          <pc:sldMk cId="1115666099" sldId="346"/>
        </pc:sldMkLst>
      </pc:sldChg>
      <pc:sldChg chg="addSp delSp modSp mod">
        <pc:chgData name="嘉展 張" userId="56c0cc265fef7f12" providerId="LiveId" clId="{61A3D83D-8E70-4168-93F8-664275C06C64}" dt="2025-07-09T08:45:47.099" v="793"/>
        <pc:sldMkLst>
          <pc:docMk/>
          <pc:sldMk cId="3822570613" sldId="347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652490174" sldId="348"/>
        </pc:sldMkLst>
      </pc:sldChg>
      <pc:sldChg chg="del">
        <pc:chgData name="嘉展 張" userId="56c0cc265fef7f12" providerId="LiveId" clId="{61A3D83D-8E70-4168-93F8-664275C06C64}" dt="2025-07-09T08:46:08.197" v="794" actId="47"/>
        <pc:sldMkLst>
          <pc:docMk/>
          <pc:sldMk cId="2056490660" sldId="349"/>
        </pc:sldMkLst>
      </pc:sldChg>
      <pc:sldChg chg="del">
        <pc:chgData name="嘉展 張" userId="56c0cc265fef7f12" providerId="LiveId" clId="{61A3D83D-8E70-4168-93F8-664275C06C64}" dt="2025-07-09T08:37:50.990" v="657" actId="47"/>
        <pc:sldMkLst>
          <pc:docMk/>
          <pc:sldMk cId="1893602695" sldId="350"/>
        </pc:sldMkLst>
      </pc:sldChg>
      <pc:sldChg chg="modSp add mod ord">
        <pc:chgData name="嘉展 張" userId="56c0cc265fef7f12" providerId="LiveId" clId="{61A3D83D-8E70-4168-93F8-664275C06C64}" dt="2025-07-09T08:36:58.667" v="633" actId="207"/>
        <pc:sldMkLst>
          <pc:docMk/>
          <pc:sldMk cId="732333138" sldId="351"/>
        </pc:sldMkLst>
      </pc:sldChg>
      <pc:sldChg chg="add">
        <pc:chgData name="嘉展 張" userId="56c0cc265fef7f12" providerId="LiveId" clId="{61A3D83D-8E70-4168-93F8-664275C06C64}" dt="2025-07-09T08:37:49.462" v="656"/>
        <pc:sldMkLst>
          <pc:docMk/>
          <pc:sldMk cId="838783306" sldId="352"/>
        </pc:sldMkLst>
      </pc:sldChg>
      <pc:sldChg chg="modSp add mod">
        <pc:chgData name="嘉展 張" userId="56c0cc265fef7f12" providerId="LiveId" clId="{61A3D83D-8E70-4168-93F8-664275C06C64}" dt="2025-07-09T08:44:59.889" v="784" actId="20577"/>
        <pc:sldMkLst>
          <pc:docMk/>
          <pc:sldMk cId="1406075394" sldId="353"/>
        </pc:sldMkLst>
      </pc:sldChg>
      <pc:sldChg chg="modSp add mod">
        <pc:chgData name="嘉展 張" userId="56c0cc265fef7f12" providerId="LiveId" clId="{61A3D83D-8E70-4168-93F8-664275C06C64}" dt="2025-07-09T08:46:38.988" v="804" actId="15"/>
        <pc:sldMkLst>
          <pc:docMk/>
          <pc:sldMk cId="2503062332" sldId="354"/>
        </pc:sldMkLst>
      </pc:sldChg>
      <pc:sldChg chg="addSp delSp modSp add mod">
        <pc:chgData name="嘉展 張" userId="56c0cc265fef7f12" providerId="LiveId" clId="{61A3D83D-8E70-4168-93F8-664275C06C64}" dt="2025-07-09T08:47:25.416" v="812"/>
        <pc:sldMkLst>
          <pc:docMk/>
          <pc:sldMk cId="2169278876" sldId="355"/>
        </pc:sldMkLst>
      </pc:sldChg>
      <pc:sldMasterChg chg="modSldLayout">
        <pc:chgData name="嘉展 張" userId="56c0cc265fef7f12" providerId="LiveId" clId="{61A3D83D-8E70-4168-93F8-664275C06C64}" dt="2025-07-07T22:46:29.148" v="596" actId="20577"/>
        <pc:sldMasterMkLst>
          <pc:docMk/>
          <pc:sldMasterMk cId="2733321511" sldId="2147483688"/>
        </pc:sldMasterMkLst>
        <pc:sldLayoutChg chg="modSp mod">
          <pc:chgData name="嘉展 張" userId="56c0cc265fef7f12" providerId="LiveId" clId="{61A3D83D-8E70-4168-93F8-664275C06C64}" dt="2025-07-07T22:46:29.148" v="596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7F69A522-7DAF-4A02-BC46-5EFA4FA51996}"/>
    <pc:docChg chg="undo redo custSel addSld delSld modSld sldOrd modMainMaster">
      <pc:chgData name="嘉展 張" userId="56c0cc265fef7f12" providerId="LiveId" clId="{7F69A522-7DAF-4A02-BC46-5EFA4FA51996}" dt="2025-07-07T11:43:59.783" v="1614" actId="20577"/>
      <pc:docMkLst>
        <pc:docMk/>
      </pc:docMkLst>
      <pc:sldChg chg="addSp modSp mod">
        <pc:chgData name="嘉展 張" userId="56c0cc265fef7f12" providerId="LiveId" clId="{7F69A522-7DAF-4A02-BC46-5EFA4FA51996}" dt="2025-07-07T07:12:49.739" v="133" actId="6549"/>
        <pc:sldMkLst>
          <pc:docMk/>
          <pc:sldMk cId="1698366788" sldId="274"/>
        </pc:sldMkLst>
      </pc:sldChg>
      <pc:sldChg chg="modSp mod">
        <pc:chgData name="嘉展 張" userId="56c0cc265fef7f12" providerId="LiveId" clId="{7F69A522-7DAF-4A02-BC46-5EFA4FA51996}" dt="2025-07-07T10:47:32.083" v="879" actId="15"/>
        <pc:sldMkLst>
          <pc:docMk/>
          <pc:sldMk cId="516855969" sldId="328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848417769" sldId="32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725604826" sldId="330"/>
        </pc:sldMkLst>
      </pc:sldChg>
      <pc:sldChg chg="modSp mod">
        <pc:chgData name="嘉展 張" userId="56c0cc265fef7f12" providerId="LiveId" clId="{7F69A522-7DAF-4A02-BC46-5EFA4FA51996}" dt="2025-07-07T07:34:37.926" v="646" actId="20577"/>
        <pc:sldMkLst>
          <pc:docMk/>
          <pc:sldMk cId="1652940647" sldId="335"/>
        </pc:sldMkLst>
      </pc:sldChg>
      <pc:sldChg chg="modSp mod">
        <pc:chgData name="嘉展 張" userId="56c0cc265fef7f12" providerId="LiveId" clId="{7F69A522-7DAF-4A02-BC46-5EFA4FA51996}" dt="2025-07-07T10:41:39.183" v="813" actId="20577"/>
        <pc:sldMkLst>
          <pc:docMk/>
          <pc:sldMk cId="3676040206" sldId="336"/>
        </pc:sldMkLst>
      </pc:sldChg>
      <pc:sldChg chg="modSp mod">
        <pc:chgData name="嘉展 張" userId="56c0cc265fef7f12" providerId="LiveId" clId="{7F69A522-7DAF-4A02-BC46-5EFA4FA51996}" dt="2025-07-07T07:37:27.551" v="655"/>
        <pc:sldMkLst>
          <pc:docMk/>
          <pc:sldMk cId="2128628793" sldId="337"/>
        </pc:sldMkLst>
      </pc:sldChg>
      <pc:sldChg chg="del">
        <pc:chgData name="嘉展 張" userId="56c0cc265fef7f12" providerId="LiveId" clId="{7F69A522-7DAF-4A02-BC46-5EFA4FA51996}" dt="2025-07-07T07:14:28.904" v="169" actId="47"/>
        <pc:sldMkLst>
          <pc:docMk/>
          <pc:sldMk cId="4036497139" sldId="338"/>
        </pc:sldMkLst>
      </pc:sldChg>
      <pc:sldChg chg="modSp del mod">
        <pc:chgData name="嘉展 張" userId="56c0cc265fef7f12" providerId="LiveId" clId="{7F69A522-7DAF-4A02-BC46-5EFA4FA51996}" dt="2025-07-07T10:47:46.757" v="882" actId="47"/>
        <pc:sldMkLst>
          <pc:docMk/>
          <pc:sldMk cId="2939669483" sldId="339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1195771477" sldId="340"/>
        </pc:sldMkLst>
      </pc:sldChg>
      <pc:sldChg chg="del">
        <pc:chgData name="嘉展 張" userId="56c0cc265fef7f12" providerId="LiveId" clId="{7F69A522-7DAF-4A02-BC46-5EFA4FA51996}" dt="2025-07-07T10:48:34.374" v="888" actId="47"/>
        <pc:sldMkLst>
          <pc:docMk/>
          <pc:sldMk cId="3653896156" sldId="341"/>
        </pc:sldMkLst>
      </pc:sldChg>
      <pc:sldChg chg="modSp mod">
        <pc:chgData name="嘉展 張" userId="56c0cc265fef7f12" providerId="LiveId" clId="{7F69A522-7DAF-4A02-BC46-5EFA4FA51996}" dt="2025-07-07T11:43:59.783" v="1614" actId="20577"/>
        <pc:sldMkLst>
          <pc:docMk/>
          <pc:sldMk cId="3383698067" sldId="342"/>
        </pc:sldMkLst>
      </pc:sldChg>
      <pc:sldChg chg="modSp mod">
        <pc:chgData name="嘉展 張" userId="56c0cc265fef7f12" providerId="LiveId" clId="{7F69A522-7DAF-4A02-BC46-5EFA4FA51996}" dt="2025-07-07T11:43:47.461" v="1596" actId="20577"/>
        <pc:sldMkLst>
          <pc:docMk/>
          <pc:sldMk cId="345017411" sldId="343"/>
        </pc:sldMkLst>
      </pc:sldChg>
      <pc:sldChg chg="modSp add mod">
        <pc:chgData name="嘉展 張" userId="56c0cc265fef7f12" providerId="LiveId" clId="{7F69A522-7DAF-4A02-BC46-5EFA4FA51996}" dt="2025-07-07T10:42:22.726" v="848" actId="207"/>
        <pc:sldMkLst>
          <pc:docMk/>
          <pc:sldMk cId="919750547" sldId="344"/>
        </pc:sldMkLst>
      </pc:sldChg>
      <pc:sldChg chg="add del">
        <pc:chgData name="嘉展 張" userId="56c0cc265fef7f12" providerId="LiveId" clId="{7F69A522-7DAF-4A02-BC46-5EFA4FA51996}" dt="2025-07-07T10:47:26.562" v="877" actId="47"/>
        <pc:sldMkLst>
          <pc:docMk/>
          <pc:sldMk cId="1590898524" sldId="345"/>
        </pc:sldMkLst>
      </pc:sldChg>
      <pc:sldChg chg="addSp modSp add del">
        <pc:chgData name="嘉展 張" userId="56c0cc265fef7f12" providerId="LiveId" clId="{7F69A522-7DAF-4A02-BC46-5EFA4FA51996}" dt="2025-07-07T10:46:57.549" v="873"/>
        <pc:sldMkLst>
          <pc:docMk/>
          <pc:sldMk cId="2963216146" sldId="345"/>
        </pc:sldMkLst>
      </pc:sldChg>
      <pc:sldChg chg="addSp modSp add mod">
        <pc:chgData name="嘉展 張" userId="56c0cc265fef7f12" providerId="LiveId" clId="{7F69A522-7DAF-4A02-BC46-5EFA4FA51996}" dt="2025-07-07T10:48:51.726" v="905" actId="20577"/>
        <pc:sldMkLst>
          <pc:docMk/>
          <pc:sldMk cId="3752334464" sldId="345"/>
        </pc:sldMkLst>
      </pc:sldChg>
      <pc:sldChg chg="modSp add mod ord">
        <pc:chgData name="嘉展 張" userId="56c0cc265fef7f12" providerId="LiveId" clId="{7F69A522-7DAF-4A02-BC46-5EFA4FA51996}" dt="2025-07-07T10:50:38.949" v="944" actId="20577"/>
        <pc:sldMkLst>
          <pc:docMk/>
          <pc:sldMk cId="1115666099" sldId="346"/>
        </pc:sldMkLst>
      </pc:sldChg>
      <pc:sldChg chg="add del">
        <pc:chgData name="嘉展 張" userId="56c0cc265fef7f12" providerId="LiveId" clId="{7F69A522-7DAF-4A02-BC46-5EFA4FA51996}" dt="2025-07-07T10:48:34.374" v="888" actId="47"/>
        <pc:sldMkLst>
          <pc:docMk/>
          <pc:sldMk cId="2840440202" sldId="346"/>
        </pc:sldMkLst>
      </pc:sldChg>
      <pc:sldChg chg="addSp modSp add mod">
        <pc:chgData name="嘉展 張" userId="56c0cc265fef7f12" providerId="LiveId" clId="{7F69A522-7DAF-4A02-BC46-5EFA4FA51996}" dt="2025-07-07T10:51:30.889" v="950" actId="20577"/>
        <pc:sldMkLst>
          <pc:docMk/>
          <pc:sldMk cId="3822570613" sldId="347"/>
        </pc:sldMkLst>
      </pc:sldChg>
      <pc:sldChg chg="modSp add mod ord">
        <pc:chgData name="嘉展 張" userId="56c0cc265fef7f12" providerId="LiveId" clId="{7F69A522-7DAF-4A02-BC46-5EFA4FA51996}" dt="2025-07-07T10:52:46.104" v="983" actId="6549"/>
        <pc:sldMkLst>
          <pc:docMk/>
          <pc:sldMk cId="2652490174" sldId="348"/>
        </pc:sldMkLst>
      </pc:sldChg>
      <pc:sldChg chg="addSp modSp add mod">
        <pc:chgData name="嘉展 張" userId="56c0cc265fef7f12" providerId="LiveId" clId="{7F69A522-7DAF-4A02-BC46-5EFA4FA51996}" dt="2025-07-07T10:53:10.646" v="989" actId="207"/>
        <pc:sldMkLst>
          <pc:docMk/>
          <pc:sldMk cId="2056490660" sldId="349"/>
        </pc:sldMkLst>
      </pc:sldChg>
      <pc:sldChg chg="modSp add del mod">
        <pc:chgData name="嘉展 張" userId="56c0cc265fef7f12" providerId="LiveId" clId="{7F69A522-7DAF-4A02-BC46-5EFA4FA51996}" dt="2025-07-07T11:43:02.907" v="1552" actId="47"/>
        <pc:sldMkLst>
          <pc:docMk/>
          <pc:sldMk cId="1303398649" sldId="350"/>
        </pc:sldMkLst>
      </pc:sldChg>
      <pc:sldMasterChg chg="modSldLayout">
        <pc:chgData name="嘉展 張" userId="56c0cc265fef7f12" providerId="LiveId" clId="{7F69A522-7DAF-4A02-BC46-5EFA4FA51996}" dt="2025-07-07T06:57:29.419" v="122" actId="20577"/>
        <pc:sldMasterMkLst>
          <pc:docMk/>
          <pc:sldMasterMk cId="2733321511" sldId="2147483688"/>
        </pc:sldMasterMkLst>
        <pc:sldLayoutChg chg="delSp mod">
          <pc:chgData name="嘉展 張" userId="56c0cc265fef7f12" providerId="LiveId" clId="{7F69A522-7DAF-4A02-BC46-5EFA4FA51996}" dt="2025-07-07T04:33:12.003" v="0" actId="21"/>
          <pc:sldLayoutMkLst>
            <pc:docMk/>
            <pc:sldMasterMk cId="2733321511" sldId="2147483688"/>
            <pc:sldLayoutMk cId="810264706" sldId="2147483689"/>
          </pc:sldLayoutMkLst>
        </pc:sldLayoutChg>
        <pc:sldLayoutChg chg="modSp mod">
          <pc:chgData name="嘉展 張" userId="56c0cc265fef7f12" providerId="LiveId" clId="{7F69A522-7DAF-4A02-BC46-5EFA4FA51996}" dt="2025-07-07T06:57:29.419" v="122" actId="20577"/>
          <pc:sldLayoutMkLst>
            <pc:docMk/>
            <pc:sldMasterMk cId="2733321511" sldId="2147483688"/>
            <pc:sldLayoutMk cId="2749409723" sldId="2147483690"/>
          </pc:sldLayoutMkLst>
        </pc:sldLayoutChg>
      </pc:sldMasterChg>
    </pc:docChg>
  </pc:docChgLst>
  <pc:docChgLst>
    <pc:chgData name="嘉展 張" userId="56c0cc265fef7f12" providerId="LiveId" clId="{24743747-85CA-482F-AAE0-4792212318EC}"/>
    <pc:docChg chg="modMainMaster">
      <pc:chgData name="嘉展 張" userId="56c0cc265fef7f12" providerId="LiveId" clId="{24743747-85CA-482F-AAE0-4792212318EC}" dt="2025-08-20T12:39:23.483" v="0"/>
      <pc:docMkLst>
        <pc:docMk/>
      </pc:docMkLst>
      <pc:sldMasterChg chg="modSldLayout">
        <pc:chgData name="嘉展 張" userId="56c0cc265fef7f12" providerId="LiveId" clId="{24743747-85CA-482F-AAE0-4792212318EC}" dt="2025-08-20T12:39:23.483" v="0"/>
        <pc:sldMasterMkLst>
          <pc:docMk/>
          <pc:sldMasterMk cId="2733321511" sldId="2147483688"/>
        </pc:sldMasterMkLst>
        <pc:sldLayoutChg chg="modSp">
          <pc:chgData name="嘉展 張" userId="56c0cc265fef7f12" providerId="LiveId" clId="{24743747-85CA-482F-AAE0-4792212318EC}" dt="2025-08-20T12:39:23.483" v="0"/>
          <pc:sldLayoutMkLst>
            <pc:docMk/>
            <pc:sldMasterMk cId="2733321511" sldId="2147483688"/>
            <pc:sldLayoutMk cId="810264706" sldId="2147483689"/>
          </pc:sldLayoutMkLst>
          <pc:spChg chg="mod">
            <ac:chgData name="嘉展 張" userId="56c0cc265fef7f12" providerId="LiveId" clId="{24743747-85CA-482F-AAE0-4792212318EC}" dt="2025-08-20T12:39:23.483" v="0"/>
            <ac:spMkLst>
              <pc:docMk/>
              <pc:sldMasterMk cId="2733321511" sldId="2147483688"/>
              <pc:sldLayoutMk cId="810264706" sldId="2147483689"/>
              <ac:spMk id="19" creationId="{3F54C1E6-3D7F-502D-6C15-E0DC042557B2}"/>
            </ac:spMkLst>
          </pc:spChg>
        </pc:sldLayoutChg>
      </pc:sldMasterChg>
    </pc:docChg>
  </pc:docChgLst>
  <pc:docChgLst>
    <pc:chgData name="嘉展 張" userId="56c0cc265fef7f12" providerId="LiveId" clId="{91264022-1195-4DC2-B559-7890F169D19A}"/>
    <pc:docChg chg="undo custSel addSld delSld modSld sldOrd">
      <pc:chgData name="嘉展 張" userId="56c0cc265fef7f12" providerId="LiveId" clId="{91264022-1195-4DC2-B559-7890F169D19A}" dt="2025-08-23T06:09:19.440" v="676"/>
      <pc:docMkLst>
        <pc:docMk/>
      </pc:docMkLst>
      <pc:sldChg chg="addSp modSp del">
        <pc:chgData name="嘉展 張" userId="56c0cc265fef7f12" providerId="LiveId" clId="{91264022-1195-4DC2-B559-7890F169D19A}" dt="2025-08-23T01:57:01.519" v="260" actId="47"/>
        <pc:sldMkLst>
          <pc:docMk/>
          <pc:sldMk cId="3676040206" sldId="336"/>
        </pc:sldMkLst>
        <pc:spChg chg="add mod">
          <ac:chgData name="嘉展 張" userId="56c0cc265fef7f12" providerId="LiveId" clId="{91264022-1195-4DC2-B559-7890F169D19A}" dt="2025-08-23T01:55:18.010" v="128"/>
          <ac:spMkLst>
            <pc:docMk/>
            <pc:sldMk cId="3676040206" sldId="336"/>
            <ac:spMk id="3" creationId="{45F97727-9147-0C4D-71E4-AB6F2B5B4C72}"/>
          </ac:spMkLst>
        </pc:spChg>
      </pc:sldChg>
      <pc:sldChg chg="del">
        <pc:chgData name="嘉展 張" userId="56c0cc265fef7f12" providerId="LiveId" clId="{91264022-1195-4DC2-B559-7890F169D19A}" dt="2025-08-23T01:56:53.772" v="259" actId="47"/>
        <pc:sldMkLst>
          <pc:docMk/>
          <pc:sldMk cId="2128628793" sldId="337"/>
        </pc:sldMkLst>
      </pc:sldChg>
      <pc:sldChg chg="modSp mod">
        <pc:chgData name="嘉展 張" userId="56c0cc265fef7f12" providerId="LiveId" clId="{91264022-1195-4DC2-B559-7890F169D19A}" dt="2025-08-23T06:08:46.937" v="632" actId="20577"/>
        <pc:sldMkLst>
          <pc:docMk/>
          <pc:sldMk cId="3752334464" sldId="345"/>
        </pc:sldMkLst>
        <pc:spChg chg="mod">
          <ac:chgData name="嘉展 張" userId="56c0cc265fef7f12" providerId="LiveId" clId="{91264022-1195-4DC2-B559-7890F169D19A}" dt="2025-08-23T02:02:30.354" v="483" actId="6549"/>
          <ac:spMkLst>
            <pc:docMk/>
            <pc:sldMk cId="3752334464" sldId="345"/>
            <ac:spMk id="3" creationId="{28F0A653-E125-10F4-6790-C8025C1EBB43}"/>
          </ac:spMkLst>
        </pc:spChg>
        <pc:spChg chg="mod">
          <ac:chgData name="嘉展 張" userId="56c0cc265fef7f12" providerId="LiveId" clId="{91264022-1195-4DC2-B559-7890F169D19A}" dt="2025-08-23T06:08:46.937" v="632" actId="20577"/>
          <ac:spMkLst>
            <pc:docMk/>
            <pc:sldMk cId="3752334464" sldId="345"/>
            <ac:spMk id="29" creationId="{45A33E10-0925-FAFA-4123-416160635203}"/>
          </ac:spMkLst>
        </pc:spChg>
      </pc:sldChg>
      <pc:sldChg chg="addSp delSp modSp mod">
        <pc:chgData name="嘉展 張" userId="56c0cc265fef7f12" providerId="LiveId" clId="{91264022-1195-4DC2-B559-7890F169D19A}" dt="2025-08-23T06:09:05.463" v="670"/>
        <pc:sldMkLst>
          <pc:docMk/>
          <pc:sldMk cId="1115666099" sldId="346"/>
        </pc:sldMkLst>
        <pc:spChg chg="mod">
          <ac:chgData name="嘉展 張" userId="56c0cc265fef7f12" providerId="LiveId" clId="{91264022-1195-4DC2-B559-7890F169D19A}" dt="2025-08-23T02:13:40.199" v="605" actId="20577"/>
          <ac:spMkLst>
            <pc:docMk/>
            <pc:sldMk cId="1115666099" sldId="346"/>
            <ac:spMk id="2" creationId="{B496C4D5-B9D6-E310-239F-160421EC28E2}"/>
          </ac:spMkLst>
        </pc:spChg>
        <pc:spChg chg="add mod">
          <ac:chgData name="嘉展 張" userId="56c0cc265fef7f12" providerId="LiveId" clId="{91264022-1195-4DC2-B559-7890F169D19A}" dt="2025-08-23T06:09:05.463" v="670"/>
          <ac:spMkLst>
            <pc:docMk/>
            <pc:sldMk cId="1115666099" sldId="346"/>
            <ac:spMk id="3" creationId="{28624E06-A644-E7EC-E60A-451AC98ECB27}"/>
          </ac:spMkLst>
        </pc:spChg>
        <pc:spChg chg="del">
          <ac:chgData name="嘉展 張" userId="56c0cc265fef7f12" providerId="LiveId" clId="{91264022-1195-4DC2-B559-7890F169D19A}" dt="2025-08-23T06:09:05.063" v="669" actId="478"/>
          <ac:spMkLst>
            <pc:docMk/>
            <pc:sldMk cId="1115666099" sldId="346"/>
            <ac:spMk id="29" creationId="{F076D3C2-E036-1E0D-8390-8EEEFA171CCA}"/>
          </ac:spMkLst>
        </pc:spChg>
      </pc:sldChg>
      <pc:sldChg chg="addSp delSp modSp mod">
        <pc:chgData name="嘉展 張" userId="56c0cc265fef7f12" providerId="LiveId" clId="{91264022-1195-4DC2-B559-7890F169D19A}" dt="2025-08-23T06:09:09.770" v="672"/>
        <pc:sldMkLst>
          <pc:docMk/>
          <pc:sldMk cId="3822570613" sldId="347"/>
        </pc:sldMkLst>
        <pc:spChg chg="add mod">
          <ac:chgData name="嘉展 張" userId="56c0cc265fef7f12" providerId="LiveId" clId="{91264022-1195-4DC2-B559-7890F169D19A}" dt="2025-08-23T06:09:09.770" v="672"/>
          <ac:spMkLst>
            <pc:docMk/>
            <pc:sldMk cId="3822570613" sldId="347"/>
            <ac:spMk id="2" creationId="{EF7A6CB6-50A5-F983-D70F-698D143BD270}"/>
          </ac:spMkLst>
        </pc:spChg>
        <pc:spChg chg="mod">
          <ac:chgData name="嘉展 張" userId="56c0cc265fef7f12" providerId="LiveId" clId="{91264022-1195-4DC2-B559-7890F169D19A}" dt="2025-08-23T02:13:45.242" v="606"/>
          <ac:spMkLst>
            <pc:docMk/>
            <pc:sldMk cId="3822570613" sldId="347"/>
            <ac:spMk id="4" creationId="{7CF0AAA5-7B5F-5A35-EF73-2142F862E9C8}"/>
          </ac:spMkLst>
        </pc:spChg>
        <pc:spChg chg="mod">
          <ac:chgData name="嘉展 張" userId="56c0cc265fef7f12" providerId="LiveId" clId="{91264022-1195-4DC2-B559-7890F169D19A}" dt="2025-08-23T02:14:12.698" v="609" actId="20577"/>
          <ac:spMkLst>
            <pc:docMk/>
            <pc:sldMk cId="3822570613" sldId="347"/>
            <ac:spMk id="5" creationId="{840AB3AB-6369-0CED-A7A5-8957EC06D562}"/>
          </ac:spMkLst>
        </pc:spChg>
        <pc:spChg chg="del">
          <ac:chgData name="嘉展 張" userId="56c0cc265fef7f12" providerId="LiveId" clId="{91264022-1195-4DC2-B559-7890F169D19A}" dt="2025-08-23T06:09:09.424" v="671" actId="478"/>
          <ac:spMkLst>
            <pc:docMk/>
            <pc:sldMk cId="3822570613" sldId="347"/>
            <ac:spMk id="29" creationId="{B8881DE8-02EF-A5E2-CC8D-D8965604619D}"/>
          </ac:spMkLst>
        </pc:spChg>
      </pc:sldChg>
      <pc:sldChg chg="addSp modSp mod">
        <pc:chgData name="嘉展 張" userId="56c0cc265fef7f12" providerId="LiveId" clId="{91264022-1195-4DC2-B559-7890F169D19A}" dt="2025-08-23T01:56:27.505" v="207" actId="20577"/>
        <pc:sldMkLst>
          <pc:docMk/>
          <pc:sldMk cId="732333138" sldId="351"/>
        </pc:sldMkLst>
        <pc:spChg chg="add mod">
          <ac:chgData name="嘉展 張" userId="56c0cc265fef7f12" providerId="LiveId" clId="{91264022-1195-4DC2-B559-7890F169D19A}" dt="2025-08-23T01:51:12.173" v="99" actId="1076"/>
          <ac:spMkLst>
            <pc:docMk/>
            <pc:sldMk cId="732333138" sldId="351"/>
            <ac:spMk id="3" creationId="{947FA318-DBC1-7DB8-E4D0-2755FFA45959}"/>
          </ac:spMkLst>
        </pc:spChg>
        <pc:spChg chg="mod">
          <ac:chgData name="嘉展 張" userId="56c0cc265fef7f12" providerId="LiveId" clId="{91264022-1195-4DC2-B559-7890F169D19A}" dt="2025-08-23T01:56:27.505" v="207" actId="20577"/>
          <ac:spMkLst>
            <pc:docMk/>
            <pc:sldMk cId="732333138" sldId="351"/>
            <ac:spMk id="9" creationId="{DA69BD8C-0913-B381-ABCA-CA713C77BC80}"/>
          </ac:spMkLst>
        </pc:spChg>
      </pc:sldChg>
      <pc:sldChg chg="modSp mod">
        <pc:chgData name="嘉展 張" userId="56c0cc265fef7f12" providerId="LiveId" clId="{91264022-1195-4DC2-B559-7890F169D19A}" dt="2025-08-23T02:00:31.829" v="442"/>
        <pc:sldMkLst>
          <pc:docMk/>
          <pc:sldMk cId="838783306" sldId="352"/>
        </pc:sldMkLst>
        <pc:spChg chg="mod">
          <ac:chgData name="嘉展 張" userId="56c0cc265fef7f12" providerId="LiveId" clId="{91264022-1195-4DC2-B559-7890F169D19A}" dt="2025-08-23T02:00:31.829" v="442"/>
          <ac:spMkLst>
            <pc:docMk/>
            <pc:sldMk cId="838783306" sldId="352"/>
            <ac:spMk id="9" creationId="{C5DB411D-AC88-FC2D-00A3-25DE3946EAEA}"/>
          </ac:spMkLst>
        </pc:spChg>
      </pc:sldChg>
      <pc:sldChg chg="modSp mod">
        <pc:chgData name="嘉展 張" userId="56c0cc265fef7f12" providerId="LiveId" clId="{91264022-1195-4DC2-B559-7890F169D19A}" dt="2025-08-23T06:08:55.616" v="668" actId="20577"/>
        <pc:sldMkLst>
          <pc:docMk/>
          <pc:sldMk cId="1406075394" sldId="353"/>
        </pc:sldMkLst>
        <pc:spChg chg="mod">
          <ac:chgData name="嘉展 張" userId="56c0cc265fef7f12" providerId="LiveId" clId="{91264022-1195-4DC2-B559-7890F169D19A}" dt="2025-08-23T02:02:42.736" v="502" actId="6549"/>
          <ac:spMkLst>
            <pc:docMk/>
            <pc:sldMk cId="1406075394" sldId="353"/>
            <ac:spMk id="9" creationId="{D7924B4E-CDA6-27A9-052C-F546270B8EFC}"/>
          </ac:spMkLst>
        </pc:spChg>
        <pc:spChg chg="mod">
          <ac:chgData name="嘉展 張" userId="56c0cc265fef7f12" providerId="LiveId" clId="{91264022-1195-4DC2-B559-7890F169D19A}" dt="2025-08-23T06:08:55.616" v="668" actId="20577"/>
          <ac:spMkLst>
            <pc:docMk/>
            <pc:sldMk cId="1406075394" sldId="353"/>
            <ac:spMk id="29" creationId="{9104F438-1E4B-A094-8BB4-0EE503DE80FC}"/>
          </ac:spMkLst>
        </pc:spChg>
      </pc:sldChg>
      <pc:sldChg chg="addSp delSp modSp mod">
        <pc:chgData name="嘉展 張" userId="56c0cc265fef7f12" providerId="LiveId" clId="{91264022-1195-4DC2-B559-7890F169D19A}" dt="2025-08-23T06:09:19.440" v="676"/>
        <pc:sldMkLst>
          <pc:docMk/>
          <pc:sldMk cId="2503062332" sldId="354"/>
        </pc:sldMkLst>
        <pc:spChg chg="mod">
          <ac:chgData name="嘉展 張" userId="56c0cc265fef7f12" providerId="LiveId" clId="{91264022-1195-4DC2-B559-7890F169D19A}" dt="2025-08-23T03:02:30.894" v="611" actId="20577"/>
          <ac:spMkLst>
            <pc:docMk/>
            <pc:sldMk cId="2503062332" sldId="354"/>
            <ac:spMk id="2" creationId="{811F5A94-0B0C-504F-DC25-BE08E6B5923F}"/>
          </ac:spMkLst>
        </pc:spChg>
        <pc:spChg chg="add mod">
          <ac:chgData name="嘉展 張" userId="56c0cc265fef7f12" providerId="LiveId" clId="{91264022-1195-4DC2-B559-7890F169D19A}" dt="2025-08-23T03:02:33.194" v="612" actId="1076"/>
          <ac:spMkLst>
            <pc:docMk/>
            <pc:sldMk cId="2503062332" sldId="354"/>
            <ac:spMk id="3" creationId="{DE985C93-24EE-2E55-ECDC-2173C1EF7011}"/>
          </ac:spMkLst>
        </pc:spChg>
        <pc:spChg chg="add mod">
          <ac:chgData name="嘉展 張" userId="56c0cc265fef7f12" providerId="LiveId" clId="{91264022-1195-4DC2-B559-7890F169D19A}" dt="2025-08-23T03:02:35.577" v="613" actId="1076"/>
          <ac:spMkLst>
            <pc:docMk/>
            <pc:sldMk cId="2503062332" sldId="354"/>
            <ac:spMk id="4" creationId="{E2FDD744-3FE0-16D4-2A19-020D92AE2171}"/>
          </ac:spMkLst>
        </pc:spChg>
        <pc:spChg chg="add mod">
          <ac:chgData name="嘉展 張" userId="56c0cc265fef7f12" providerId="LiveId" clId="{91264022-1195-4DC2-B559-7890F169D19A}" dt="2025-08-23T03:02:37.570" v="614" actId="1076"/>
          <ac:spMkLst>
            <pc:docMk/>
            <pc:sldMk cId="2503062332" sldId="354"/>
            <ac:spMk id="5" creationId="{F36DAED4-6076-4173-06DD-836F608D15B8}"/>
          </ac:spMkLst>
        </pc:spChg>
        <pc:spChg chg="add mod">
          <ac:chgData name="嘉展 張" userId="56c0cc265fef7f12" providerId="LiveId" clId="{91264022-1195-4DC2-B559-7890F169D19A}" dt="2025-08-23T06:09:19.440" v="676"/>
          <ac:spMkLst>
            <pc:docMk/>
            <pc:sldMk cId="2503062332" sldId="354"/>
            <ac:spMk id="6" creationId="{C37B04DF-203A-E8FA-04CF-A3127A23F944}"/>
          </ac:spMkLst>
        </pc:spChg>
        <pc:spChg chg="del">
          <ac:chgData name="嘉展 張" userId="56c0cc265fef7f12" providerId="LiveId" clId="{91264022-1195-4DC2-B559-7890F169D19A}" dt="2025-08-23T06:09:18.950" v="675" actId="478"/>
          <ac:spMkLst>
            <pc:docMk/>
            <pc:sldMk cId="2503062332" sldId="354"/>
            <ac:spMk id="29" creationId="{D0DC7B53-0103-E1A0-F1F3-15DFF822DA28}"/>
          </ac:spMkLst>
        </pc:spChg>
      </pc:sldChg>
      <pc:sldChg chg="del">
        <pc:chgData name="嘉展 張" userId="56c0cc265fef7f12" providerId="LiveId" clId="{91264022-1195-4DC2-B559-7890F169D19A}" dt="2025-08-23T02:08:20.586" v="560" actId="47"/>
        <pc:sldMkLst>
          <pc:docMk/>
          <pc:sldMk cId="2169278876" sldId="355"/>
        </pc:sldMkLst>
      </pc:sldChg>
      <pc:sldChg chg="addSp modSp add mod">
        <pc:chgData name="嘉展 張" userId="56c0cc265fef7f12" providerId="LiveId" clId="{91264022-1195-4DC2-B559-7890F169D19A}" dt="2025-08-23T01:56:47.988" v="258" actId="20577"/>
        <pc:sldMkLst>
          <pc:docMk/>
          <pc:sldMk cId="313532771" sldId="356"/>
        </pc:sldMkLst>
        <pc:spChg chg="add mod">
          <ac:chgData name="嘉展 張" userId="56c0cc265fef7f12" providerId="LiveId" clId="{91264022-1195-4DC2-B559-7890F169D19A}" dt="2025-08-23T01:56:00.083" v="182" actId="1076"/>
          <ac:spMkLst>
            <pc:docMk/>
            <pc:sldMk cId="313532771" sldId="356"/>
            <ac:spMk id="4" creationId="{42DDE42F-DDF4-CCC0-CFFB-18E19CC31402}"/>
          </ac:spMkLst>
        </pc:spChg>
        <pc:spChg chg="add mod">
          <ac:chgData name="嘉展 張" userId="56c0cc265fef7f12" providerId="LiveId" clId="{91264022-1195-4DC2-B559-7890F169D19A}" dt="2025-08-23T01:56:07.253" v="191" actId="1076"/>
          <ac:spMkLst>
            <pc:docMk/>
            <pc:sldMk cId="313532771" sldId="356"/>
            <ac:spMk id="5" creationId="{3F691684-4D40-9AD9-C295-3B138E5DDF82}"/>
          </ac:spMkLst>
        </pc:spChg>
        <pc:spChg chg="add mod">
          <ac:chgData name="嘉展 張" userId="56c0cc265fef7f12" providerId="LiveId" clId="{91264022-1195-4DC2-B559-7890F169D19A}" dt="2025-08-23T01:56:13.279" v="204" actId="20577"/>
          <ac:spMkLst>
            <pc:docMk/>
            <pc:sldMk cId="313532771" sldId="356"/>
            <ac:spMk id="6" creationId="{85B7442C-7624-1AF2-5004-28D6097734DF}"/>
          </ac:spMkLst>
        </pc:spChg>
        <pc:spChg chg="add mod">
          <ac:chgData name="嘉展 張" userId="56c0cc265fef7f12" providerId="LiveId" clId="{91264022-1195-4DC2-B559-7890F169D19A}" dt="2025-08-23T01:56:41.782" v="241" actId="1076"/>
          <ac:spMkLst>
            <pc:docMk/>
            <pc:sldMk cId="313532771" sldId="356"/>
            <ac:spMk id="7" creationId="{8A987266-AC32-910A-64CF-B29E6F25B69D}"/>
          </ac:spMkLst>
        </pc:spChg>
        <pc:spChg chg="add mod">
          <ac:chgData name="嘉展 張" userId="56c0cc265fef7f12" providerId="LiveId" clId="{91264022-1195-4DC2-B559-7890F169D19A}" dt="2025-08-23T01:56:47.988" v="258" actId="20577"/>
          <ac:spMkLst>
            <pc:docMk/>
            <pc:sldMk cId="313532771" sldId="356"/>
            <ac:spMk id="8" creationId="{83013627-271A-10EF-2084-029D0AD34747}"/>
          </ac:spMkLst>
        </pc:spChg>
        <pc:spChg chg="mod">
          <ac:chgData name="嘉展 張" userId="56c0cc265fef7f12" providerId="LiveId" clId="{91264022-1195-4DC2-B559-7890F169D19A}" dt="2025-08-23T01:56:30.382" v="210" actId="20577"/>
          <ac:spMkLst>
            <pc:docMk/>
            <pc:sldMk cId="313532771" sldId="356"/>
            <ac:spMk id="9" creationId="{A991570E-8370-4994-45F0-B26BBCFF0EBD}"/>
          </ac:spMkLst>
        </pc:spChg>
      </pc:sldChg>
      <pc:sldChg chg="modSp add del mod">
        <pc:chgData name="嘉展 張" userId="56c0cc265fef7f12" providerId="LiveId" clId="{91264022-1195-4DC2-B559-7890F169D19A}" dt="2025-08-23T02:02:24.201" v="482" actId="47"/>
        <pc:sldMkLst>
          <pc:docMk/>
          <pc:sldMk cId="361043890" sldId="357"/>
        </pc:sldMkLst>
        <pc:spChg chg="mod">
          <ac:chgData name="嘉展 張" userId="56c0cc265fef7f12" providerId="LiveId" clId="{91264022-1195-4DC2-B559-7890F169D19A}" dt="2025-08-23T02:01:43.926" v="469" actId="20577"/>
          <ac:spMkLst>
            <pc:docMk/>
            <pc:sldMk cId="361043890" sldId="357"/>
            <ac:spMk id="9" creationId="{37E321BA-E622-EE67-0ECA-BAEA0BE5902B}"/>
          </ac:spMkLst>
        </pc:spChg>
      </pc:sldChg>
      <pc:sldChg chg="add del">
        <pc:chgData name="嘉展 張" userId="56c0cc265fef7f12" providerId="LiveId" clId="{91264022-1195-4DC2-B559-7890F169D19A}" dt="2025-08-23T01:57:33.516" v="278"/>
        <pc:sldMkLst>
          <pc:docMk/>
          <pc:sldMk cId="996929902" sldId="358"/>
        </pc:sldMkLst>
      </pc:sldChg>
      <pc:sldChg chg="addSp modSp add mod">
        <pc:chgData name="嘉展 張" userId="56c0cc265fef7f12" providerId="LiveId" clId="{91264022-1195-4DC2-B559-7890F169D19A}" dt="2025-08-23T02:02:20.794" v="481" actId="1076"/>
        <pc:sldMkLst>
          <pc:docMk/>
          <pc:sldMk cId="2936404081" sldId="358"/>
        </pc:sldMkLst>
        <pc:spChg chg="add mod">
          <ac:chgData name="嘉展 張" userId="56c0cc265fef7f12" providerId="LiveId" clId="{91264022-1195-4DC2-B559-7890F169D19A}" dt="2025-08-23T02:02:16.946" v="479" actId="1076"/>
          <ac:spMkLst>
            <pc:docMk/>
            <pc:sldMk cId="2936404081" sldId="358"/>
            <ac:spMk id="3" creationId="{EA381F8E-D40E-553E-ECD0-5FB4D61ECEA0}"/>
          </ac:spMkLst>
        </pc:spChg>
        <pc:spChg chg="add mod">
          <ac:chgData name="嘉展 張" userId="56c0cc265fef7f12" providerId="LiveId" clId="{91264022-1195-4DC2-B559-7890F169D19A}" dt="2025-08-23T02:02:12.349" v="477" actId="1076"/>
          <ac:spMkLst>
            <pc:docMk/>
            <pc:sldMk cId="2936404081" sldId="358"/>
            <ac:spMk id="4" creationId="{4EBF3083-8435-A739-67EF-DFFEA788956C}"/>
          </ac:spMkLst>
        </pc:spChg>
        <pc:spChg chg="add mod">
          <ac:chgData name="嘉展 張" userId="56c0cc265fef7f12" providerId="LiveId" clId="{91264022-1195-4DC2-B559-7890F169D19A}" dt="2025-08-23T02:02:10.698" v="476" actId="1076"/>
          <ac:spMkLst>
            <pc:docMk/>
            <pc:sldMk cId="2936404081" sldId="358"/>
            <ac:spMk id="5" creationId="{1214D27F-0F15-0DAB-68D5-F77E75D01F1D}"/>
          </ac:spMkLst>
        </pc:spChg>
        <pc:spChg chg="add mod">
          <ac:chgData name="嘉展 張" userId="56c0cc265fef7f12" providerId="LiveId" clId="{91264022-1195-4DC2-B559-7890F169D19A}" dt="2025-08-23T02:02:20.794" v="481" actId="1076"/>
          <ac:spMkLst>
            <pc:docMk/>
            <pc:sldMk cId="2936404081" sldId="358"/>
            <ac:spMk id="6" creationId="{12A6CA77-93D7-28A2-6267-57BA18936CBD}"/>
          </ac:spMkLst>
        </pc:spChg>
        <pc:spChg chg="add mod">
          <ac:chgData name="嘉展 張" userId="56c0cc265fef7f12" providerId="LiveId" clId="{91264022-1195-4DC2-B559-7890F169D19A}" dt="2025-08-23T02:02:18.941" v="480" actId="1076"/>
          <ac:spMkLst>
            <pc:docMk/>
            <pc:sldMk cId="2936404081" sldId="358"/>
            <ac:spMk id="7" creationId="{92220596-5C90-52D3-C398-2162431AF989}"/>
          </ac:spMkLst>
        </pc:spChg>
      </pc:sldChg>
      <pc:sldChg chg="addSp delSp modSp add mod ord">
        <pc:chgData name="嘉展 張" userId="56c0cc265fef7f12" providerId="LiveId" clId="{91264022-1195-4DC2-B559-7890F169D19A}" dt="2025-08-23T06:09:15.069" v="674"/>
        <pc:sldMkLst>
          <pc:docMk/>
          <pc:sldMk cId="554133225" sldId="359"/>
        </pc:sldMkLst>
        <pc:spChg chg="mod">
          <ac:chgData name="嘉展 張" userId="56c0cc265fef7f12" providerId="LiveId" clId="{91264022-1195-4DC2-B559-7890F169D19A}" dt="2025-08-23T03:03:00.944" v="616" actId="20577"/>
          <ac:spMkLst>
            <pc:docMk/>
            <pc:sldMk cId="554133225" sldId="359"/>
            <ac:spMk id="2" creationId="{E59D235F-2BDC-AC0D-4865-3A9ACDB325C7}"/>
          </ac:spMkLst>
        </pc:spChg>
        <pc:spChg chg="add mod">
          <ac:chgData name="嘉展 張" userId="56c0cc265fef7f12" providerId="LiveId" clId="{91264022-1195-4DC2-B559-7890F169D19A}" dt="2025-08-23T06:09:15.069" v="674"/>
          <ac:spMkLst>
            <pc:docMk/>
            <pc:sldMk cId="554133225" sldId="359"/>
            <ac:spMk id="3" creationId="{9C0C8101-83AA-A818-067F-6BA2670AF273}"/>
          </ac:spMkLst>
        </pc:spChg>
        <pc:spChg chg="del">
          <ac:chgData name="嘉展 張" userId="56c0cc265fef7f12" providerId="LiveId" clId="{91264022-1195-4DC2-B559-7890F169D19A}" dt="2025-08-23T06:09:14.862" v="673" actId="478"/>
          <ac:spMkLst>
            <pc:docMk/>
            <pc:sldMk cId="554133225" sldId="359"/>
            <ac:spMk id="29" creationId="{4FBD7ED7-9FF0-CEC7-0A44-5DCBD229CA65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08BF25A6-087F-D6D2-267D-B40DBA7EE1A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AA0814FC-58BC-3550-CD96-55E744A2254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C02A62F-168C-441A-BD3A-3CBD0D8996EF}" type="datetimeFigureOut">
              <a:rPr lang="zh-TW" altLang="en-US" smtClean="0"/>
              <a:t>2025/8/23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79AE01F6-5383-DDC4-7D41-985AFCC1FBA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4AF33B8-A6BA-F9CB-9D1A-F0E84114756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DF976BC-45D2-4837-B745-B3BC93427B1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584510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BIZ UDGothic" panose="020B0400000000000000" pitchFamily="33" charset="-128"/>
        <a:ea typeface="BIZ UDGothic" panose="020B0400000000000000" pitchFamily="33" charset="-128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2A350-B6C1-742F-B5AE-2819E48B83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75FDB47E-6094-D346-2799-A8C066C3B8A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477B647-F565-395E-D257-4836AFA7E5B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668615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64D9B7-A706-D718-5A7D-D2A97EABED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4DBDE5B-E324-F14C-7023-24A853A636E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7B4012C4-443E-91DD-089F-4F6E65BFAE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96135362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921AE8-168F-A65E-00E9-9B7BEEB467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9D665A0-C10B-4919-666A-E86F4D2D7B0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2AC021E2-30B9-AA79-1564-37979E57901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1897637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6A20C5-790C-CA0C-7877-96D4ADE04F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E53FEEF1-4712-8392-E5BC-CA4E2C09FBC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AFA9CBB-90AA-0D1C-AE4F-FD6DC2B3627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851298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085468-5212-06C2-1093-089D532FF2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B7D9929-8008-244F-F7A1-B41948405D0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BD56B6BE-7444-4031-D537-371867FF17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138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531FD3-8F60-2A48-7C50-13510EF0D1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14BAA7D7-38D8-DAEE-02CE-284B745F74D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0D5B0B0D-517E-B0AF-406E-560475F2A11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5512946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89704E-7EED-C2D2-AB0C-9735446DFE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9EC38AC2-0366-3164-A5DC-828EC5C85F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821BE83F-F2D0-7D4D-6FCD-F1A7DC9883A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394766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7C7D44-8515-EA05-78FF-A15CE5600A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47F962DF-1858-3443-38F9-00426D55146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4104576-44CB-1017-4E20-3C5F49A08F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32885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C3469A-91D1-2990-9AF4-596FB2DD6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DFB6A43-C500-BA8A-24AD-489841ADE81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51172639-8E1E-906E-E083-822DE08216E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45463947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A1817C-F287-F065-8882-D7A4DE98C6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AEDAC0BE-EE20-BA6B-0516-1B9B0FE6852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1C8B431F-7A24-FB64-CF33-07FADF8305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0806188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B9F13D-1ED7-DF52-F6AD-DA3481E6AC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517BBF0B-7D7D-D6A0-63D5-6153918B72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E95CD1C0-0BA9-E1F1-B6A8-BEA3D120E6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6243089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E18B-9284-4C34-1C60-E918802CD2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>
            <a:extLst>
              <a:ext uri="{FF2B5EF4-FFF2-40B4-BE49-F238E27FC236}">
                <a16:creationId xmlns:a16="http://schemas.microsoft.com/office/drawing/2014/main" id="{3E8BB489-F93C-819E-5985-79CFC6810C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備忘稿版面配置區 2">
            <a:extLst>
              <a:ext uri="{FF2B5EF4-FFF2-40B4-BE49-F238E27FC236}">
                <a16:creationId xmlns:a16="http://schemas.microsoft.com/office/drawing/2014/main" id="{D2245CC0-BD14-DF5C-7A17-EFCD00FFE3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69686293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9:notes"/>
          <p:cNvSpPr txBox="1">
            <a:spLocks noGrp="1"/>
          </p:cNvSpPr>
          <p:nvPr>
            <p:ph type="body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301" name="Google Shape;301;p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24893-DBDA-4BFA-9CE1-4BFE7CD0F8CF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7" name="Google Shape;173;p15">
            <a:extLst>
              <a:ext uri="{FF2B5EF4-FFF2-40B4-BE49-F238E27FC236}">
                <a16:creationId xmlns:a16="http://schemas.microsoft.com/office/drawing/2014/main" id="{1EA53AEF-F2B1-0F4B-39E7-2C1000323C5C}"/>
              </a:ext>
            </a:extLst>
          </p:cNvPr>
          <p:cNvSpPr/>
          <p:nvPr userDrawn="1"/>
        </p:nvSpPr>
        <p:spPr>
          <a:xfrm>
            <a:off x="-1" y="12529696"/>
            <a:ext cx="24384001" cy="118879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Calibri"/>
              <a:buNone/>
            </a:pPr>
            <a:endParaRPr sz="3600" b="0" i="0" u="none" strike="noStrike" cap="none" dirty="0">
              <a:solidFill>
                <a:srgbClr val="000000"/>
              </a:solidFill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Calibri"/>
            </a:endParaRPr>
          </a:p>
        </p:txBody>
      </p:sp>
      <p:pic>
        <p:nvPicPr>
          <p:cNvPr id="8" name="Google Shape;175;p15" descr="00新品牌元素-55.png">
            <a:extLst>
              <a:ext uri="{FF2B5EF4-FFF2-40B4-BE49-F238E27FC236}">
                <a16:creationId xmlns:a16="http://schemas.microsoft.com/office/drawing/2014/main" id="{A1C6D771-7D6B-48B8-4879-512D53716F0E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1661141" y="12716794"/>
            <a:ext cx="4686527" cy="849086"/>
          </a:xfrm>
          <a:prstGeom prst="rect">
            <a:avLst/>
          </a:prstGeom>
          <a:noFill/>
          <a:ln>
            <a:noFill/>
          </a:ln>
        </p:spPr>
      </p:pic>
      <p:sp>
        <p:nvSpPr>
          <p:cNvPr id="9" name="Google Shape;177;p15">
            <a:extLst>
              <a:ext uri="{FF2B5EF4-FFF2-40B4-BE49-F238E27FC236}">
                <a16:creationId xmlns:a16="http://schemas.microsoft.com/office/drawing/2014/main" id="{F6E91BB9-A0CF-7DC6-E565-0F8D841B8D6A}"/>
              </a:ext>
            </a:extLst>
          </p:cNvPr>
          <p:cNvSpPr txBox="1"/>
          <p:nvPr userDrawn="1"/>
        </p:nvSpPr>
        <p:spPr>
          <a:xfrm>
            <a:off x="1779473" y="4241866"/>
            <a:ext cx="5726816" cy="1415743"/>
          </a:xfrm>
          <a:prstGeom prst="rect">
            <a:avLst/>
          </a:prstGeom>
          <a:solidFill>
            <a:srgbClr val="288CCC"/>
          </a:solidFill>
          <a:ln>
            <a:noFill/>
          </a:ln>
        </p:spPr>
        <p:txBody>
          <a:bodyPr spcFirstLastPara="1" wrap="square" lIns="91425" tIns="91425" rIns="91425" bIns="91425" anchor="ctr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Arial"/>
              <a:buNone/>
            </a:pPr>
            <a:r>
              <a:rPr lang="en-US" sz="8000" b="0" i="0" u="none" strike="noStrike" cap="none" err="1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Arial"/>
              </a:rPr>
              <a:t>本課文型</a:t>
            </a:r>
            <a:endParaRPr sz="1400" b="0" i="0" u="none" strike="noStrike" cap="none">
              <a:solidFill>
                <a:srgbClr val="0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  <a:sym typeface="Arial"/>
            </a:endParaRPr>
          </a:p>
        </p:txBody>
      </p:sp>
      <p:pic>
        <p:nvPicPr>
          <p:cNvPr id="11" name="Google Shape;180;p15" descr="新品牌元素-04.png">
            <a:extLst>
              <a:ext uri="{FF2B5EF4-FFF2-40B4-BE49-F238E27FC236}">
                <a16:creationId xmlns:a16="http://schemas.microsoft.com/office/drawing/2014/main" id="{9706B59E-0CCB-A03D-5962-B885D023C539}"/>
              </a:ext>
            </a:extLst>
          </p:cNvPr>
          <p:cNvPicPr preferRelativeResize="0"/>
          <p:nvPr userDrawn="1"/>
        </p:nvPicPr>
        <p:blipFill rotWithShape="1">
          <a:blip r:embed="rId3">
            <a:alphaModFix amt="70000"/>
          </a:blip>
          <a:srcRect/>
          <a:stretch/>
        </p:blipFill>
        <p:spPr>
          <a:xfrm>
            <a:off x="21137221" y="1024091"/>
            <a:ext cx="2776561" cy="1589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2" name="Google Shape;181;p15" descr="00新品牌元素-47.png">
            <a:extLst>
              <a:ext uri="{FF2B5EF4-FFF2-40B4-BE49-F238E27FC236}">
                <a16:creationId xmlns:a16="http://schemas.microsoft.com/office/drawing/2014/main" id="{816445DC-2A49-15E8-A162-AB44553F104E}"/>
              </a:ext>
            </a:extLst>
          </p:cNvPr>
          <p:cNvPicPr preferRelativeResize="0"/>
          <p:nvPr userDrawn="1"/>
        </p:nvPicPr>
        <p:blipFill rotWithShape="1">
          <a:blip r:embed="rId4">
            <a:alphaModFix/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/>
          <a:stretch/>
        </p:blipFill>
        <p:spPr>
          <a:xfrm>
            <a:off x="20832421" y="8763000"/>
            <a:ext cx="3780876" cy="4361092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版面配置區 17">
            <a:extLst>
              <a:ext uri="{FF2B5EF4-FFF2-40B4-BE49-F238E27FC236}">
                <a16:creationId xmlns:a16="http://schemas.microsoft.com/office/drawing/2014/main" id="{945131EA-FBA2-5A69-36FD-4A242A80AB2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79070" y="6660848"/>
            <a:ext cx="17113623" cy="5032117"/>
          </a:xfrm>
        </p:spPr>
        <p:txBody>
          <a:bodyPr numCol="2">
            <a:normAutofit/>
          </a:bodyPr>
          <a:lstStyle>
            <a:lvl1pPr marL="0" indent="0">
              <a:buNone/>
              <a:defRPr sz="4200">
                <a:solidFill>
                  <a:srgbClr val="3B3838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  <a:lvl2pPr marL="914400" indent="0">
              <a:buNone/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2pPr>
            <a:lvl3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3pPr>
            <a:lvl4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4pPr>
            <a:lvl5pPr>
              <a:defRPr sz="4200"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5pPr>
          </a:lstStyle>
          <a:p>
            <a:pPr lvl="0"/>
            <a:r>
              <a:rPr lang="zh-TW" altLang="en-US" dirty="0"/>
              <a:t>按一下以編輯母片文字樣式</a:t>
            </a:r>
            <a:endParaRPr lang="en-US" altLang="zh-TW" dirty="0"/>
          </a:p>
        </p:txBody>
      </p:sp>
      <p:sp>
        <p:nvSpPr>
          <p:cNvPr id="19" name="Google Shape;179;p15">
            <a:extLst>
              <a:ext uri="{FF2B5EF4-FFF2-40B4-BE49-F238E27FC236}">
                <a16:creationId xmlns:a16="http://schemas.microsoft.com/office/drawing/2014/main" id="{3F54C1E6-3D7F-502D-6C15-E0DC042557B2}"/>
              </a:ext>
            </a:extLst>
          </p:cNvPr>
          <p:cNvSpPr txBox="1"/>
          <p:nvPr userDrawn="1"/>
        </p:nvSpPr>
        <p:spPr>
          <a:xfrm>
            <a:off x="18036333" y="12735798"/>
            <a:ext cx="5266463" cy="8309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200"/>
              <a:buFont typeface="Arial"/>
              <a:buNone/>
            </a:pPr>
            <a:r>
              <a:rPr lang="ja-JP" altLang="en-US" sz="4200" b="1" i="0" u="none" strike="noStrike" kern="1200" cap="none" dirty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 Bold" panose="020B0602020203020207" pitchFamily="50" charset="-128"/>
                <a:ea typeface="Gen Jyuu Gothic Bold" panose="020B0602020203020207" pitchFamily="50" charset="-128"/>
                <a:cs typeface="Gen Jyuu Gothic Bold" panose="020B0602020203020207" pitchFamily="50" charset="-128"/>
                <a:sym typeface="Arial"/>
              </a:rPr>
              <a:t>學習導師・中級</a:t>
            </a:r>
          </a:p>
        </p:txBody>
      </p:sp>
    </p:spTree>
    <p:extLst>
      <p:ext uri="{BB962C8B-B14F-4D97-AF65-F5344CB8AC3E}">
        <p14:creationId xmlns:p14="http://schemas.microsoft.com/office/powerpoint/2010/main" val="810264706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4381500" y="-36844"/>
            <a:ext cx="19983450" cy="1148734"/>
          </a:xfrm>
          <a:prstGeom prst="rect">
            <a:avLst/>
          </a:prstGeom>
        </p:spPr>
        <p:txBody>
          <a:bodyPr>
            <a:normAutofit/>
          </a:bodyPr>
          <a:lstStyle>
            <a:lvl1pPr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zh-TW" altLang="en-US"/>
              <a:t>按一下以編輯母片標題樣式 </a:t>
            </a:r>
            <a:endParaRPr 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1AC0EF03-D6B3-CE56-533B-535D9DFA0793}"/>
              </a:ext>
            </a:extLst>
          </p:cNvPr>
          <p:cNvSpPr/>
          <p:nvPr userDrawn="1"/>
        </p:nvSpPr>
        <p:spPr>
          <a:xfrm>
            <a:off x="-38100" y="-151233"/>
            <a:ext cx="24403050" cy="1891362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pic>
        <p:nvPicPr>
          <p:cNvPr id="9" name="Google Shape;191;p60" descr="00新品牌元素-50.png">
            <a:extLst>
              <a:ext uri="{FF2B5EF4-FFF2-40B4-BE49-F238E27FC236}">
                <a16:creationId xmlns:a16="http://schemas.microsoft.com/office/drawing/2014/main" id="{30CA417C-C8B7-0AFC-3F11-7B07400254AC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/>
          <a:stretch/>
        </p:blipFill>
        <p:spPr>
          <a:xfrm>
            <a:off x="76200" y="-165077"/>
            <a:ext cx="1371600" cy="146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90;p60" descr="浮水印.png">
            <a:extLst>
              <a:ext uri="{FF2B5EF4-FFF2-40B4-BE49-F238E27FC236}">
                <a16:creationId xmlns:a16="http://schemas.microsoft.com/office/drawing/2014/main" id="{151502A3-5726-B337-1182-245A2ADF7D85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22574250" y="145476"/>
            <a:ext cx="1580320" cy="886984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文字方塊 17">
            <a:extLst>
              <a:ext uri="{FF2B5EF4-FFF2-40B4-BE49-F238E27FC236}">
                <a16:creationId xmlns:a16="http://schemas.microsoft.com/office/drawing/2014/main" id="{286F6F29-2332-3D9E-E40D-AF2D204D300D}"/>
              </a:ext>
            </a:extLst>
          </p:cNvPr>
          <p:cNvSpPr txBox="1"/>
          <p:nvPr userDrawn="1"/>
        </p:nvSpPr>
        <p:spPr>
          <a:xfrm>
            <a:off x="1346200" y="-1056222"/>
            <a:ext cx="3098800" cy="264687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0</a:t>
            </a:r>
            <a:r>
              <a:rPr kumimoji="1" lang="en-US" altLang="ja-JP" sz="9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4</a:t>
            </a:r>
            <a:r>
              <a:rPr kumimoji="1" lang="zh-TW" altLang="en-US" sz="166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166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9" name="文字方塊 18">
            <a:extLst>
              <a:ext uri="{FF2B5EF4-FFF2-40B4-BE49-F238E27FC236}">
                <a16:creationId xmlns:a16="http://schemas.microsoft.com/office/drawing/2014/main" id="{666ED131-2A2B-58C7-4569-0A0957402ACC}"/>
              </a:ext>
            </a:extLst>
          </p:cNvPr>
          <p:cNvSpPr txBox="1"/>
          <p:nvPr userDrawn="1"/>
        </p:nvSpPr>
        <p:spPr>
          <a:xfrm>
            <a:off x="2952115" y="355598"/>
            <a:ext cx="808082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800" b="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お宅訪問</a:t>
            </a:r>
            <a:endParaRPr kumimoji="1" lang="en-US" altLang="ja-JP" sz="2800" b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2400" b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第四課</a:t>
            </a:r>
            <a:endParaRPr kumimoji="1" lang="ja-JP" altLang="en-US" sz="2400" b="0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Cascadia Mono SemiBold" panose="020B06090200000200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494097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63700" y="3424846"/>
            <a:ext cx="21031200" cy="5702416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120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63700" y="9105267"/>
            <a:ext cx="21031200" cy="3000374"/>
          </a:xfrm>
          <a:prstGeom prst="rect">
            <a:avLst/>
          </a:prstGeom>
        </p:spPr>
        <p:txBody>
          <a:bodyPr anchor="t">
            <a:normAutofit/>
          </a:bodyPr>
          <a:lstStyle>
            <a:lvl1pPr marL="0" indent="0">
              <a:buNone/>
              <a:defRPr sz="4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914400" indent="0">
              <a:buNone/>
              <a:defRPr sz="3600">
                <a:solidFill>
                  <a:schemeClr val="tx1">
                    <a:tint val="75000"/>
                  </a:schemeClr>
                </a:solidFill>
              </a:defRPr>
            </a:lvl2pPr>
            <a:lvl3pPr marL="1828800" indent="0">
              <a:buNone/>
              <a:defRPr sz="3200">
                <a:solidFill>
                  <a:schemeClr val="tx1">
                    <a:tint val="75000"/>
                  </a:schemeClr>
                </a:solidFill>
              </a:defRPr>
            </a:lvl3pPr>
            <a:lvl4pPr marL="2743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4pPr>
            <a:lvl5pPr marL="36576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5pPr>
            <a:lvl6pPr marL="45720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6pPr>
            <a:lvl7pPr marL="54864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7pPr>
            <a:lvl8pPr marL="64008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8pPr>
            <a:lvl9pPr marL="731520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0F84E2-2D7A-43CF-AC90-352A289A783A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49661842"/>
      </p:ext>
    </p:extLst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90254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344400" y="3657601"/>
            <a:ext cx="10363200" cy="8702674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2952B5-7A2F-4CC8-B7CE-9234E21C2837}" type="datetime1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386114649"/>
      </p:ext>
    </p:extLst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363701"/>
            <a:ext cx="10312400" cy="1651398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90254" y="5015101"/>
            <a:ext cx="10312400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344401" y="3363702"/>
            <a:ext cx="10363202" cy="1651396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4800" b="1"/>
            </a:lvl1pPr>
            <a:lvl2pPr marL="914400" indent="0">
              <a:buNone/>
              <a:defRPr sz="4000" b="1"/>
            </a:lvl2pPr>
            <a:lvl3pPr marL="1828800" indent="0">
              <a:buNone/>
              <a:defRPr sz="3600" b="1"/>
            </a:lvl3pPr>
            <a:lvl4pPr marL="2743200" indent="0">
              <a:buNone/>
              <a:defRPr sz="3200" b="1"/>
            </a:lvl4pPr>
            <a:lvl5pPr marL="3657600" indent="0">
              <a:buNone/>
              <a:defRPr sz="3200" b="1"/>
            </a:lvl5pPr>
            <a:lvl6pPr marL="4572000" indent="0">
              <a:buNone/>
              <a:defRPr sz="3200" b="1"/>
            </a:lvl6pPr>
            <a:lvl7pPr marL="5486400" indent="0">
              <a:buNone/>
              <a:defRPr sz="3200" b="1"/>
            </a:lvl7pPr>
            <a:lvl8pPr marL="6400800" indent="0">
              <a:buNone/>
              <a:defRPr sz="3200" b="1"/>
            </a:lvl8pPr>
            <a:lvl9pPr marL="7315200" indent="0">
              <a:buNone/>
              <a:defRPr sz="32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344401" y="5015101"/>
            <a:ext cx="10363202" cy="736105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E1DA07A-9201-4B4B-BAF2-015AFA30F520}" type="datetime1">
              <a:rPr lang="en-US" smtClean="0"/>
              <a:t>8/23/2025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43573"/>
      </p:ext>
    </p:extLst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D7E00A-486F-4252-8B1D-E32645521F49}" type="datetime1">
              <a:rPr lang="en-US" smtClean="0"/>
              <a:t>8/23/2025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916354"/>
      </p:ext>
    </p:extLst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DF5F92-E675-4B36-9A60-69A962A68675}" type="datetime1">
              <a:rPr lang="en-US" smtClean="0"/>
              <a:t>8/23/2025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246632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1"/>
            <a:ext cx="7863840" cy="3200394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>
              <a:defRPr sz="6400"/>
            </a:lvl1pPr>
            <a:lvl2pPr>
              <a:defRPr sz="5600"/>
            </a:lvl2pPr>
            <a:lvl3pPr>
              <a:defRPr sz="4800"/>
            </a:lvl3pPr>
            <a:lvl4pPr>
              <a:defRPr sz="4000"/>
            </a:lvl4pPr>
            <a:lvl5pPr>
              <a:defRPr sz="4000"/>
            </a:lvl5pPr>
            <a:lvl6pPr>
              <a:defRPr sz="4000"/>
            </a:lvl6pPr>
            <a:lvl7pPr>
              <a:defRPr sz="4000"/>
            </a:lvl7pPr>
            <a:lvl8pPr>
              <a:defRPr sz="4000"/>
            </a:lvl8pPr>
            <a:lvl9pPr>
              <a:defRPr sz="4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799"/>
            <a:ext cx="7863840" cy="7620002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6E2C9B-5FA2-460D-9BE7-B0812FC2A6FF}" type="datetime1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061178734"/>
      </p:ext>
    </p:extLst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82496" y="914400"/>
            <a:ext cx="7863840" cy="3200400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6400" b="0"/>
            </a:lvl1pPr>
          </a:lstStyle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0363200" y="1981200"/>
            <a:ext cx="12344400" cy="97536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6400"/>
            </a:lvl1pPr>
            <a:lvl2pPr marL="914400" indent="0">
              <a:buNone/>
              <a:defRPr sz="5600"/>
            </a:lvl2pPr>
            <a:lvl3pPr marL="1828800" indent="0">
              <a:buNone/>
              <a:defRPr sz="4800"/>
            </a:lvl3pPr>
            <a:lvl4pPr marL="2743200" indent="0">
              <a:buNone/>
              <a:defRPr sz="4000"/>
            </a:lvl4pPr>
            <a:lvl5pPr marL="3657600" indent="0">
              <a:buNone/>
              <a:defRPr sz="4000"/>
            </a:lvl5pPr>
            <a:lvl6pPr marL="4572000" indent="0">
              <a:buNone/>
              <a:defRPr sz="4000"/>
            </a:lvl6pPr>
            <a:lvl7pPr marL="5486400" indent="0">
              <a:buNone/>
              <a:defRPr sz="4000"/>
            </a:lvl7pPr>
            <a:lvl8pPr marL="6400800" indent="0">
              <a:buNone/>
              <a:defRPr sz="4000"/>
            </a:lvl8pPr>
            <a:lvl9pPr marL="7315200" indent="0">
              <a:buNone/>
              <a:defRPr sz="4000"/>
            </a:lvl9pPr>
          </a:lstStyle>
          <a:p>
            <a:r>
              <a:rPr lang="zh-TW" altLang="en-US"/>
              <a:t>按一下圖示以新增圖片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82496" y="4114800"/>
            <a:ext cx="7863840" cy="762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3200"/>
            </a:lvl1pPr>
            <a:lvl2pPr marL="914400" indent="0">
              <a:buNone/>
              <a:defRPr sz="2400"/>
            </a:lvl2pPr>
            <a:lvl3pPr marL="1828800" indent="0">
              <a:buNone/>
              <a:defRPr sz="2000"/>
            </a:lvl3pPr>
            <a:lvl4pPr marL="2743200" indent="0">
              <a:buNone/>
              <a:defRPr sz="1800"/>
            </a:lvl4pPr>
            <a:lvl5pPr marL="3657600" indent="0">
              <a:buNone/>
              <a:defRPr sz="1800"/>
            </a:lvl5pPr>
            <a:lvl6pPr marL="4572000" indent="0">
              <a:buNone/>
              <a:defRPr sz="1800"/>
            </a:lvl6pPr>
            <a:lvl7pPr marL="5486400" indent="0">
              <a:buNone/>
              <a:defRPr sz="1800"/>
            </a:lvl7pPr>
            <a:lvl8pPr marL="6400800" indent="0">
              <a:buNone/>
              <a:defRPr sz="1800"/>
            </a:lvl8pPr>
            <a:lvl9pPr marL="7315200" indent="0">
              <a:buNone/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374940-A916-4C8B-9648-02A2D3898F9E}" type="datetime1">
              <a:rPr lang="en-US" smtClean="0"/>
              <a:t>8/23/2025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346350851"/>
      </p:ext>
    </p:extLst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4E5243-F52A-4D37-9694-EB26C6C31910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88986732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449800" y="720724"/>
            <a:ext cx="5257800" cy="11623676"/>
          </a:xfrm>
          <a:prstGeom prst="rect">
            <a:avLst/>
          </a:prstGeom>
        </p:spPr>
        <p:txBody>
          <a:bodyPr vert="eaVert"/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76400" y="720725"/>
            <a:ext cx="15468600" cy="1162367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77B6E1-634A-48DC-9E8B-D894023267EF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299469385"/>
      </p:ext>
    </p:extLst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90254" y="731520"/>
            <a:ext cx="21031200" cy="26511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90254" y="3657601"/>
            <a:ext cx="21031200" cy="870267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5586B75A-687E-405C-8A0B-8D00578BA2C3}" type="datetime1">
              <a:rPr lang="en-US" smtClean="0"/>
              <a:t>8/23/2025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2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7235054" y="12712701"/>
            <a:ext cx="5486400" cy="7302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 sz="1400">
              <a:solidFill>
                <a:srgbClr val="000000"/>
              </a:solidFill>
              <a:latin typeface="BIZ UDGothic" panose="020B0400000000000000" pitchFamily="33" charset="-128"/>
              <a:ea typeface="BIZ UDGothic" panose="020B0400000000000000" pitchFamily="33" charset="-128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33215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9" r:id="rId1"/>
    <p:sldLayoutId id="2147483690" r:id="rId2"/>
    <p:sldLayoutId id="2147483691" r:id="rId3"/>
    <p:sldLayoutId id="2147483692" r:id="rId4"/>
    <p:sldLayoutId id="2147483693" r:id="rId5"/>
    <p:sldLayoutId id="2147483694" r:id="rId6"/>
    <p:sldLayoutId id="2147483695" r:id="rId7"/>
    <p:sldLayoutId id="2147483696" r:id="rId8"/>
    <p:sldLayoutId id="2147483697" r:id="rId9"/>
    <p:sldLayoutId id="2147483698" r:id="rId10"/>
    <p:sldLayoutId id="2147483699" r:id="rId11"/>
  </p:sldLayoutIdLst>
  <p:hf sldNum="0" hdr="0" ftr="0" dt="0"/>
  <p:txStyles>
    <p:titleStyle>
      <a:lvl1pPr algn="l" defTabSz="1828800" rtl="0" eaLnBrk="1" latinLnBrk="0" hangingPunct="1">
        <a:lnSpc>
          <a:spcPct val="90000"/>
        </a:lnSpc>
        <a:spcBef>
          <a:spcPct val="0"/>
        </a:spcBef>
        <a:buNone/>
        <a:defRPr sz="8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200" indent="-457200" algn="l" defTabSz="1828800" rtl="0" eaLnBrk="1" latinLnBrk="0" hangingPunct="1">
        <a:lnSpc>
          <a:spcPct val="90000"/>
        </a:lnSpc>
        <a:spcBef>
          <a:spcPts val="2000"/>
        </a:spcBef>
        <a:buFont typeface="Wingdings 2" pitchFamily="18" charset="2"/>
        <a:buChar char=""/>
        <a:defRPr sz="5600" kern="1200">
          <a:solidFill>
            <a:schemeClr val="tx1"/>
          </a:solidFill>
          <a:latin typeface="+mn-lt"/>
          <a:ea typeface="+mn-ea"/>
          <a:cs typeface="+mn-cs"/>
        </a:defRPr>
      </a:lvl1pPr>
      <a:lvl2pPr marL="13716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800" kern="1200">
          <a:solidFill>
            <a:schemeClr val="tx1"/>
          </a:solidFill>
          <a:latin typeface="+mn-lt"/>
          <a:ea typeface="+mn-ea"/>
          <a:cs typeface="+mn-cs"/>
        </a:defRPr>
      </a:lvl2pPr>
      <a:lvl3pPr marL="22860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4000" kern="1200">
          <a:solidFill>
            <a:schemeClr val="tx1"/>
          </a:solidFill>
          <a:latin typeface="+mn-lt"/>
          <a:ea typeface="+mn-ea"/>
          <a:cs typeface="+mn-cs"/>
        </a:defRPr>
      </a:lvl3pPr>
      <a:lvl4pPr marL="32004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4114800" indent="-457200" algn="l" defTabSz="1828800" rtl="0" eaLnBrk="1" latinLnBrk="0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50292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9436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8580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772400" indent="-457200" algn="l" defTabSz="1828800" rtl="0" eaLnBrk="1" latinLnBrk="0" hangingPunct="1">
        <a:spcBef>
          <a:spcPct val="20000"/>
        </a:spcBef>
        <a:buFont typeface="Wingdings 2" pitchFamily="18" charset="2"/>
        <a:buChar char=""/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1pPr>
      <a:lvl2pPr marL="914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2pPr>
      <a:lvl3pPr marL="1828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3pPr>
      <a:lvl4pPr marL="2743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4pPr>
      <a:lvl5pPr marL="36576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5pPr>
      <a:lvl6pPr marL="45720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6pPr>
      <a:lvl7pPr marL="54864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7pPr>
      <a:lvl8pPr marL="64008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8pPr>
      <a:lvl9pPr marL="7315200" algn="l" defTabSz="1828800" rtl="0" eaLnBrk="1" latinLnBrk="0" hangingPunct="1">
        <a:defRPr sz="36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版面配置區 1">
            <a:extLst>
              <a:ext uri="{FF2B5EF4-FFF2-40B4-BE49-F238E27FC236}">
                <a16:creationId xmlns:a16="http://schemas.microsoft.com/office/drawing/2014/main" id="{42978BFF-C9BA-D65A-A597-87A395CE7CCE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>
            <p:ph type="body" sz="quarter" idx="13"/>
          </p:nvPr>
        </p:nvSpPr>
        <p:spPr>
          <a:xfrm>
            <a:off x="1679070" y="6660848"/>
            <a:ext cx="21314280" cy="5032117"/>
          </a:xfrm>
        </p:spPr>
        <p:txBody>
          <a:bodyPr numCol="2">
            <a:normAutofit/>
          </a:bodyPr>
          <a:lstStyle/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めったに～ない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くらい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～そうに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わりに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(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は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) B</a:t>
            </a: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～なんか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でもあり、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でもある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～ところに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によって、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が違う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～に対して</a:t>
            </a:r>
            <a:endParaRPr lang="en-US" altLang="ja-JP" sz="4800" dirty="0">
              <a:latin typeface="BIZ UDGothic" panose="020B0600070205080204" charset="-128"/>
              <a:ea typeface="BIZ UDGothic" panose="020B0600070205080204" charset="-128"/>
            </a:endParaRPr>
          </a:p>
          <a:p>
            <a:pPr marL="685800" indent="-685800">
              <a:buFont typeface="Arial" panose="020B0604020202020204" pitchFamily="34" charset="0"/>
              <a:buChar char="•"/>
            </a:pP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A 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上に </a:t>
            </a:r>
            <a:r>
              <a:rPr lang="en-US" altLang="ja-JP" sz="4800" dirty="0">
                <a:latin typeface="BIZ UDGothic" panose="020B0600070205080204" charset="-128"/>
                <a:ea typeface="BIZ UDGothic" panose="020B0600070205080204" charset="-128"/>
              </a:rPr>
              <a:t>B</a:t>
            </a:r>
            <a:endParaRPr lang="ja-JP" altLang="en-US" sz="4800" dirty="0">
              <a:latin typeface="BIZ UDGothic" panose="020B0600070205080204" charset="-128"/>
              <a:ea typeface="BIZ UDGothic" panose="020B0600070205080204" charset="-128"/>
            </a:endParaRP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ED9B722B-1BEB-4A9C-1D65-143E67B5ABB6}"/>
              </a:ext>
            </a:extLst>
          </p:cNvPr>
          <p:cNvSpPr txBox="1"/>
          <p:nvPr/>
        </p:nvSpPr>
        <p:spPr>
          <a:xfrm>
            <a:off x="1544081" y="-821209"/>
            <a:ext cx="3098800" cy="37702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TW" sz="138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04</a:t>
            </a:r>
            <a:r>
              <a:rPr kumimoji="1" lang="zh-TW" altLang="en-US" sz="23900" b="1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    </a:t>
            </a:r>
            <a:endParaRPr kumimoji="1" lang="ja-JP" altLang="en-US" sz="23900" b="1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</p:txBody>
      </p:sp>
      <p:sp>
        <p:nvSpPr>
          <p:cNvPr id="13" name="文字方塊 12">
            <a:extLst>
              <a:ext uri="{FF2B5EF4-FFF2-40B4-BE49-F238E27FC236}">
                <a16:creationId xmlns:a16="http://schemas.microsoft.com/office/drawing/2014/main" id="{CE093256-7AFB-4FC3-3F91-43D09072FD5D}"/>
              </a:ext>
            </a:extLst>
          </p:cNvPr>
          <p:cNvSpPr txBox="1"/>
          <p:nvPr/>
        </p:nvSpPr>
        <p:spPr>
          <a:xfrm>
            <a:off x="4036785" y="1239585"/>
            <a:ext cx="8080829" cy="12618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000" dirty="0">
                <a:solidFill>
                  <a:srgbClr val="1C85C9"/>
                </a:solidFill>
                <a:latin typeface="HGPSoeiKakugothicUB" panose="020B0900000000000000" pitchFamily="34" charset="-128"/>
                <a:ea typeface="HGPSoeiKakugothicUB" panose="020B0900000000000000" pitchFamily="34" charset="-128"/>
                <a:cs typeface="Cascadia Mono SemiBold" panose="020B0609020000020004" pitchFamily="49" charset="0"/>
              </a:rPr>
              <a:t>お宅訪問</a:t>
            </a:r>
            <a:endParaRPr kumimoji="1" lang="en-US" altLang="ja-JP" sz="4000" b="0" dirty="0">
              <a:solidFill>
                <a:srgbClr val="1C85C9"/>
              </a:solidFill>
              <a:latin typeface="HGPSoeiKakugothicUB" panose="020B0900000000000000" pitchFamily="34" charset="-128"/>
              <a:ea typeface="HGPSoeiKakugothicUB" panose="020B0900000000000000" pitchFamily="34" charset="-128"/>
              <a:cs typeface="Cascadia Mono SemiBold" panose="020B0609020000020004" pitchFamily="49" charset="0"/>
            </a:endParaRPr>
          </a:p>
          <a:p>
            <a:r>
              <a:rPr kumimoji="1" lang="ja-JP" altLang="en-US" sz="3600" b="0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Cascadia Mono SemiBold" panose="020B0609020000020004" pitchFamily="49" charset="0"/>
              </a:rPr>
              <a:t>第四課</a:t>
            </a:r>
          </a:p>
        </p:txBody>
      </p:sp>
    </p:spTree>
    <p:extLst>
      <p:ext uri="{BB962C8B-B14F-4D97-AF65-F5344CB8AC3E}">
        <p14:creationId xmlns:p14="http://schemas.microsoft.com/office/powerpoint/2010/main" val="16983667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800CC0-9AEB-CEDC-011A-75914E0C47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DA69BD8C-0913-B381-ABCA-CA713C77BC80}"/>
              </a:ext>
            </a:extLst>
          </p:cNvPr>
          <p:cNvSpPr txBox="1"/>
          <p:nvPr/>
        </p:nvSpPr>
        <p:spPr>
          <a:xfrm>
            <a:off x="1183163" y="1674675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最近忙しくて、家族とご飯を食べることは</a:t>
            </a:r>
            <a:r>
              <a:rPr lang="ja-JP" altLang="en-US" sz="4800" u="sng" dirty="0"/>
              <a:t>　　　　　　　　　　　　　</a:t>
            </a:r>
            <a:r>
              <a:rPr lang="ja-JP" altLang="en-US" sz="4800" dirty="0"/>
              <a:t>。　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そのことを知っている人はわたしたち</a:t>
            </a:r>
            <a:r>
              <a:rPr lang="ja-JP" altLang="en-US" sz="4800" u="sng" dirty="0"/>
              <a:t>　　　　　　　　　　　　　</a:t>
            </a:r>
            <a:r>
              <a:rPr lang="ja-JP" altLang="en-US" sz="4800" dirty="0"/>
              <a:t>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彼女は</a:t>
            </a:r>
            <a:r>
              <a:rPr lang="ja-JP" altLang="en-US" sz="4800" u="sng" dirty="0"/>
              <a:t>　　　　　　　　　　　　　</a:t>
            </a:r>
            <a:r>
              <a:rPr lang="ja-JP" altLang="en-US" sz="4800" dirty="0"/>
              <a:t>笑ったが、目がとても寂しそうだった。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このアパートは</a:t>
            </a:r>
            <a:r>
              <a:rPr lang="ja-JP" altLang="en-US" sz="4800" u="sng" dirty="0"/>
              <a:t>　　　　　　　　　　　　　</a:t>
            </a:r>
            <a:r>
              <a:rPr lang="ja-JP" altLang="en-US" sz="4800" dirty="0"/>
              <a:t>家賃が安いですね。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わたしの絵</a:t>
            </a:r>
            <a:r>
              <a:rPr lang="ja-JP" altLang="en-US" sz="4800" u="sng" dirty="0"/>
              <a:t>　　　　　　　　　　　　　　　　　</a:t>
            </a:r>
            <a:r>
              <a:rPr lang="ja-JP" altLang="en-US" sz="4800" dirty="0"/>
              <a:t>よ。恥ずかしいから。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822ABB65-5595-9560-BE75-B242D3F7621E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5">
            <a:extLst>
              <a:ext uri="{FF2B5EF4-FFF2-40B4-BE49-F238E27FC236}">
                <a16:creationId xmlns:a16="http://schemas.microsoft.com/office/drawing/2014/main" id="{947FA318-DBC1-7DB8-E4D0-2755FFA45959}"/>
              </a:ext>
            </a:extLst>
          </p:cNvPr>
          <p:cNvSpPr txBox="1"/>
          <p:nvPr/>
        </p:nvSpPr>
        <p:spPr>
          <a:xfrm>
            <a:off x="5521214" y="11625826"/>
            <a:ext cx="14326358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4800" dirty="0"/>
              <a:t>～なんか　</a:t>
            </a:r>
            <a:r>
              <a:rPr lang="en-US" altLang="ja-JP" sz="4800" dirty="0"/>
              <a:t>/</a:t>
            </a:r>
            <a:r>
              <a:rPr lang="ja-JP" altLang="en-US" sz="4800" dirty="0"/>
              <a:t>　めったに　</a:t>
            </a:r>
            <a:r>
              <a:rPr lang="en-US" altLang="ja-JP" sz="4800" dirty="0"/>
              <a:t>/</a:t>
            </a:r>
            <a:r>
              <a:rPr lang="ja-JP" altLang="en-US" sz="4800" dirty="0"/>
              <a:t>　わりに　</a:t>
            </a:r>
            <a:r>
              <a:rPr lang="en-US" altLang="ja-JP" sz="4800" dirty="0"/>
              <a:t>/</a:t>
            </a:r>
            <a:r>
              <a:rPr lang="ja-JP" altLang="en-US" sz="4800" dirty="0"/>
              <a:t>　くらい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～そうに</a:t>
            </a:r>
            <a:endParaRPr kumimoji="1" lang="ja-JP" altLang="en-US" sz="4800" dirty="0"/>
          </a:p>
        </p:txBody>
      </p:sp>
    </p:spTree>
    <p:extLst>
      <p:ext uri="{BB962C8B-B14F-4D97-AF65-F5344CB8AC3E}">
        <p14:creationId xmlns:p14="http://schemas.microsoft.com/office/powerpoint/2010/main" val="7323331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F1CC45-F9B4-BA23-E70F-63C05AABC8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A991570E-8370-4994-45F0-B26BBCFF0EBD}"/>
              </a:ext>
            </a:extLst>
          </p:cNvPr>
          <p:cNvSpPr txBox="1"/>
          <p:nvPr/>
        </p:nvSpPr>
        <p:spPr>
          <a:xfrm>
            <a:off x="1183163" y="1674675"/>
            <a:ext cx="22301713" cy="9014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最近忙しくて、家族とご飯を食べることは</a:t>
            </a:r>
            <a:r>
              <a:rPr lang="ja-JP" altLang="en-US" sz="4800" u="sng" dirty="0"/>
              <a:t>　　　　　　　　　　　　　</a:t>
            </a:r>
            <a:r>
              <a:rPr lang="ja-JP" altLang="en-US" sz="4800" dirty="0"/>
              <a:t>。　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そのことを知っている人はわたしたち</a:t>
            </a:r>
            <a:r>
              <a:rPr lang="ja-JP" altLang="en-US" sz="4800" u="sng" dirty="0"/>
              <a:t>　　　　　　　　　　　　　</a:t>
            </a:r>
            <a:r>
              <a:rPr lang="ja-JP" altLang="en-US" sz="4800" dirty="0"/>
              <a:t>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彼女は</a:t>
            </a:r>
            <a:r>
              <a:rPr lang="ja-JP" altLang="en-US" sz="4800" u="sng" dirty="0"/>
              <a:t>　　　　　　　　　　　　　</a:t>
            </a:r>
            <a:r>
              <a:rPr lang="ja-JP" altLang="en-US" sz="4800" dirty="0"/>
              <a:t>笑ったが、目がとても寂しそうだった。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このアパートは</a:t>
            </a:r>
            <a:r>
              <a:rPr lang="ja-JP" altLang="en-US" sz="4800" u="sng" dirty="0"/>
              <a:t>　　　　　　　　　　　　　</a:t>
            </a:r>
            <a:r>
              <a:rPr lang="ja-JP" altLang="en-US" sz="4800" dirty="0"/>
              <a:t>家賃が安いですね。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/>
            </a:pPr>
            <a:r>
              <a:rPr lang="ja-JP" altLang="en-US" sz="4800" dirty="0"/>
              <a:t>わたしの絵</a:t>
            </a:r>
            <a:r>
              <a:rPr lang="ja-JP" altLang="en-US" sz="4800" u="sng" dirty="0"/>
              <a:t>　　　　　　　　　　　　　　　　　</a:t>
            </a:r>
            <a:r>
              <a:rPr lang="ja-JP" altLang="en-US" sz="4800" dirty="0"/>
              <a:t>よ。恥ずかしいから。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F34168EB-D5D6-4EE9-C366-CF923FAD2988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5">
            <a:extLst>
              <a:ext uri="{FF2B5EF4-FFF2-40B4-BE49-F238E27FC236}">
                <a16:creationId xmlns:a16="http://schemas.microsoft.com/office/drawing/2014/main" id="{1166FE10-0ADB-E10B-30DD-7372B022FE62}"/>
              </a:ext>
            </a:extLst>
          </p:cNvPr>
          <p:cNvSpPr txBox="1"/>
          <p:nvPr/>
        </p:nvSpPr>
        <p:spPr>
          <a:xfrm>
            <a:off x="5521214" y="11625826"/>
            <a:ext cx="14326358" cy="830997"/>
          </a:xfrm>
          <a:prstGeom prst="rect">
            <a:avLst/>
          </a:prstGeom>
          <a:noFill/>
          <a:ln>
            <a:solidFill>
              <a:srgbClr val="000000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4800" dirty="0"/>
              <a:t>～なんか　</a:t>
            </a:r>
            <a:r>
              <a:rPr lang="en-US" altLang="ja-JP" sz="4800" dirty="0"/>
              <a:t>/</a:t>
            </a:r>
            <a:r>
              <a:rPr lang="ja-JP" altLang="en-US" sz="4800" dirty="0"/>
              <a:t>　めったに　</a:t>
            </a:r>
            <a:r>
              <a:rPr lang="en-US" altLang="ja-JP" sz="4800" dirty="0"/>
              <a:t>/</a:t>
            </a:r>
            <a:r>
              <a:rPr lang="ja-JP" altLang="en-US" sz="4800" dirty="0"/>
              <a:t>　わりに　</a:t>
            </a:r>
            <a:r>
              <a:rPr lang="en-US" altLang="ja-JP" sz="4800" dirty="0"/>
              <a:t>/</a:t>
            </a:r>
            <a:r>
              <a:rPr lang="ja-JP" altLang="en-US" sz="4800" dirty="0"/>
              <a:t>　くらい　</a:t>
            </a:r>
            <a:r>
              <a:rPr lang="en-US" altLang="ja-JP" sz="4800" dirty="0"/>
              <a:t>/</a:t>
            </a:r>
            <a:r>
              <a:rPr lang="ja-JP" altLang="en-US" sz="4800" dirty="0"/>
              <a:t>　～そうに</a:t>
            </a:r>
            <a:endParaRPr kumimoji="1" lang="ja-JP" altLang="en-US" sz="4800" dirty="0"/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42DDE42F-DDF4-CCC0-CFFB-18E19CC31402}"/>
              </a:ext>
            </a:extLst>
          </p:cNvPr>
          <p:cNvSpPr txBox="1"/>
          <p:nvPr/>
        </p:nvSpPr>
        <p:spPr>
          <a:xfrm>
            <a:off x="12828550" y="2195809"/>
            <a:ext cx="358463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めったにない</a:t>
            </a:r>
          </a:p>
        </p:txBody>
      </p:sp>
      <p:sp>
        <p:nvSpPr>
          <p:cNvPr id="5" name="文字方塊 6">
            <a:extLst>
              <a:ext uri="{FF2B5EF4-FFF2-40B4-BE49-F238E27FC236}">
                <a16:creationId xmlns:a16="http://schemas.microsoft.com/office/drawing/2014/main" id="{3F691684-4D40-9AD9-C295-3B138E5DDF82}"/>
              </a:ext>
            </a:extLst>
          </p:cNvPr>
          <p:cNvSpPr txBox="1"/>
          <p:nvPr/>
        </p:nvSpPr>
        <p:spPr>
          <a:xfrm>
            <a:off x="11986768" y="4138215"/>
            <a:ext cx="220445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くらいだ</a:t>
            </a:r>
          </a:p>
        </p:txBody>
      </p:sp>
      <p:sp>
        <p:nvSpPr>
          <p:cNvPr id="6" name="文字方塊 6">
            <a:extLst>
              <a:ext uri="{FF2B5EF4-FFF2-40B4-BE49-F238E27FC236}">
                <a16:creationId xmlns:a16="http://schemas.microsoft.com/office/drawing/2014/main" id="{85B7442C-7624-1AF2-5004-28D6097734DF}"/>
              </a:ext>
            </a:extLst>
          </p:cNvPr>
          <p:cNvSpPr txBox="1"/>
          <p:nvPr/>
        </p:nvSpPr>
        <p:spPr>
          <a:xfrm>
            <a:off x="4689856" y="6027003"/>
            <a:ext cx="28680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楽しそうに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8A987266-AC32-910A-64CF-B29E6F25B69D}"/>
              </a:ext>
            </a:extLst>
          </p:cNvPr>
          <p:cNvSpPr txBox="1"/>
          <p:nvPr/>
        </p:nvSpPr>
        <p:spPr>
          <a:xfrm>
            <a:off x="6270206" y="7942599"/>
            <a:ext cx="478688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駅から近いわりに</a:t>
            </a:r>
          </a:p>
        </p:txBody>
      </p:sp>
      <p:sp>
        <p:nvSpPr>
          <p:cNvPr id="8" name="文字方塊 6">
            <a:extLst>
              <a:ext uri="{FF2B5EF4-FFF2-40B4-BE49-F238E27FC236}">
                <a16:creationId xmlns:a16="http://schemas.microsoft.com/office/drawing/2014/main" id="{83013627-271A-10EF-2084-029D0AD34747}"/>
              </a:ext>
            </a:extLst>
          </p:cNvPr>
          <p:cNvSpPr txBox="1"/>
          <p:nvPr/>
        </p:nvSpPr>
        <p:spPr>
          <a:xfrm>
            <a:off x="5521214" y="9710228"/>
            <a:ext cx="427552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なんか見ないで</a:t>
            </a:r>
          </a:p>
        </p:txBody>
      </p:sp>
    </p:spTree>
    <p:extLst>
      <p:ext uri="{BB962C8B-B14F-4D97-AF65-F5344CB8AC3E}">
        <p14:creationId xmlns:p14="http://schemas.microsoft.com/office/powerpoint/2010/main" val="3135327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2E0E65-A0F4-41BB-A3EA-2923D9F7F8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5DB411D-AC88-FC2D-00A3-25DE3946EAEA}"/>
              </a:ext>
            </a:extLst>
          </p:cNvPr>
          <p:cNvSpPr txBox="1"/>
          <p:nvPr/>
        </p:nvSpPr>
        <p:spPr>
          <a:xfrm>
            <a:off x="1183163" y="3082851"/>
            <a:ext cx="22301713" cy="9011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彼は</a:t>
            </a:r>
            <a:r>
              <a:rPr lang="ja-JP" altLang="en-US" sz="4800" u="sng" dirty="0"/>
              <a:t>　　　　　　　　　　　　　　　　　　　　　　　　　　　　　　　　</a:t>
            </a:r>
            <a:r>
              <a:rPr lang="ja-JP" altLang="en-US" sz="4800" dirty="0"/>
              <a:t>。「</a:t>
            </a:r>
            <a:r>
              <a:rPr lang="en-US" altLang="ja-JP" sz="4800" dirty="0"/>
              <a:t>A </a:t>
            </a:r>
            <a:r>
              <a:rPr lang="ja-JP" altLang="en-US" sz="4800" dirty="0"/>
              <a:t>でもあり、</a:t>
            </a:r>
            <a:r>
              <a:rPr lang="en-US" altLang="ja-JP" sz="4800" dirty="0"/>
              <a:t>B </a:t>
            </a:r>
            <a:r>
              <a:rPr lang="ja-JP" altLang="en-US" sz="4800" dirty="0"/>
              <a:t>でもある」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u="sng" dirty="0"/>
              <a:t>　　　　　　　　　　　　　　　　</a:t>
            </a:r>
            <a:r>
              <a:rPr lang="en-US" altLang="ja-JP" sz="4800" u="sng" dirty="0"/>
              <a:t>					</a:t>
            </a:r>
            <a:r>
              <a:rPr lang="ja-JP" altLang="en-US" sz="4800" dirty="0"/>
              <a:t>電話がかかってきた。「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～ところに</a:t>
            </a:r>
            <a:r>
              <a:rPr lang="ja-JP" altLang="en-US" sz="4800" dirty="0"/>
              <a:t>」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この料理は</a:t>
            </a:r>
            <a:r>
              <a:rPr lang="ja-JP" altLang="en-US" sz="4800" u="sng" dirty="0"/>
              <a:t>　　　　　　　　　　　　　　　　</a:t>
            </a:r>
            <a:r>
              <a:rPr lang="en-US" altLang="ja-JP" sz="4800" u="sng" dirty="0"/>
              <a:t>	</a:t>
            </a:r>
            <a:r>
              <a:rPr lang="ja-JP" altLang="en-US" sz="4800" dirty="0"/>
              <a:t>味が違います。 「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によって</a:t>
            </a:r>
            <a:r>
              <a:rPr lang="ja-JP" altLang="en-US" sz="4800" dirty="0"/>
              <a:t>」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u="sng" dirty="0"/>
              <a:t>　　　　　　　　　　　　　　　　</a:t>
            </a:r>
            <a:r>
              <a:rPr lang="en-US" altLang="ja-JP" sz="4800" u="sng" dirty="0"/>
              <a:t>	</a:t>
            </a:r>
            <a:r>
              <a:rPr lang="ja-JP" altLang="en-US" sz="4800" dirty="0"/>
              <a:t>、もっと丁寧に話してください。「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に対して</a:t>
            </a:r>
            <a:r>
              <a:rPr lang="ja-JP" altLang="en-US" sz="4800" dirty="0"/>
              <a:t>」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この店は</a:t>
            </a:r>
            <a:r>
              <a:rPr lang="ja-JP" altLang="en-US" sz="4800" u="sng" dirty="0"/>
              <a:t>　　　　　　　　　　　　　　　</a:t>
            </a:r>
            <a:r>
              <a:rPr lang="en-US" altLang="ja-JP" sz="4800" u="sng" dirty="0"/>
              <a:t>	</a:t>
            </a:r>
            <a:r>
              <a:rPr lang="ja-JP" altLang="en-US" sz="4800" dirty="0"/>
              <a:t>サービスもいいから人気だ。「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上に</a:t>
            </a:r>
            <a:r>
              <a:rPr lang="ja-JP" altLang="en-US" sz="4800" dirty="0"/>
              <a:t>」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BD9C5FE6-25DF-A384-E658-98634D4A6FD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8387833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016DE6-BDC4-32B1-82D7-B0EA29922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D94DC43-630F-852E-3665-CA6DDD72C76C}"/>
              </a:ext>
            </a:extLst>
          </p:cNvPr>
          <p:cNvSpPr txBox="1"/>
          <p:nvPr/>
        </p:nvSpPr>
        <p:spPr>
          <a:xfrm>
            <a:off x="1183163" y="3082851"/>
            <a:ext cx="22301713" cy="90116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彼は</a:t>
            </a:r>
            <a:r>
              <a:rPr lang="ja-JP" altLang="en-US" sz="4800" u="sng" dirty="0"/>
              <a:t>　　　　　　　　　　　　　　　　　　　　　　　　　　　　　　　　</a:t>
            </a:r>
            <a:r>
              <a:rPr lang="ja-JP" altLang="en-US" sz="4800" dirty="0"/>
              <a:t>。「</a:t>
            </a:r>
            <a:r>
              <a:rPr lang="en-US" altLang="ja-JP" sz="4800" dirty="0"/>
              <a:t>A </a:t>
            </a:r>
            <a:r>
              <a:rPr lang="ja-JP" altLang="en-US" sz="4800" dirty="0"/>
              <a:t>でもあり、</a:t>
            </a:r>
            <a:r>
              <a:rPr lang="en-US" altLang="ja-JP" sz="4800" dirty="0"/>
              <a:t>B </a:t>
            </a:r>
            <a:r>
              <a:rPr lang="ja-JP" altLang="en-US" sz="4800" dirty="0"/>
              <a:t>でもある」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u="sng" dirty="0"/>
              <a:t>　　　　　　　　　　　　　　　　</a:t>
            </a:r>
            <a:r>
              <a:rPr lang="en-US" altLang="ja-JP" sz="4800" u="sng" dirty="0"/>
              <a:t>					</a:t>
            </a:r>
            <a:r>
              <a:rPr lang="ja-JP" altLang="en-US" sz="4800" dirty="0"/>
              <a:t>電話がかかってきた。「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～ところに</a:t>
            </a:r>
            <a:r>
              <a:rPr lang="ja-JP" altLang="en-US" sz="4800" dirty="0"/>
              <a:t>」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この料理は</a:t>
            </a:r>
            <a:r>
              <a:rPr lang="ja-JP" altLang="en-US" sz="4800" u="sng" dirty="0"/>
              <a:t>　　　　　　　　　　　　　　　　</a:t>
            </a:r>
            <a:r>
              <a:rPr lang="en-US" altLang="ja-JP" sz="4800" u="sng" dirty="0"/>
              <a:t>	</a:t>
            </a:r>
            <a:r>
              <a:rPr lang="ja-JP" altLang="en-US" sz="4800" dirty="0"/>
              <a:t>味が違います。 「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によって</a:t>
            </a:r>
            <a:r>
              <a:rPr lang="ja-JP" altLang="en-US" sz="4800" dirty="0"/>
              <a:t>」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u="sng" dirty="0"/>
              <a:t>　　　　　　　　　　　　　　　　</a:t>
            </a:r>
            <a:r>
              <a:rPr lang="en-US" altLang="ja-JP" sz="4800" u="sng" dirty="0"/>
              <a:t>	</a:t>
            </a:r>
            <a:r>
              <a:rPr lang="ja-JP" altLang="en-US" sz="4800" dirty="0"/>
              <a:t>、もっと丁寧に話してください。「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に対して</a:t>
            </a:r>
            <a:r>
              <a:rPr lang="ja-JP" altLang="en-US" sz="4800" dirty="0"/>
              <a:t>」</a:t>
            </a:r>
          </a:p>
          <a:p>
            <a:pPr marL="914400" indent="-914400">
              <a:lnSpc>
                <a:spcPct val="250000"/>
              </a:lnSpc>
              <a:buFont typeface="+mj-lt"/>
              <a:buAutoNum type="arabicPeriod" startAt="6"/>
            </a:pPr>
            <a:r>
              <a:rPr lang="ja-JP" altLang="en-US" sz="4800" dirty="0"/>
              <a:t>この店は</a:t>
            </a:r>
            <a:r>
              <a:rPr lang="ja-JP" altLang="en-US" sz="4800" u="sng" dirty="0"/>
              <a:t>　　　　　　　　　　　　　　　</a:t>
            </a:r>
            <a:r>
              <a:rPr lang="en-US" altLang="ja-JP" sz="4800" u="sng" dirty="0"/>
              <a:t>	</a:t>
            </a:r>
            <a:r>
              <a:rPr lang="ja-JP" altLang="en-US" sz="4800" dirty="0"/>
              <a:t>サービスもいいから人気だ。「</a:t>
            </a:r>
            <a:r>
              <a:rPr lang="ja-JP" altLang="en-US" sz="4800" dirty="0">
                <a:latin typeface="BIZ UDGothic" panose="020B0600070205080204" charset="-128"/>
                <a:ea typeface="BIZ UDGothic" panose="020B0600070205080204" charset="-128"/>
              </a:rPr>
              <a:t>上に</a:t>
            </a:r>
            <a:r>
              <a:rPr lang="ja-JP" altLang="en-US" sz="4800" dirty="0"/>
              <a:t>」</a:t>
            </a: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D26154A6-D09F-D35C-6E30-0497CF7DDC91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1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重點文型練習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6">
            <a:extLst>
              <a:ext uri="{FF2B5EF4-FFF2-40B4-BE49-F238E27FC236}">
                <a16:creationId xmlns:a16="http://schemas.microsoft.com/office/drawing/2014/main" id="{EA381F8E-D40E-553E-ECD0-5FB4D61ECEA0}"/>
              </a:ext>
            </a:extLst>
          </p:cNvPr>
          <p:cNvSpPr txBox="1"/>
          <p:nvPr/>
        </p:nvSpPr>
        <p:spPr>
          <a:xfrm>
            <a:off x="5844742" y="3682155"/>
            <a:ext cx="64892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4800" b="1" dirty="0">
                <a:solidFill>
                  <a:srgbClr val="1C85C9"/>
                </a:solidFill>
              </a:rPr>
              <a:t>でもあり、作家でもある　</a:t>
            </a:r>
            <a:endParaRPr kumimoji="1" lang="ja-JP" altLang="en-US" sz="4800" b="1" dirty="0">
              <a:solidFill>
                <a:srgbClr val="1C85C9"/>
              </a:solidFill>
            </a:endParaRPr>
          </a:p>
        </p:txBody>
      </p:sp>
      <p:sp>
        <p:nvSpPr>
          <p:cNvPr id="4" name="文字方塊 6">
            <a:extLst>
              <a:ext uri="{FF2B5EF4-FFF2-40B4-BE49-F238E27FC236}">
                <a16:creationId xmlns:a16="http://schemas.microsoft.com/office/drawing/2014/main" id="{4EBF3083-8435-A739-67EF-DFFEA788956C}"/>
              </a:ext>
            </a:extLst>
          </p:cNvPr>
          <p:cNvSpPr txBox="1"/>
          <p:nvPr/>
        </p:nvSpPr>
        <p:spPr>
          <a:xfrm>
            <a:off x="3985914" y="5452403"/>
            <a:ext cx="523252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駅に着いたところに</a:t>
            </a:r>
          </a:p>
        </p:txBody>
      </p:sp>
      <p:sp>
        <p:nvSpPr>
          <p:cNvPr id="5" name="文字方塊 6">
            <a:extLst>
              <a:ext uri="{FF2B5EF4-FFF2-40B4-BE49-F238E27FC236}">
                <a16:creationId xmlns:a16="http://schemas.microsoft.com/office/drawing/2014/main" id="{1214D27F-0F15-0DAB-68D5-F77E75D01F1D}"/>
              </a:ext>
            </a:extLst>
          </p:cNvPr>
          <p:cNvSpPr txBox="1"/>
          <p:nvPr/>
        </p:nvSpPr>
        <p:spPr>
          <a:xfrm>
            <a:off x="7173964" y="7456628"/>
            <a:ext cx="195598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作る人</a:t>
            </a:r>
          </a:p>
        </p:txBody>
      </p:sp>
      <p:sp>
        <p:nvSpPr>
          <p:cNvPr id="6" name="文字方塊 6">
            <a:extLst>
              <a:ext uri="{FF2B5EF4-FFF2-40B4-BE49-F238E27FC236}">
                <a16:creationId xmlns:a16="http://schemas.microsoft.com/office/drawing/2014/main" id="{12A6CA77-93D7-28A2-6267-57BA18936CBD}"/>
              </a:ext>
            </a:extLst>
          </p:cNvPr>
          <p:cNvSpPr txBox="1"/>
          <p:nvPr/>
        </p:nvSpPr>
        <p:spPr>
          <a:xfrm>
            <a:off x="2707641" y="9045354"/>
            <a:ext cx="527099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お客様に対しては　</a:t>
            </a:r>
          </a:p>
        </p:txBody>
      </p:sp>
      <p:sp>
        <p:nvSpPr>
          <p:cNvPr id="7" name="文字方塊 6">
            <a:extLst>
              <a:ext uri="{FF2B5EF4-FFF2-40B4-BE49-F238E27FC236}">
                <a16:creationId xmlns:a16="http://schemas.microsoft.com/office/drawing/2014/main" id="{92220596-5C90-52D3-C398-2162431AF989}"/>
              </a:ext>
            </a:extLst>
          </p:cNvPr>
          <p:cNvSpPr txBox="1"/>
          <p:nvPr/>
        </p:nvSpPr>
        <p:spPr>
          <a:xfrm>
            <a:off x="5549926" y="10997124"/>
            <a:ext cx="485742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値段が安い上に　</a:t>
            </a:r>
          </a:p>
        </p:txBody>
      </p:sp>
    </p:spTree>
    <p:extLst>
      <p:ext uri="{BB962C8B-B14F-4D97-AF65-F5344CB8AC3E}">
        <p14:creationId xmlns:p14="http://schemas.microsoft.com/office/powerpoint/2010/main" val="293640408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E2514-EE97-0466-C267-A86BF7F132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45A33E10-0925-FAFA-4123-416160635203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3" name="文字方塊 2">
            <a:extLst>
              <a:ext uri="{FF2B5EF4-FFF2-40B4-BE49-F238E27FC236}">
                <a16:creationId xmlns:a16="http://schemas.microsoft.com/office/drawing/2014/main" id="{28F0A653-E125-10F4-6790-C8025C1EBB43}"/>
              </a:ext>
            </a:extLst>
          </p:cNvPr>
          <p:cNvSpPr txBox="1"/>
          <p:nvPr/>
        </p:nvSpPr>
        <p:spPr>
          <a:xfrm>
            <a:off x="1041143" y="2048947"/>
            <a:ext cx="22301713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岩崎さんはなぜ最近和菓子をあまり食べなくなったのですか。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</p:spTree>
    <p:extLst>
      <p:ext uri="{BB962C8B-B14F-4D97-AF65-F5344CB8AC3E}">
        <p14:creationId xmlns:p14="http://schemas.microsoft.com/office/powerpoint/2010/main" val="3752334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5AEE16-8285-1D04-A879-67E89F58D4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標題 1">
            <a:extLst>
              <a:ext uri="{FF2B5EF4-FFF2-40B4-BE49-F238E27FC236}">
                <a16:creationId xmlns:a16="http://schemas.microsoft.com/office/drawing/2014/main" id="{9104F438-1E4B-A094-8BB4-0EE503DE80FC}"/>
              </a:ext>
            </a:extLst>
          </p:cNvPr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D7924B4E-CDA6-27A9-052C-F546270B8EFC}"/>
              </a:ext>
            </a:extLst>
          </p:cNvPr>
          <p:cNvSpPr txBox="1"/>
          <p:nvPr/>
        </p:nvSpPr>
        <p:spPr>
          <a:xfrm>
            <a:off x="1041143" y="2048947"/>
            <a:ext cx="223017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問題１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岩崎さんはなぜ最近和菓子をあまり食べなくなったのですか。</a:t>
            </a:r>
          </a:p>
          <a:p>
            <a:pPr lvl="1" algn="just">
              <a:lnSpc>
                <a:spcPct val="150000"/>
              </a:lnSpc>
            </a:pPr>
            <a:r>
              <a:rPr lang="ja-JP" altLang="en-US" sz="4800" dirty="0">
                <a:solidFill>
                  <a:srgbClr val="1C85C9"/>
                </a:solidFill>
              </a:rPr>
              <a:t>正解：主人が甘いものが好きではないから。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20E8BB36-D71A-012D-5918-99087EEF4F76}"/>
              </a:ext>
            </a:extLst>
          </p:cNvPr>
          <p:cNvSpPr txBox="1"/>
          <p:nvPr/>
        </p:nvSpPr>
        <p:spPr>
          <a:xfrm>
            <a:off x="1043652" y="1004932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 「実は、主人は甘いものが好きじゃないの。」と明記されている。</a:t>
            </a:r>
          </a:p>
        </p:txBody>
      </p:sp>
    </p:spTree>
    <p:extLst>
      <p:ext uri="{BB962C8B-B14F-4D97-AF65-F5344CB8AC3E}">
        <p14:creationId xmlns:p14="http://schemas.microsoft.com/office/powerpoint/2010/main" val="14060753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4F482E-7812-EAAF-8E06-502F877D3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B496C4D5-B9D6-E310-239F-160421EC28E2}"/>
              </a:ext>
            </a:extLst>
          </p:cNvPr>
          <p:cNvSpPr txBox="1"/>
          <p:nvPr/>
        </p:nvSpPr>
        <p:spPr>
          <a:xfrm>
            <a:off x="1041143" y="2048947"/>
            <a:ext cx="22301713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本文の最後で、コウさん（筆者）はどのように感じましたか。</a:t>
            </a:r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28624E06-A644-E7EC-E60A-451AC98ECB27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1156660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9D37D0-1F5C-E2F5-5621-6869245E8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7CF0AAA5-7B5F-5A35-EF73-2142F862E9C8}"/>
              </a:ext>
            </a:extLst>
          </p:cNvPr>
          <p:cNvSpPr txBox="1"/>
          <p:nvPr/>
        </p:nvSpPr>
        <p:spPr>
          <a:xfrm>
            <a:off x="1041143" y="2048947"/>
            <a:ext cx="22301713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buNone/>
            </a:pPr>
            <a:r>
              <a:rPr lang="ja-JP" altLang="en-US" sz="4800" b="1" dirty="0"/>
              <a:t>問題２</a:t>
            </a:r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/>
              <a:t>本文の最後で、コウさん（筆者）はどのように感じましたか。</a:t>
            </a:r>
            <a:endParaRPr lang="en-US" altLang="ja-JP" sz="4800" dirty="0"/>
          </a:p>
          <a:p>
            <a:pPr algn="just">
              <a:lnSpc>
                <a:spcPct val="150000"/>
              </a:lnSpc>
              <a:buNone/>
            </a:pPr>
            <a:r>
              <a:rPr lang="ja-JP" altLang="en-US" sz="4800" dirty="0">
                <a:solidFill>
                  <a:srgbClr val="1C85C9"/>
                </a:solidFill>
              </a:rPr>
              <a:t>正解：岩崎さん夫婦がとても幸せそうで、自分も「結婚もいいな」と思った。。</a:t>
            </a:r>
          </a:p>
          <a:p>
            <a:pPr algn="just"/>
            <a:endParaRPr lang="en-US" altLang="ja-JP" sz="4800" b="1" dirty="0"/>
          </a:p>
          <a:p>
            <a:pPr algn="just"/>
            <a:endParaRPr lang="en-US" altLang="ja-JP" sz="4800" b="1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40AB3AB-6369-0CED-A7A5-8957EC06D562}"/>
              </a:ext>
            </a:extLst>
          </p:cNvPr>
          <p:cNvSpPr txBox="1"/>
          <p:nvPr/>
        </p:nvSpPr>
        <p:spPr>
          <a:xfrm>
            <a:off x="1043652" y="10049322"/>
            <a:ext cx="22299204" cy="2181879"/>
          </a:xfrm>
          <a:prstGeom prst="rect">
            <a:avLst/>
          </a:prstGeom>
          <a:solidFill>
            <a:srgbClr val="F2F2F2"/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ja-JP" sz="4800" dirty="0"/>
              <a:t>【</a:t>
            </a:r>
            <a:r>
              <a:rPr lang="ja-JP" altLang="en-US" sz="4800" dirty="0"/>
              <a:t>解析</a:t>
            </a:r>
            <a:r>
              <a:rPr lang="en-US" altLang="ja-JP" sz="4800" dirty="0"/>
              <a:t>】</a:t>
            </a:r>
            <a:br>
              <a:rPr lang="en-US" altLang="ja-JP" sz="4800" dirty="0"/>
            </a:br>
            <a:r>
              <a:rPr lang="ja-JP" altLang="en-US" sz="4800" dirty="0"/>
              <a:t>最後の文に「結婚もいいなと思いました」と筆者の感想が書かれて</a:t>
            </a:r>
            <a:r>
              <a:rPr lang="ja-JP" altLang="en-US" sz="4800"/>
              <a:t>いる。</a:t>
            </a:r>
            <a:endParaRPr lang="ja-JP" altLang="en-US" sz="4800" dirty="0"/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EF7A6CB6-50A5-F983-D70F-698D143BD270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8225706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2E675B-6458-F734-211B-A39A34367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E59D235F-2BDC-AC0D-4865-3A9ACDB325C7}"/>
              </a:ext>
            </a:extLst>
          </p:cNvPr>
          <p:cNvSpPr txBox="1"/>
          <p:nvPr/>
        </p:nvSpPr>
        <p:spPr>
          <a:xfrm>
            <a:off x="1041143" y="2048947"/>
            <a:ext cx="22301713" cy="9949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問題３</a:t>
            </a:r>
          </a:p>
          <a:p>
            <a:pPr>
              <a:buNone/>
            </a:pPr>
            <a:r>
              <a:rPr lang="en-US" altLang="ja-JP" sz="4800" dirty="0"/>
              <a:t>1</a:t>
            </a:r>
            <a:r>
              <a:rPr lang="ja-JP" altLang="en-US" sz="4800" dirty="0"/>
              <a:t>）あなたは友達の家に遊びに行ったことがありますか。そのとき、どんなお土産を持っ</a:t>
            </a:r>
            <a:endParaRPr lang="en-US" altLang="ja-JP" sz="4800" dirty="0"/>
          </a:p>
          <a:p>
            <a:pPr>
              <a:buNone/>
            </a:pPr>
            <a:r>
              <a:rPr lang="zh-TW" altLang="en-US" sz="4800" dirty="0"/>
              <a:t>    </a:t>
            </a:r>
            <a:r>
              <a:rPr lang="ja-JP" altLang="en-US" sz="4800" dirty="0"/>
              <a:t>て行きましたか</a:t>
            </a: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r>
              <a:rPr lang="en-US" altLang="ja-JP" sz="4800" dirty="0"/>
              <a:t>2</a:t>
            </a:r>
            <a:r>
              <a:rPr lang="ja-JP" altLang="en-US" sz="4800" dirty="0"/>
              <a:t>）今までで一番おいしいと思った和菓子やお菓子は何ですか。</a:t>
            </a: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r>
              <a:rPr lang="en-US" altLang="ja-JP" sz="4800" dirty="0"/>
              <a:t>3</a:t>
            </a:r>
            <a:r>
              <a:rPr lang="ja-JP" altLang="en-US" sz="4800" dirty="0"/>
              <a:t>）あなたが友達の家に行ったとき、その家の人にどんなことをしてもらったことがありま</a:t>
            </a:r>
            <a:endParaRPr lang="en-US" altLang="ja-JP" sz="4800" dirty="0"/>
          </a:p>
          <a:p>
            <a:pPr>
              <a:buNone/>
            </a:pPr>
            <a:r>
              <a:rPr lang="ja-JP" altLang="en-US" sz="4800" dirty="0"/>
              <a:t>　　すか。</a:t>
            </a:r>
          </a:p>
          <a:p>
            <a:pPr>
              <a:lnSpc>
                <a:spcPct val="150000"/>
              </a:lnSpc>
            </a:pPr>
            <a:endParaRPr lang="ja-JP" altLang="en-US" sz="4800" dirty="0"/>
          </a:p>
        </p:txBody>
      </p:sp>
      <p:sp>
        <p:nvSpPr>
          <p:cNvPr id="3" name="標題 1">
            <a:extLst>
              <a:ext uri="{FF2B5EF4-FFF2-40B4-BE49-F238E27FC236}">
                <a16:creationId xmlns:a16="http://schemas.microsoft.com/office/drawing/2014/main" id="{9C0C8101-83AA-A818-067F-6BA2670AF273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5541332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2A1BC2-4FF8-13B8-2B87-4C59F23029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11F5A94-0B0C-504F-DC25-BE08E6B5923F}"/>
              </a:ext>
            </a:extLst>
          </p:cNvPr>
          <p:cNvSpPr txBox="1"/>
          <p:nvPr/>
        </p:nvSpPr>
        <p:spPr>
          <a:xfrm>
            <a:off x="1041143" y="2048947"/>
            <a:ext cx="22301713" cy="9949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ja-JP" altLang="en-US" sz="4800" b="1" dirty="0"/>
              <a:t>問題３</a:t>
            </a:r>
          </a:p>
          <a:p>
            <a:pPr>
              <a:buNone/>
            </a:pPr>
            <a:r>
              <a:rPr lang="en-US" altLang="ja-JP" sz="4800" dirty="0"/>
              <a:t>1</a:t>
            </a:r>
            <a:r>
              <a:rPr lang="ja-JP" altLang="en-US" sz="4800" dirty="0"/>
              <a:t>）あなたは友達の家に遊びに行ったことがありますか。そのとき、どんなお土産を持っ</a:t>
            </a:r>
            <a:endParaRPr lang="en-US" altLang="ja-JP" sz="4800" dirty="0"/>
          </a:p>
          <a:p>
            <a:pPr>
              <a:buNone/>
            </a:pPr>
            <a:r>
              <a:rPr lang="zh-TW" altLang="en-US" sz="4800" dirty="0"/>
              <a:t>    </a:t>
            </a:r>
            <a:r>
              <a:rPr lang="ja-JP" altLang="en-US" sz="4800" dirty="0"/>
              <a:t>て行きましたか</a:t>
            </a: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r>
              <a:rPr lang="en-US" altLang="ja-JP" sz="4800" dirty="0"/>
              <a:t>2</a:t>
            </a:r>
            <a:r>
              <a:rPr lang="ja-JP" altLang="en-US" sz="4800" dirty="0"/>
              <a:t>）今までで一番おいしいと思った和菓子やお菓子は何ですか。</a:t>
            </a: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endParaRPr lang="en-US" altLang="ja-JP" sz="4800" dirty="0"/>
          </a:p>
          <a:p>
            <a:pPr>
              <a:buNone/>
            </a:pPr>
            <a:r>
              <a:rPr lang="en-US" altLang="ja-JP" sz="4800" dirty="0"/>
              <a:t>3</a:t>
            </a:r>
            <a:r>
              <a:rPr lang="ja-JP" altLang="en-US" sz="4800" dirty="0"/>
              <a:t>）あなたが友達の家に行ったとき、その家の人にどんなことをしてもらったことがありま</a:t>
            </a:r>
            <a:endParaRPr lang="en-US" altLang="ja-JP" sz="4800" dirty="0"/>
          </a:p>
          <a:p>
            <a:pPr>
              <a:buNone/>
            </a:pPr>
            <a:r>
              <a:rPr lang="ja-JP" altLang="en-US" sz="4800" dirty="0"/>
              <a:t>　　すか。</a:t>
            </a:r>
          </a:p>
          <a:p>
            <a:pPr>
              <a:lnSpc>
                <a:spcPct val="150000"/>
              </a:lnSpc>
            </a:pPr>
            <a:endParaRPr lang="ja-JP" altLang="en-US" sz="4800" dirty="0"/>
          </a:p>
        </p:txBody>
      </p:sp>
      <p:sp>
        <p:nvSpPr>
          <p:cNvPr id="3" name="文字方塊 1">
            <a:extLst>
              <a:ext uri="{FF2B5EF4-FFF2-40B4-BE49-F238E27FC236}">
                <a16:creationId xmlns:a16="http://schemas.microsoft.com/office/drawing/2014/main" id="{DE985C93-24EE-2E55-ECDC-2173C1EF7011}"/>
              </a:ext>
            </a:extLst>
          </p:cNvPr>
          <p:cNvSpPr txBox="1"/>
          <p:nvPr/>
        </p:nvSpPr>
        <p:spPr>
          <a:xfrm>
            <a:off x="1536192" y="5038675"/>
            <a:ext cx="676980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はい、日本に行きました。</a:t>
            </a:r>
          </a:p>
        </p:txBody>
      </p:sp>
      <p:sp>
        <p:nvSpPr>
          <p:cNvPr id="4" name="文字方塊 1">
            <a:extLst>
              <a:ext uri="{FF2B5EF4-FFF2-40B4-BE49-F238E27FC236}">
                <a16:creationId xmlns:a16="http://schemas.microsoft.com/office/drawing/2014/main" id="{E2FDD744-3FE0-16D4-2A19-020D92AE2171}"/>
              </a:ext>
            </a:extLst>
          </p:cNvPr>
          <p:cNvSpPr txBox="1"/>
          <p:nvPr/>
        </p:nvSpPr>
        <p:spPr>
          <a:xfrm>
            <a:off x="1536192" y="7625308"/>
            <a:ext cx="1969160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たい焼きが一番おいしいと思いました。外はパリパリで、中のあんこが甘くて</a:t>
            </a:r>
            <a:endParaRPr kumimoji="1" lang="en-US" altLang="ja-JP" sz="4800" b="1" dirty="0">
              <a:solidFill>
                <a:srgbClr val="1C85C9"/>
              </a:solidFill>
            </a:endParaRPr>
          </a:p>
          <a:p>
            <a:r>
              <a:rPr kumimoji="1" lang="ja-JP" altLang="en-US" sz="4800" b="1" dirty="0">
                <a:solidFill>
                  <a:srgbClr val="1C85C9"/>
                </a:solidFill>
              </a:rPr>
              <a:t>おいしかったです。</a:t>
            </a:r>
          </a:p>
        </p:txBody>
      </p:sp>
      <p:sp>
        <p:nvSpPr>
          <p:cNvPr id="5" name="文字方塊 1">
            <a:extLst>
              <a:ext uri="{FF2B5EF4-FFF2-40B4-BE49-F238E27FC236}">
                <a16:creationId xmlns:a16="http://schemas.microsoft.com/office/drawing/2014/main" id="{F36DAED4-6076-4173-06DD-836F608D15B8}"/>
              </a:ext>
            </a:extLst>
          </p:cNvPr>
          <p:cNvSpPr txBox="1"/>
          <p:nvPr/>
        </p:nvSpPr>
        <p:spPr>
          <a:xfrm>
            <a:off x="1536192" y="11583223"/>
            <a:ext cx="21988712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4800" b="1" dirty="0">
                <a:solidFill>
                  <a:srgbClr val="1C85C9"/>
                </a:solidFill>
              </a:rPr>
              <a:t>ご飯をごちそうになったことがあります。とてもおいしくて、楽しい時間を過ごしました。</a:t>
            </a:r>
          </a:p>
        </p:txBody>
      </p:sp>
      <p:sp>
        <p:nvSpPr>
          <p:cNvPr id="6" name="標題 1">
            <a:extLst>
              <a:ext uri="{FF2B5EF4-FFF2-40B4-BE49-F238E27FC236}">
                <a16:creationId xmlns:a16="http://schemas.microsoft.com/office/drawing/2014/main" id="{C37B04DF-203A-E8FA-04CF-A3127A23F944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2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　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會話練習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5030623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8C9886-A626-60D2-71B1-29A110E7C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0CAF9C41-14FE-17B0-CE76-741338CCF4CA}"/>
              </a:ext>
            </a:extLst>
          </p:cNvPr>
          <p:cNvSpPr txBox="1"/>
          <p:nvPr/>
        </p:nvSpPr>
        <p:spPr>
          <a:xfrm>
            <a:off x="1041143" y="2911401"/>
            <a:ext cx="22301713" cy="88205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中樂透的人很少。（めったに～ない）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FontTx/>
              <a:buAutoNum type="arabicPeriod" startAt="2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小孩們好像很開心地載歌載舞。（～そうに）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 startAt="2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FontTx/>
              <a:buAutoNum type="arabicPeriod" startAt="3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奶奶年紀很大，卻看起來很年輕。（～わりに）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 marL="914400" indent="-914400">
              <a:lnSpc>
                <a:spcPct val="150000"/>
              </a:lnSpc>
              <a:buAutoNum type="arabicPeriod" startAt="3"/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4.	</a:t>
            </a: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老師不管對誰都很親切。（～に対して）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endParaRPr lang="ja-JP" altLang="en-US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903D1CF9-DD25-80A8-9AAB-6951F4DE9ADC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38369806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9F746B-A71A-5831-AE7E-4BDEAAF6FE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文字方塊 8">
            <a:extLst>
              <a:ext uri="{FF2B5EF4-FFF2-40B4-BE49-F238E27FC236}">
                <a16:creationId xmlns:a16="http://schemas.microsoft.com/office/drawing/2014/main" id="{CBBDA580-651C-4AFA-39BC-9F7B54D9DFBA}"/>
              </a:ext>
            </a:extLst>
          </p:cNvPr>
          <p:cNvSpPr txBox="1"/>
          <p:nvPr/>
        </p:nvSpPr>
        <p:spPr>
          <a:xfrm>
            <a:off x="1041143" y="2911401"/>
            <a:ext cx="22301713" cy="8768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0" indent="-914400">
              <a:lnSpc>
                <a:spcPct val="150000"/>
              </a:lnSpc>
              <a:buAutoNum type="arabicPeriod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中樂透的人很少。（めったに～ない）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宝くじに当たる人はめったにいません。</a:t>
            </a:r>
          </a:p>
          <a:p>
            <a:pPr marL="914400" indent="-914400">
              <a:lnSpc>
                <a:spcPct val="150000"/>
              </a:lnSpc>
              <a:buAutoNum type="arabicPeriod" startAt="2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小孩們好像很開心地載歌載舞。（～そうに）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子どもたちは楽しそうに歌ったり踊ったりしています。</a:t>
            </a:r>
          </a:p>
          <a:p>
            <a:pPr marL="914400" indent="-914400">
              <a:lnSpc>
                <a:spcPct val="150000"/>
              </a:lnSpc>
              <a:buFontTx/>
              <a:buAutoNum type="arabicPeriod" startAt="3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奶奶年紀很大，卻看起來很年輕。（～わりに）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おばあさんは年のわりに、若く見えます。</a:t>
            </a:r>
          </a:p>
          <a:p>
            <a:pPr marL="914400" indent="-914400">
              <a:lnSpc>
                <a:spcPct val="150000"/>
              </a:lnSpc>
              <a:buFontTx/>
              <a:buAutoNum type="arabicPeriod" startAt="4"/>
            </a:pPr>
            <a:r>
              <a:rPr lang="ja-JP" altLang="en-US" sz="4800" b="1" dirty="0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老師不管對誰都很親切。（～に</a:t>
            </a:r>
            <a:r>
              <a:rPr lang="ja-JP" altLang="en-US" sz="4800" b="1">
                <a:latin typeface="Microsoft JhengHei Light" panose="020B0304030504040204" pitchFamily="34" charset="-120"/>
                <a:ea typeface="Microsoft JhengHei Light" panose="020B0304030504040204" pitchFamily="34" charset="-120"/>
              </a:rPr>
              <a:t>対して）</a:t>
            </a:r>
            <a:endParaRPr lang="en-US" altLang="ja-JP" sz="4800" b="1" dirty="0">
              <a:latin typeface="Microsoft JhengHei Light" panose="020B0304030504040204" pitchFamily="34" charset="-120"/>
              <a:ea typeface="Microsoft JhengHei Light" panose="020B0304030504040204" pitchFamily="34" charset="-120"/>
            </a:endParaRPr>
          </a:p>
          <a:p>
            <a:pPr>
              <a:lnSpc>
                <a:spcPct val="150000"/>
              </a:lnSpc>
            </a:pPr>
            <a:r>
              <a:rPr lang="en-US" altLang="ja-JP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	</a:t>
            </a:r>
            <a:r>
              <a:rPr lang="ja-JP" altLang="en-US" sz="4800" b="1" dirty="0">
                <a:solidFill>
                  <a:srgbClr val="1C85C9"/>
                </a:solidFill>
                <a:latin typeface="BIZ UDGothic" panose="020B0400000000000000" pitchFamily="33" charset="-128"/>
                <a:ea typeface="BIZ UDGothic" panose="020B0400000000000000" pitchFamily="33" charset="-128"/>
              </a:rPr>
              <a:t>先生は誰に対しても親切です。</a:t>
            </a:r>
            <a:endParaRPr lang="en-US" altLang="ja-JP" sz="4800" b="1" dirty="0">
              <a:solidFill>
                <a:srgbClr val="1C85C9"/>
              </a:solidFill>
              <a:latin typeface="BIZ UDGothic" panose="020B0400000000000000" pitchFamily="33" charset="-128"/>
              <a:ea typeface="BIZ UDGothic" panose="020B0400000000000000" pitchFamily="33" charset="-128"/>
            </a:endParaRPr>
          </a:p>
        </p:txBody>
      </p:sp>
      <p:sp>
        <p:nvSpPr>
          <p:cNvPr id="2" name="標題 1">
            <a:extLst>
              <a:ext uri="{FF2B5EF4-FFF2-40B4-BE49-F238E27FC236}">
                <a16:creationId xmlns:a16="http://schemas.microsoft.com/office/drawing/2014/main" id="{5EF006DD-708A-A917-58CA-597F9BD1007A}"/>
              </a:ext>
            </a:extLst>
          </p:cNvPr>
          <p:cNvSpPr txBox="1"/>
          <p:nvPr/>
        </p:nvSpPr>
        <p:spPr>
          <a:xfrm>
            <a:off x="6893533" y="404783"/>
            <a:ext cx="19983450" cy="114873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1828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0" i="0" u="none" strike="noStrike" kern="1200" cap="none" dirty="0">
                <a:solidFill>
                  <a:srgbClr val="E46D4B"/>
                </a:solidFill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</a:defRPr>
            </a:lvl1pPr>
          </a:lstStyle>
          <a:p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（</a:t>
            </a:r>
            <a:r>
              <a:rPr lang="en-US" altLang="ja-JP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3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）</a:t>
            </a:r>
            <a:r>
              <a:rPr lang="zh-TW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 翻譯練習</a:t>
            </a:r>
            <a:r>
              <a:rPr lang="ja-JP" altLang="en-US" sz="5000" b="1" dirty="0">
                <a:solidFill>
                  <a:srgbClr val="1C85C9"/>
                </a:solidFill>
                <a:latin typeface="BIZ UDPGothic" panose="020B0400000000000000" pitchFamily="34" charset="-128"/>
                <a:ea typeface="BIZ UDPGothic" panose="020B0400000000000000" pitchFamily="34" charset="-128"/>
                <a:sym typeface="Arial"/>
              </a:rPr>
              <a:t>　</a:t>
            </a:r>
            <a:endParaRPr lang="ja-JP" altLang="en-US" sz="5000" b="1" dirty="0">
              <a:solidFill>
                <a:srgbClr val="1C85C9"/>
              </a:solidFill>
              <a:latin typeface="BIZ UDPGothic" panose="020B0400000000000000" pitchFamily="34" charset="-128"/>
              <a:ea typeface="BIZ UDPGothic" panose="020B0400000000000000" pitchFamily="34" charset="-128"/>
              <a:cs typeface="Gen Jyuu GothicL Bold" panose="02020500000000000000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45017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19"/>
          <p:cNvSpPr/>
          <p:nvPr/>
        </p:nvSpPr>
        <p:spPr>
          <a:xfrm>
            <a:off x="-1800" y="0"/>
            <a:ext cx="24387600" cy="137160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SimSun"/>
              <a:buNone/>
            </a:pPr>
            <a:endParaRPr sz="3600" b="0" i="0" u="none" strike="noStrike" cap="none" dirty="0">
              <a:solidFill>
                <a:srgbClr val="FFFFFF"/>
              </a:solidFill>
              <a:latin typeface="SimSun"/>
              <a:ea typeface="SimSun"/>
              <a:cs typeface="SimSun"/>
              <a:sym typeface="SimSun"/>
            </a:endParaRPr>
          </a:p>
        </p:txBody>
      </p:sp>
      <p:sp>
        <p:nvSpPr>
          <p:cNvPr id="304" name="Google Shape;304;p19"/>
          <p:cNvSpPr txBox="1">
            <a:spLocks noGrp="1"/>
          </p:cNvSpPr>
          <p:nvPr>
            <p:ph type="ctrTitle" idx="4294967295"/>
          </p:nvPr>
        </p:nvSpPr>
        <p:spPr>
          <a:xfrm>
            <a:off x="3048000" y="6874950"/>
            <a:ext cx="18288000" cy="38772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350" tIns="91350" rIns="91350" bIns="91350" anchor="ctr" anchorCtr="0">
            <a:norm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800"/>
              <a:buFont typeface="Microsoft JhengHei"/>
              <a:buNone/>
            </a:pPr>
            <a:r>
              <a:rPr lang="en-US" sz="880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en Jyuu GothicL Bold" panose="020B0602020203020207" pitchFamily="34" charset="-120"/>
                <a:ea typeface="Gen Jyuu GothicL Bold" panose="020B0602020203020207" pitchFamily="34" charset="-120"/>
                <a:cs typeface="Gen Jyuu GothicL Bold" panose="020B0602020203020207" pitchFamily="34" charset="-120"/>
                <a:sym typeface="Microsoft JhengHei"/>
              </a:rPr>
              <a:t>また次回の授業でお会いしましょう</a:t>
            </a:r>
            <a:endParaRPr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Gen Jyuu GothicL Bold" panose="020B0602020203020207" pitchFamily="34" charset="-120"/>
              <a:ea typeface="Gen Jyuu GothicL Bold" panose="020B0602020203020207" pitchFamily="34" charset="-120"/>
              <a:cs typeface="Gen Jyuu GothicL Bold" panose="020B0602020203020207" pitchFamily="34" charset="-120"/>
            </a:endParaRPr>
          </a:p>
        </p:txBody>
      </p:sp>
      <p:grpSp>
        <p:nvGrpSpPr>
          <p:cNvPr id="305" name="Google Shape;305;p19"/>
          <p:cNvGrpSpPr/>
          <p:nvPr/>
        </p:nvGrpSpPr>
        <p:grpSpPr>
          <a:xfrm>
            <a:off x="10521949" y="2253139"/>
            <a:ext cx="3340119" cy="4440061"/>
            <a:chOff x="-1" y="-2"/>
            <a:chExt cx="3340118" cy="4440059"/>
          </a:xfrm>
        </p:grpSpPr>
        <p:cxnSp>
          <p:nvCxnSpPr>
            <p:cNvPr id="306" name="Google Shape;306;p19"/>
            <p:cNvCxnSpPr/>
            <p:nvPr/>
          </p:nvCxnSpPr>
          <p:spPr>
            <a:xfrm rot="10800000">
              <a:off x="319467" y="1446531"/>
              <a:ext cx="1179133" cy="1"/>
            </a:xfrm>
            <a:prstGeom prst="straightConnector1">
              <a:avLst/>
            </a:prstGeom>
            <a:noFill/>
            <a:ln w="25400" cap="flat" cmpd="sng">
              <a:solidFill>
                <a:srgbClr val="FFFFFF"/>
              </a:solidFill>
              <a:prstDash val="dash"/>
              <a:bevel/>
              <a:headEnd type="none" w="sm" len="sm"/>
              <a:tailEnd type="oval" w="med" len="med"/>
            </a:ln>
          </p:spPr>
        </p:cxnSp>
        <p:grpSp>
          <p:nvGrpSpPr>
            <p:cNvPr id="307" name="Google Shape;307;p19"/>
            <p:cNvGrpSpPr/>
            <p:nvPr/>
          </p:nvGrpSpPr>
          <p:grpSpPr>
            <a:xfrm>
              <a:off x="-1" y="-2"/>
              <a:ext cx="3340118" cy="2879716"/>
              <a:chOff x="-1" y="-1"/>
              <a:chExt cx="3340117" cy="2879714"/>
            </a:xfrm>
          </p:grpSpPr>
          <p:sp>
            <p:nvSpPr>
              <p:cNvPr id="308" name="Google Shape;308;p19"/>
              <p:cNvSpPr/>
              <p:nvPr/>
            </p:nvSpPr>
            <p:spPr>
              <a:xfrm>
                <a:off x="-1" y="-1"/>
                <a:ext cx="3340117" cy="2879714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09" name="Google Shape;309;p19"/>
              <p:cNvSpPr/>
              <p:nvPr/>
            </p:nvSpPr>
            <p:spPr>
              <a:xfrm>
                <a:off x="894020" y="719932"/>
                <a:ext cx="1495801" cy="1495801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  <p:sp>
            <p:nvSpPr>
              <p:cNvPr id="310" name="Google Shape;310;p19"/>
              <p:cNvSpPr/>
              <p:nvPr/>
            </p:nvSpPr>
            <p:spPr>
              <a:xfrm>
                <a:off x="140105" y="105120"/>
                <a:ext cx="3048625" cy="2628396"/>
              </a:xfrm>
              <a:custGeom>
                <a:avLst/>
                <a:gdLst/>
                <a:ahLst/>
                <a:cxnLst/>
                <a:rect l="l" t="t" r="r" b="b"/>
                <a:pathLst>
                  <a:path w="21600" h="21600" extrusionOk="0">
                    <a:moveTo>
                      <a:pt x="0" y="10800"/>
                    </a:moveTo>
                    <a:lnTo>
                      <a:pt x="4656" y="0"/>
                    </a:lnTo>
                    <a:lnTo>
                      <a:pt x="16944" y="0"/>
                    </a:lnTo>
                    <a:lnTo>
                      <a:pt x="21600" y="10800"/>
                    </a:lnTo>
                    <a:lnTo>
                      <a:pt x="16944" y="21600"/>
                    </a:lnTo>
                    <a:lnTo>
                      <a:pt x="4656" y="21600"/>
                    </a:lnTo>
                    <a:close/>
                  </a:path>
                </a:pathLst>
              </a:custGeom>
              <a:noFill/>
              <a:ln w="12700" cap="flat" cmpd="sng">
                <a:solidFill>
                  <a:srgbClr val="7F7F7F"/>
                </a:solidFill>
                <a:prstDash val="dot"/>
                <a:bevel/>
                <a:headEnd type="none" w="sm" len="sm"/>
                <a:tailEnd type="none" w="sm" len="sm"/>
              </a:ln>
            </p:spPr>
            <p:txBody>
              <a:bodyPr spcFirstLastPara="1" wrap="square" lIns="0" tIns="0" rIns="0" bIns="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FFFFFF"/>
                  </a:buClr>
                  <a:buSzPts val="3600"/>
                  <a:buFont typeface="SimSun"/>
                  <a:buNone/>
                </a:pPr>
                <a:endParaRPr sz="3600" b="0" i="0" u="none" strike="noStrike" cap="none">
                  <a:solidFill>
                    <a:srgbClr val="FFFFFF"/>
                  </a:solidFill>
                  <a:latin typeface="SimSun"/>
                  <a:ea typeface="SimSun"/>
                  <a:cs typeface="SimSun"/>
                  <a:sym typeface="SimSun"/>
                </a:endParaRPr>
              </a:p>
            </p:txBody>
          </p:sp>
        </p:grpSp>
        <p:sp>
          <p:nvSpPr>
            <p:cNvPr id="313" name="Google Shape;313;p19"/>
            <p:cNvSpPr txBox="1"/>
            <p:nvPr/>
          </p:nvSpPr>
          <p:spPr>
            <a:xfrm>
              <a:off x="244517" y="2606355"/>
              <a:ext cx="2839800" cy="18337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350" tIns="91350" rIns="91350" bIns="91350" anchor="t" anchorCtr="0">
              <a:spAutoFit/>
            </a:bodyPr>
            <a:lstStyle/>
            <a:p>
              <a:pPr marL="0" marR="0" lvl="0" indent="0" algn="just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4079B6"/>
                </a:buClr>
                <a:buSzPts val="10800"/>
                <a:buFont typeface="Microsoft Yahei"/>
                <a:buNone/>
              </a:pPr>
              <a:r>
                <a:rPr lang="en-US" sz="10800" b="1" i="0" u="none" strike="noStrike" cap="none" dirty="0">
                  <a:solidFill>
                    <a:srgbClr val="4079B6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FC000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r>
                <a:rPr lang="en-US" sz="10800" b="1" i="0" u="none" strike="noStrike" cap="none" dirty="0">
                  <a:solidFill>
                    <a:srgbClr val="3F3F3F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 </a:t>
              </a:r>
              <a:r>
                <a:rPr lang="en-US" sz="10800" b="1" i="0" u="none" strike="noStrike" cap="none" dirty="0">
                  <a:solidFill>
                    <a:srgbClr val="FD5229"/>
                  </a:solidFill>
                  <a:latin typeface="Microsoft Yahei"/>
                  <a:ea typeface="Microsoft Yahei"/>
                  <a:cs typeface="Microsoft Yahei"/>
                  <a:sym typeface="Microsoft Yahei"/>
                </a:rPr>
                <a:t>·</a:t>
              </a:r>
              <a:endParaRPr sz="1400" b="0" i="0" u="none" strike="noStrike" cap="none" dirty="0">
                <a:solidFill>
                  <a:srgbClr val="000000"/>
                </a:solidFill>
                <a:latin typeface="BIZ UDGothic" panose="020B0400000000000000" pitchFamily="33" charset="-128"/>
                <a:ea typeface="BIZ UDGothic" panose="020B0400000000000000" pitchFamily="33" charset="-128"/>
                <a:cs typeface="Arial"/>
                <a:sym typeface="Arial"/>
              </a:endParaRPr>
            </a:p>
          </p:txBody>
        </p:sp>
        <p:pic>
          <p:nvPicPr>
            <p:cNvPr id="314" name="Google Shape;314;p19" descr="Google Shape;425;p57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725868" y="955041"/>
              <a:ext cx="1888364" cy="1062685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HDOfficeLightV0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主题">
  <a:themeElements>
    <a:clrScheme name="Office 主题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8F8F8F"/>
      </a:accent3>
      <a:accent4>
        <a:srgbClr val="707070"/>
      </a:accent4>
      <a:accent5>
        <a:srgbClr val="B2C1DB"/>
      </a:accent5>
      <a:accent6>
        <a:srgbClr val="AE4845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TM02900720[[fn=要素]]</Template>
  <TotalTime>692</TotalTime>
  <Words>1366</Words>
  <Application>Microsoft Office PowerPoint</Application>
  <PresentationFormat>ユーザー設定</PresentationFormat>
  <Paragraphs>114</Paragraphs>
  <Slides>14</Slides>
  <Notes>13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13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14</vt:i4>
      </vt:variant>
    </vt:vector>
  </HeadingPairs>
  <TitlesOfParts>
    <vt:vector size="28" baseType="lpstr">
      <vt:lpstr>Microsoft Yahei</vt:lpstr>
      <vt:lpstr>SimSun</vt:lpstr>
      <vt:lpstr>Wingdings 2</vt:lpstr>
      <vt:lpstr>Calibri</vt:lpstr>
      <vt:lpstr>Gen Jyuu GothicL Bold</vt:lpstr>
      <vt:lpstr>BIZ UDGothic</vt:lpstr>
      <vt:lpstr>Microsoft JhengHei</vt:lpstr>
      <vt:lpstr>Gen Jyuu Gothic Bold</vt:lpstr>
      <vt:lpstr>BIZ UDPGothic</vt:lpstr>
      <vt:lpstr>Microsoft JhengHei Light</vt:lpstr>
      <vt:lpstr>HGPSoeiKakugothicUB</vt:lpstr>
      <vt:lpstr>Arial</vt:lpstr>
      <vt:lpstr>Calibri Light</vt:lpstr>
      <vt:lpstr>HDOfficeLightV0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また次回の授業でお会いしましょう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user</dc:creator>
  <cp:lastModifiedBy>嘉展 張</cp:lastModifiedBy>
  <cp:revision>2</cp:revision>
  <dcterms:modified xsi:type="dcterms:W3CDTF">2025-08-23T06:09:23Z</dcterms:modified>
</cp:coreProperties>
</file>