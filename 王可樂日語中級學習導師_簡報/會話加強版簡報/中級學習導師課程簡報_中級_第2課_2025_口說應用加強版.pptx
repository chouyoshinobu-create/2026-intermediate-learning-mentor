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6"/>
  </p:notesMasterIdLst>
  <p:handoutMasterIdLst>
    <p:handoutMasterId r:id="rId17"/>
  </p:handoutMasterIdLst>
  <p:sldIdLst>
    <p:sldId id="274" r:id="rId2"/>
    <p:sldId id="335" r:id="rId3"/>
    <p:sldId id="350" r:id="rId4"/>
    <p:sldId id="336" r:id="rId5"/>
    <p:sldId id="351" r:id="rId6"/>
    <p:sldId id="328" r:id="rId7"/>
    <p:sldId id="345" r:id="rId8"/>
    <p:sldId id="346" r:id="rId9"/>
    <p:sldId id="347" r:id="rId10"/>
    <p:sldId id="348" r:id="rId11"/>
    <p:sldId id="352" r:id="rId12"/>
    <p:sldId id="342" r:id="rId13"/>
    <p:sldId id="343" r:id="rId14"/>
    <p:sldId id="264" r:id="rId15"/>
  </p:sldIdLst>
  <p:sldSz cx="24384000" cy="13716000"/>
  <p:notesSz cx="6858000" cy="9144000"/>
  <p:embeddedFontLst>
    <p:embeddedFont>
      <p:font typeface="BIZ UDPGothic" panose="020B0400000000000000" pitchFamily="50" charset="-128"/>
      <p:regular r:id="rId18"/>
      <p:bold r:id="rId19"/>
    </p:embeddedFont>
    <p:embeddedFont>
      <p:font typeface="BIZ UDGothic" panose="020B0400000000000000" pitchFamily="49" charset="-128"/>
      <p:regular r:id="rId20"/>
      <p:bold r:id="rId21"/>
    </p:embeddedFont>
    <p:embeddedFont>
      <p:font typeface="Gen Jyuu GothicL Bold" panose="020B0600070205080204" charset="-128"/>
      <p:bold r:id="rId22"/>
    </p:embeddedFont>
    <p:embeddedFont>
      <p:font typeface="HGPSoeiKakugothicUB" panose="020B0900000000000000" pitchFamily="50" charset="-128"/>
      <p:regular r:id="rId23"/>
    </p:embeddedFont>
    <p:embeddedFont>
      <p:font typeface="Gen Jyuu Gothic Bold" panose="020B0602020203020207" pitchFamily="50" charset="-128"/>
      <p:bold r:id="rId24"/>
    </p:embeddedFont>
    <p:embeddedFont>
      <p:font typeface="Microsoft JhengHei" panose="020B0604030504040204" pitchFamily="34" charset="-120"/>
      <p:regular r:id="rId25"/>
      <p:bold r:id="rId26"/>
    </p:embeddedFont>
    <p:embeddedFont>
      <p:font typeface="Microsoft JhengHei Light" panose="020B0304030504040204" pitchFamily="34" charset="-120"/>
      <p:regular r:id="rId27"/>
    </p:embeddedFont>
    <p:embeddedFont>
      <p:font typeface="Microsoft Yahei" panose="020B0503020204020204" pitchFamily="34" charset="-122"/>
      <p:regular r:id="rId28"/>
      <p:bold r:id="rId29"/>
    </p:embeddedFont>
    <p:embeddedFont>
      <p:font typeface="Wingdings 2" panose="05020102010507070707" pitchFamily="18" charset="2"/>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31" roundtripDataSignature="AMtx7mgWneN2Aa4XZ32EnoSuaD2gv1sk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5C9"/>
    <a:srgbClr val="2289CB"/>
    <a:srgbClr val="288CCC"/>
    <a:srgbClr val="E46D4B"/>
    <a:srgbClr val="F2F2F2"/>
    <a:srgbClr val="3B3838"/>
    <a:srgbClr val="EF8759"/>
    <a:srgbClr val="000000"/>
    <a:srgbClr val="7F7F7F"/>
    <a:srgbClr val="D8D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66B5A4-4CA0-4DCE-A408-B2925C89CAB2}" v="51" dt="2025-08-23T06:11:25.24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等深淺樣式 3 - 輔色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3" d="100"/>
          <a:sy n="53" d="100"/>
        </p:scale>
        <p:origin x="732" y="15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嘉展 張" userId="56c0cc265fef7f12" providerId="LiveId" clId="{69CA880E-74A5-424C-ACB3-A46FBACCC026}"/>
    <pc:docChg chg="modMainMaster">
      <pc:chgData name="嘉展 張" userId="56c0cc265fef7f12" providerId="LiveId" clId="{69CA880E-74A5-424C-ACB3-A46FBACCC026}" dt="2025-08-20T12:38:44.726" v="0"/>
      <pc:docMkLst>
        <pc:docMk/>
      </pc:docMkLst>
      <pc:sldMasterChg chg="modSldLayout">
        <pc:chgData name="嘉展 張" userId="56c0cc265fef7f12" providerId="LiveId" clId="{69CA880E-74A5-424C-ACB3-A46FBACCC026}" dt="2025-08-20T12:38:44.726" v="0"/>
        <pc:sldMasterMkLst>
          <pc:docMk/>
          <pc:sldMasterMk cId="2733321511" sldId="2147483688"/>
        </pc:sldMasterMkLst>
        <pc:sldLayoutChg chg="modSp">
          <pc:chgData name="嘉展 張" userId="56c0cc265fef7f12" providerId="LiveId" clId="{69CA880E-74A5-424C-ACB3-A46FBACCC026}" dt="2025-08-20T12:38:44.726" v="0"/>
          <pc:sldLayoutMkLst>
            <pc:docMk/>
            <pc:sldMasterMk cId="2733321511" sldId="2147483688"/>
            <pc:sldLayoutMk cId="810264706" sldId="2147483689"/>
          </pc:sldLayoutMkLst>
          <pc:spChg chg="mod">
            <ac:chgData name="嘉展 張" userId="56c0cc265fef7f12" providerId="LiveId" clId="{69CA880E-74A5-424C-ACB3-A46FBACCC026}" dt="2025-08-20T12:38:44.726" v="0"/>
            <ac:spMkLst>
              <pc:docMk/>
              <pc:sldMasterMk cId="2733321511" sldId="2147483688"/>
              <pc:sldLayoutMk cId="810264706" sldId="2147483689"/>
              <ac:spMk id="19" creationId="{3F54C1E6-3D7F-502D-6C15-E0DC042557B2}"/>
            </ac:spMkLst>
          </pc:spChg>
        </pc:sldLayoutChg>
      </pc:sldMasterChg>
    </pc:docChg>
  </pc:docChgLst>
  <pc:docChgLst>
    <pc:chgData name="嘉展 張" userId="56c0cc265fef7f12" providerId="LiveId" clId="{9DCFF04E-CE70-4B8A-967F-9B7782B02586}"/>
    <pc:docChg chg="undo custSel addSld delSld modSld">
      <pc:chgData name="嘉展 張" userId="56c0cc265fef7f12" providerId="LiveId" clId="{9DCFF04E-CE70-4B8A-967F-9B7782B02586}" dt="2025-08-21T07:37:22.924" v="227" actId="13926"/>
      <pc:docMkLst>
        <pc:docMk/>
      </pc:docMkLst>
      <pc:sldChg chg="modSp mod">
        <pc:chgData name="嘉展 張" userId="56c0cc265fef7f12" providerId="LiveId" clId="{9DCFF04E-CE70-4B8A-967F-9B7782B02586}" dt="2025-08-21T07:37:22.924" v="227" actId="13926"/>
        <pc:sldMkLst>
          <pc:docMk/>
          <pc:sldMk cId="1115666099" sldId="346"/>
        </pc:sldMkLst>
        <pc:spChg chg="mod">
          <ac:chgData name="嘉展 張" userId="56c0cc265fef7f12" providerId="LiveId" clId="{9DCFF04E-CE70-4B8A-967F-9B7782B02586}" dt="2025-08-21T07:37:22.924" v="227" actId="13926"/>
          <ac:spMkLst>
            <pc:docMk/>
            <pc:sldMk cId="1115666099" sldId="346"/>
            <ac:spMk id="9" creationId="{7A1BEF9D-AEE7-B80F-AC0A-FC3098D38003}"/>
          </ac:spMkLst>
        </pc:spChg>
      </pc:sldChg>
      <pc:sldChg chg="modSp mod">
        <pc:chgData name="嘉展 張" userId="56c0cc265fef7f12" providerId="LiveId" clId="{9DCFF04E-CE70-4B8A-967F-9B7782B02586}" dt="2025-08-21T07:36:58.974" v="223"/>
        <pc:sldMkLst>
          <pc:docMk/>
          <pc:sldMk cId="3822570613" sldId="347"/>
        </pc:sldMkLst>
        <pc:spChg chg="mod">
          <ac:chgData name="嘉展 張" userId="56c0cc265fef7f12" providerId="LiveId" clId="{9DCFF04E-CE70-4B8A-967F-9B7782B02586}" dt="2025-08-21T07:36:58.974" v="223"/>
          <ac:spMkLst>
            <pc:docMk/>
            <pc:sldMk cId="3822570613" sldId="347"/>
            <ac:spMk id="9" creationId="{791972DE-32A1-4F65-4F05-A0720EBE7D72}"/>
          </ac:spMkLst>
        </pc:spChg>
      </pc:sldChg>
      <pc:sldChg chg="modSp mod">
        <pc:chgData name="嘉展 張" userId="56c0cc265fef7f12" providerId="LiveId" clId="{9DCFF04E-CE70-4B8A-967F-9B7782B02586}" dt="2025-08-21T07:32:45.260" v="19" actId="6549"/>
        <pc:sldMkLst>
          <pc:docMk/>
          <pc:sldMk cId="2652490174" sldId="348"/>
        </pc:sldMkLst>
        <pc:spChg chg="mod">
          <ac:chgData name="嘉展 張" userId="56c0cc265fef7f12" providerId="LiveId" clId="{9DCFF04E-CE70-4B8A-967F-9B7782B02586}" dt="2025-08-21T07:32:45.260" v="19" actId="6549"/>
          <ac:spMkLst>
            <pc:docMk/>
            <pc:sldMk cId="2652490174" sldId="348"/>
            <ac:spMk id="9" creationId="{E567368A-DCF2-5747-4802-FD4DFD36BEE9}"/>
          </ac:spMkLst>
        </pc:spChg>
      </pc:sldChg>
      <pc:sldChg chg="del">
        <pc:chgData name="嘉展 張" userId="56c0cc265fef7f12" providerId="LiveId" clId="{9DCFF04E-CE70-4B8A-967F-9B7782B02586}" dt="2025-08-21T07:32:55.926" v="20" actId="47"/>
        <pc:sldMkLst>
          <pc:docMk/>
          <pc:sldMk cId="2056490660" sldId="349"/>
        </pc:sldMkLst>
      </pc:sldChg>
      <pc:sldChg chg="addSp modSp add mod">
        <pc:chgData name="嘉展 張" userId="56c0cc265fef7f12" providerId="LiveId" clId="{9DCFF04E-CE70-4B8A-967F-9B7782B02586}" dt="2025-08-21T07:34:17.355" v="35" actId="1076"/>
        <pc:sldMkLst>
          <pc:docMk/>
          <pc:sldMk cId="3238770306" sldId="352"/>
        </pc:sldMkLst>
        <pc:spChg chg="add mod">
          <ac:chgData name="嘉展 張" userId="56c0cc265fef7f12" providerId="LiveId" clId="{9DCFF04E-CE70-4B8A-967F-9B7782B02586}" dt="2025-08-21T07:33:35.652" v="26" actId="1076"/>
          <ac:spMkLst>
            <pc:docMk/>
            <pc:sldMk cId="3238770306" sldId="352"/>
            <ac:spMk id="2" creationId="{31F756D0-8F19-5137-6E85-2799166ADC4B}"/>
          </ac:spMkLst>
        </pc:spChg>
        <pc:spChg chg="add mod">
          <ac:chgData name="嘉展 張" userId="56c0cc265fef7f12" providerId="LiveId" clId="{9DCFF04E-CE70-4B8A-967F-9B7782B02586}" dt="2025-08-21T07:33:52.444" v="29"/>
          <ac:spMkLst>
            <pc:docMk/>
            <pc:sldMk cId="3238770306" sldId="352"/>
            <ac:spMk id="3" creationId="{06E988BB-CBB4-334B-1DA7-03DF25BE894A}"/>
          </ac:spMkLst>
        </pc:spChg>
        <pc:spChg chg="add mod">
          <ac:chgData name="嘉展 張" userId="56c0cc265fef7f12" providerId="LiveId" clId="{9DCFF04E-CE70-4B8A-967F-9B7782B02586}" dt="2025-08-21T07:34:17.355" v="35" actId="1076"/>
          <ac:spMkLst>
            <pc:docMk/>
            <pc:sldMk cId="3238770306" sldId="352"/>
            <ac:spMk id="4" creationId="{4BDF8910-9669-20D8-355D-1520925272B5}"/>
          </ac:spMkLst>
        </pc:spChg>
      </pc:sldChg>
    </pc:docChg>
  </pc:docChgLst>
  <pc:docChgLst>
    <pc:chgData name="嘉展 張" userId="56c0cc265fef7f12" providerId="LiveId" clId="{1066B5A4-4CA0-4DCE-A408-B2925C89CAB2}"/>
    <pc:docChg chg="undo custSel addSld delSld modSld">
      <pc:chgData name="嘉展 張" userId="56c0cc265fef7f12" providerId="LiveId" clId="{1066B5A4-4CA0-4DCE-A408-B2925C89CAB2}" dt="2025-08-23T06:11:25.243" v="642"/>
      <pc:docMkLst>
        <pc:docMk/>
      </pc:docMkLst>
      <pc:sldChg chg="modSp mod">
        <pc:chgData name="嘉展 張" userId="56c0cc265fef7f12" providerId="LiveId" clId="{1066B5A4-4CA0-4DCE-A408-B2925C89CAB2}" dt="2025-08-23T06:10:37.089" v="625" actId="20577"/>
        <pc:sldMkLst>
          <pc:docMk/>
          <pc:sldMk cId="516855969" sldId="328"/>
        </pc:sldMkLst>
        <pc:spChg chg="mod">
          <ac:chgData name="嘉展 張" userId="56c0cc265fef7f12" providerId="LiveId" clId="{1066B5A4-4CA0-4DCE-A408-B2925C89CAB2}" dt="2025-08-21T02:39:07.599" v="575" actId="6549"/>
          <ac:spMkLst>
            <pc:docMk/>
            <pc:sldMk cId="516855969" sldId="328"/>
            <ac:spMk id="9" creationId="{98AA8811-97ED-1E56-2010-AD0EF50A02EA}"/>
          </ac:spMkLst>
        </pc:spChg>
        <pc:spChg chg="mod">
          <ac:chgData name="嘉展 張" userId="56c0cc265fef7f12" providerId="LiveId" clId="{1066B5A4-4CA0-4DCE-A408-B2925C89CAB2}" dt="2025-08-23T06:10:37.089" v="625" actId="20577"/>
          <ac:spMkLst>
            <pc:docMk/>
            <pc:sldMk cId="516855969" sldId="328"/>
            <ac:spMk id="29" creationId="{A0A9A7DD-4824-32B1-92C5-83661D5721B0}"/>
          </ac:spMkLst>
        </pc:spChg>
      </pc:sldChg>
      <pc:sldChg chg="addSp modSp mod">
        <pc:chgData name="嘉展 張" userId="56c0cc265fef7f12" providerId="LiveId" clId="{1066B5A4-4CA0-4DCE-A408-B2925C89CAB2}" dt="2025-08-21T02:33:32.190" v="277"/>
        <pc:sldMkLst>
          <pc:docMk/>
          <pc:sldMk cId="1652940647" sldId="335"/>
        </pc:sldMkLst>
        <pc:spChg chg="add mod">
          <ac:chgData name="嘉展 張" userId="56c0cc265fef7f12" providerId="LiveId" clId="{1066B5A4-4CA0-4DCE-A408-B2925C89CAB2}" dt="2025-08-21T02:30:10.301" v="192" actId="20577"/>
          <ac:spMkLst>
            <pc:docMk/>
            <pc:sldMk cId="1652940647" sldId="335"/>
            <ac:spMk id="2" creationId="{D5A285FE-8154-970F-DFF9-5E8A2A999F21}"/>
          </ac:spMkLst>
        </pc:spChg>
        <pc:spChg chg="mod">
          <ac:chgData name="嘉展 張" userId="56c0cc265fef7f12" providerId="LiveId" clId="{1066B5A4-4CA0-4DCE-A408-B2925C89CAB2}" dt="2025-08-21T02:33:32.190" v="277"/>
          <ac:spMkLst>
            <pc:docMk/>
            <pc:sldMk cId="1652940647" sldId="335"/>
            <ac:spMk id="9" creationId="{72E42168-F293-28CE-AB77-19C9FA4F9121}"/>
          </ac:spMkLst>
        </pc:spChg>
      </pc:sldChg>
      <pc:sldChg chg="modSp mod">
        <pc:chgData name="嘉展 張" userId="56c0cc265fef7f12" providerId="LiveId" clId="{1066B5A4-4CA0-4DCE-A408-B2925C89CAB2}" dt="2025-08-21T02:37:20.248" v="465" actId="20577"/>
        <pc:sldMkLst>
          <pc:docMk/>
          <pc:sldMk cId="3676040206" sldId="336"/>
        </pc:sldMkLst>
        <pc:spChg chg="mod">
          <ac:chgData name="嘉展 張" userId="56c0cc265fef7f12" providerId="LiveId" clId="{1066B5A4-4CA0-4DCE-A408-B2925C89CAB2}" dt="2025-08-21T02:37:20.248" v="465" actId="20577"/>
          <ac:spMkLst>
            <pc:docMk/>
            <pc:sldMk cId="3676040206" sldId="336"/>
            <ac:spMk id="9" creationId="{3E1321ED-A884-C297-CFB0-67F0C676076A}"/>
          </ac:spMkLst>
        </pc:spChg>
      </pc:sldChg>
      <pc:sldChg chg="del">
        <pc:chgData name="嘉展 張" userId="56c0cc265fef7f12" providerId="LiveId" clId="{1066B5A4-4CA0-4DCE-A408-B2925C89CAB2}" dt="2025-08-21T02:34:55.944" v="348" actId="47"/>
        <pc:sldMkLst>
          <pc:docMk/>
          <pc:sldMk cId="2128628793" sldId="337"/>
        </pc:sldMkLst>
      </pc:sldChg>
      <pc:sldChg chg="del">
        <pc:chgData name="嘉展 張" userId="56c0cc265fef7f12" providerId="LiveId" clId="{1066B5A4-4CA0-4DCE-A408-B2925C89CAB2}" dt="2025-08-21T02:39:00.499" v="574" actId="47"/>
        <pc:sldMkLst>
          <pc:docMk/>
          <pc:sldMk cId="919750547" sldId="344"/>
        </pc:sldMkLst>
      </pc:sldChg>
      <pc:sldChg chg="addSp delSp modSp mod">
        <pc:chgData name="嘉展 張" userId="56c0cc265fef7f12" providerId="LiveId" clId="{1066B5A4-4CA0-4DCE-A408-B2925C89CAB2}" dt="2025-08-23T06:10:41.876" v="627"/>
        <pc:sldMkLst>
          <pc:docMk/>
          <pc:sldMk cId="3752334464" sldId="345"/>
        </pc:sldMkLst>
        <pc:spChg chg="add mod">
          <ac:chgData name="嘉展 張" userId="56c0cc265fef7f12" providerId="LiveId" clId="{1066B5A4-4CA0-4DCE-A408-B2925C89CAB2}" dt="2025-08-23T06:10:41.876" v="627"/>
          <ac:spMkLst>
            <pc:docMk/>
            <pc:sldMk cId="3752334464" sldId="345"/>
            <ac:spMk id="3" creationId="{C2E6739B-79AB-930B-2860-48998880ACCB}"/>
          </ac:spMkLst>
        </pc:spChg>
        <pc:spChg chg="mod">
          <ac:chgData name="嘉展 張" userId="56c0cc265fef7f12" providerId="LiveId" clId="{1066B5A4-4CA0-4DCE-A408-B2925C89CAB2}" dt="2025-08-21T02:39:24.112" v="595" actId="20577"/>
          <ac:spMkLst>
            <pc:docMk/>
            <pc:sldMk cId="3752334464" sldId="345"/>
            <ac:spMk id="9" creationId="{D76C0BFA-88EA-2889-E4AA-B79CEF3B7D79}"/>
          </ac:spMkLst>
        </pc:spChg>
        <pc:spChg chg="del">
          <ac:chgData name="嘉展 張" userId="56c0cc265fef7f12" providerId="LiveId" clId="{1066B5A4-4CA0-4DCE-A408-B2925C89CAB2}" dt="2025-08-23T06:10:41.685" v="626" actId="478"/>
          <ac:spMkLst>
            <pc:docMk/>
            <pc:sldMk cId="3752334464" sldId="345"/>
            <ac:spMk id="29" creationId="{45A33E10-0925-FAFA-4123-416160635203}"/>
          </ac:spMkLst>
        </pc:spChg>
      </pc:sldChg>
      <pc:sldChg chg="addSp delSp modSp mod">
        <pc:chgData name="嘉展 張" userId="56c0cc265fef7f12" providerId="LiveId" clId="{1066B5A4-4CA0-4DCE-A408-B2925C89CAB2}" dt="2025-08-23T06:10:45.881" v="630"/>
        <pc:sldMkLst>
          <pc:docMk/>
          <pc:sldMk cId="1115666099" sldId="346"/>
        </pc:sldMkLst>
        <pc:spChg chg="add mod">
          <ac:chgData name="嘉展 張" userId="56c0cc265fef7f12" providerId="LiveId" clId="{1066B5A4-4CA0-4DCE-A408-B2925C89CAB2}" dt="2025-08-23T06:10:43.470" v="628"/>
          <ac:spMkLst>
            <pc:docMk/>
            <pc:sldMk cId="1115666099" sldId="346"/>
            <ac:spMk id="2" creationId="{DA946B51-E4FD-1B84-F625-D016F5DB8FC9}"/>
          </ac:spMkLst>
        </pc:spChg>
        <pc:spChg chg="add mod">
          <ac:chgData name="嘉展 張" userId="56c0cc265fef7f12" providerId="LiveId" clId="{1066B5A4-4CA0-4DCE-A408-B2925C89CAB2}" dt="2025-08-23T06:10:45.881" v="630"/>
          <ac:spMkLst>
            <pc:docMk/>
            <pc:sldMk cId="1115666099" sldId="346"/>
            <ac:spMk id="3" creationId="{9E096E57-FBF7-3390-14C9-C3FD0D547D62}"/>
          </ac:spMkLst>
        </pc:spChg>
        <pc:spChg chg="mod">
          <ac:chgData name="嘉展 張" userId="56c0cc265fef7f12" providerId="LiveId" clId="{1066B5A4-4CA0-4DCE-A408-B2925C89CAB2}" dt="2025-08-21T02:39:42.148" v="597" actId="13926"/>
          <ac:spMkLst>
            <pc:docMk/>
            <pc:sldMk cId="1115666099" sldId="346"/>
            <ac:spMk id="9" creationId="{7A1BEF9D-AEE7-B80F-AC0A-FC3098D38003}"/>
          </ac:spMkLst>
        </pc:spChg>
        <pc:spChg chg="del">
          <ac:chgData name="嘉展 張" userId="56c0cc265fef7f12" providerId="LiveId" clId="{1066B5A4-4CA0-4DCE-A408-B2925C89CAB2}" dt="2025-08-23T06:10:45.743" v="629" actId="478"/>
          <ac:spMkLst>
            <pc:docMk/>
            <pc:sldMk cId="1115666099" sldId="346"/>
            <ac:spMk id="29" creationId="{F076D3C2-E036-1E0D-8390-8EEEFA171CCA}"/>
          </ac:spMkLst>
        </pc:spChg>
      </pc:sldChg>
      <pc:sldChg chg="addSp delSp modSp mod">
        <pc:chgData name="嘉展 張" userId="56c0cc265fef7f12" providerId="LiveId" clId="{1066B5A4-4CA0-4DCE-A408-B2925C89CAB2}" dt="2025-08-23T06:10:57.006" v="632"/>
        <pc:sldMkLst>
          <pc:docMk/>
          <pc:sldMk cId="3822570613" sldId="347"/>
        </pc:sldMkLst>
        <pc:spChg chg="add mod">
          <ac:chgData name="嘉展 張" userId="56c0cc265fef7f12" providerId="LiveId" clId="{1066B5A4-4CA0-4DCE-A408-B2925C89CAB2}" dt="2025-08-23T06:10:57.006" v="632"/>
          <ac:spMkLst>
            <pc:docMk/>
            <pc:sldMk cId="3822570613" sldId="347"/>
            <ac:spMk id="3" creationId="{5D812470-3C9E-8A32-C05C-02CBC24EFA91}"/>
          </ac:spMkLst>
        </pc:spChg>
        <pc:spChg chg="mod">
          <ac:chgData name="嘉展 張" userId="56c0cc265fef7f12" providerId="LiveId" clId="{1066B5A4-4CA0-4DCE-A408-B2925C89CAB2}" dt="2025-08-21T02:39:44.338" v="598" actId="13926"/>
          <ac:spMkLst>
            <pc:docMk/>
            <pc:sldMk cId="3822570613" sldId="347"/>
            <ac:spMk id="9" creationId="{791972DE-32A1-4F65-4F05-A0720EBE7D72}"/>
          </ac:spMkLst>
        </pc:spChg>
        <pc:spChg chg="del">
          <ac:chgData name="嘉展 張" userId="56c0cc265fef7f12" providerId="LiveId" clId="{1066B5A4-4CA0-4DCE-A408-B2925C89CAB2}" dt="2025-08-23T06:10:56.725" v="631" actId="478"/>
          <ac:spMkLst>
            <pc:docMk/>
            <pc:sldMk cId="3822570613" sldId="347"/>
            <ac:spMk id="29" creationId="{B8881DE8-02EF-A5E2-CC8D-D8965604619D}"/>
          </ac:spMkLst>
        </pc:spChg>
      </pc:sldChg>
      <pc:sldChg chg="addSp delSp modSp mod">
        <pc:chgData name="嘉展 張" userId="56c0cc265fef7f12" providerId="LiveId" clId="{1066B5A4-4CA0-4DCE-A408-B2925C89CAB2}" dt="2025-08-23T06:11:06.967" v="635"/>
        <pc:sldMkLst>
          <pc:docMk/>
          <pc:sldMk cId="2652490174" sldId="348"/>
        </pc:sldMkLst>
        <pc:spChg chg="add mod">
          <ac:chgData name="嘉展 張" userId="56c0cc265fef7f12" providerId="LiveId" clId="{1066B5A4-4CA0-4DCE-A408-B2925C89CAB2}" dt="2025-08-23T06:11:06.967" v="635"/>
          <ac:spMkLst>
            <pc:docMk/>
            <pc:sldMk cId="2652490174" sldId="348"/>
            <ac:spMk id="2" creationId="{C07B9391-A3C8-2717-1EC5-CC488D18C6A5}"/>
          </ac:spMkLst>
        </pc:spChg>
        <pc:spChg chg="mod">
          <ac:chgData name="嘉展 張" userId="56c0cc265fef7f12" providerId="LiveId" clId="{1066B5A4-4CA0-4DCE-A408-B2925C89CAB2}" dt="2025-08-23T02:59:42.848" v="600" actId="20577"/>
          <ac:spMkLst>
            <pc:docMk/>
            <pc:sldMk cId="2652490174" sldId="348"/>
            <ac:spMk id="9" creationId="{E567368A-DCF2-5747-4802-FD4DFD36BEE9}"/>
          </ac:spMkLst>
        </pc:spChg>
        <pc:spChg chg="del mod">
          <ac:chgData name="嘉展 張" userId="56c0cc265fef7f12" providerId="LiveId" clId="{1066B5A4-4CA0-4DCE-A408-B2925C89CAB2}" dt="2025-08-23T06:11:06.586" v="634" actId="478"/>
          <ac:spMkLst>
            <pc:docMk/>
            <pc:sldMk cId="2652490174" sldId="348"/>
            <ac:spMk id="29" creationId="{F8764CF5-4492-3E99-6F71-EF38B6558A10}"/>
          </ac:spMkLst>
        </pc:spChg>
      </pc:sldChg>
      <pc:sldChg chg="addSp delSp modSp add mod">
        <pc:chgData name="嘉展 張" userId="56c0cc265fef7f12" providerId="LiveId" clId="{1066B5A4-4CA0-4DCE-A408-B2925C89CAB2}" dt="2025-08-21T02:34:53.015" v="347" actId="1076"/>
        <pc:sldMkLst>
          <pc:docMk/>
          <pc:sldMk cId="4047844178" sldId="350"/>
        </pc:sldMkLst>
        <pc:spChg chg="add mod">
          <ac:chgData name="嘉展 張" userId="56c0cc265fef7f12" providerId="LiveId" clId="{1066B5A4-4CA0-4DCE-A408-B2925C89CAB2}" dt="2025-08-21T02:32:17.808" v="216"/>
          <ac:spMkLst>
            <pc:docMk/>
            <pc:sldMk cId="4047844178" sldId="350"/>
            <ac:spMk id="3" creationId="{C62C6773-D0D6-8D4B-0640-DECED072BF7D}"/>
          </ac:spMkLst>
        </pc:spChg>
        <pc:spChg chg="add mod">
          <ac:chgData name="嘉展 張" userId="56c0cc265fef7f12" providerId="LiveId" clId="{1066B5A4-4CA0-4DCE-A408-B2925C89CAB2}" dt="2025-08-21T02:33:00.218" v="248" actId="20577"/>
          <ac:spMkLst>
            <pc:docMk/>
            <pc:sldMk cId="4047844178" sldId="350"/>
            <ac:spMk id="4" creationId="{E107F272-4830-FB7A-0F6C-3735BF0C34DE}"/>
          </ac:spMkLst>
        </pc:spChg>
        <pc:spChg chg="add mod">
          <ac:chgData name="嘉展 張" userId="56c0cc265fef7f12" providerId="LiveId" clId="{1066B5A4-4CA0-4DCE-A408-B2925C89CAB2}" dt="2025-08-21T02:33:20.839" v="274" actId="1076"/>
          <ac:spMkLst>
            <pc:docMk/>
            <pc:sldMk cId="4047844178" sldId="350"/>
            <ac:spMk id="5" creationId="{6984FE33-EB8C-66D5-E829-3F7F9A40E368}"/>
          </ac:spMkLst>
        </pc:spChg>
        <pc:spChg chg="add mod">
          <ac:chgData name="嘉展 張" userId="56c0cc265fef7f12" providerId="LiveId" clId="{1066B5A4-4CA0-4DCE-A408-B2925C89CAB2}" dt="2025-08-21T02:34:19.690" v="318" actId="20577"/>
          <ac:spMkLst>
            <pc:docMk/>
            <pc:sldMk cId="4047844178" sldId="350"/>
            <ac:spMk id="7" creationId="{B42C6A61-2463-FBDC-EADB-610DF54DBF96}"/>
          </ac:spMkLst>
        </pc:spChg>
        <pc:spChg chg="add mod">
          <ac:chgData name="嘉展 張" userId="56c0cc265fef7f12" providerId="LiveId" clId="{1066B5A4-4CA0-4DCE-A408-B2925C89CAB2}" dt="2025-08-21T02:34:53.015" v="347" actId="1076"/>
          <ac:spMkLst>
            <pc:docMk/>
            <pc:sldMk cId="4047844178" sldId="350"/>
            <ac:spMk id="8" creationId="{BC07AA57-877B-24B2-62C6-1DD84CFDDE91}"/>
          </ac:spMkLst>
        </pc:spChg>
        <pc:spChg chg="mod">
          <ac:chgData name="嘉展 張" userId="56c0cc265fef7f12" providerId="LiveId" clId="{1066B5A4-4CA0-4DCE-A408-B2925C89CAB2}" dt="2025-08-21T02:33:48.206" v="280"/>
          <ac:spMkLst>
            <pc:docMk/>
            <pc:sldMk cId="4047844178" sldId="350"/>
            <ac:spMk id="9" creationId="{0D31813E-55F8-2075-04FD-DF6904A05B73}"/>
          </ac:spMkLst>
        </pc:spChg>
      </pc:sldChg>
      <pc:sldChg chg="addSp modSp add mod">
        <pc:chgData name="嘉展 張" userId="56c0cc265fef7f12" providerId="LiveId" clId="{1066B5A4-4CA0-4DCE-A408-B2925C89CAB2}" dt="2025-08-21T02:38:41.958" v="573" actId="1076"/>
        <pc:sldMkLst>
          <pc:docMk/>
          <pc:sldMk cId="2010012139" sldId="351"/>
        </pc:sldMkLst>
        <pc:spChg chg="add mod">
          <ac:chgData name="嘉展 張" userId="56c0cc265fef7f12" providerId="LiveId" clId="{1066B5A4-4CA0-4DCE-A408-B2925C89CAB2}" dt="2025-08-21T02:37:48.528" v="509" actId="1076"/>
          <ac:spMkLst>
            <pc:docMk/>
            <pc:sldMk cId="2010012139" sldId="351"/>
            <ac:spMk id="3" creationId="{C1F6D1C8-093D-9C31-5B1D-15AFF4A5246F}"/>
          </ac:spMkLst>
        </pc:spChg>
        <pc:spChg chg="add mod">
          <ac:chgData name="嘉展 張" userId="56c0cc265fef7f12" providerId="LiveId" clId="{1066B5A4-4CA0-4DCE-A408-B2925C89CAB2}" dt="2025-08-21T02:38:05.597" v="526" actId="1076"/>
          <ac:spMkLst>
            <pc:docMk/>
            <pc:sldMk cId="2010012139" sldId="351"/>
            <ac:spMk id="4" creationId="{BE894BA9-C34F-F18F-C291-F1AA8B4AB31E}"/>
          </ac:spMkLst>
        </pc:spChg>
        <pc:spChg chg="add mod">
          <ac:chgData name="嘉展 張" userId="56c0cc265fef7f12" providerId="LiveId" clId="{1066B5A4-4CA0-4DCE-A408-B2925C89CAB2}" dt="2025-08-21T02:38:11.162" v="541" actId="20577"/>
          <ac:spMkLst>
            <pc:docMk/>
            <pc:sldMk cId="2010012139" sldId="351"/>
            <ac:spMk id="5" creationId="{6C2FEA00-76E1-1C20-9955-B15917D970AB}"/>
          </ac:spMkLst>
        </pc:spChg>
        <pc:spChg chg="add mod">
          <ac:chgData name="嘉展 張" userId="56c0cc265fef7f12" providerId="LiveId" clId="{1066B5A4-4CA0-4DCE-A408-B2925C89CAB2}" dt="2025-08-21T02:38:22.059" v="552" actId="1076"/>
          <ac:spMkLst>
            <pc:docMk/>
            <pc:sldMk cId="2010012139" sldId="351"/>
            <ac:spMk id="6" creationId="{DC80DA82-9EA7-9DCD-4DFE-AAD7493FBD04}"/>
          </ac:spMkLst>
        </pc:spChg>
        <pc:spChg chg="add mod">
          <ac:chgData name="嘉展 張" userId="56c0cc265fef7f12" providerId="LiveId" clId="{1066B5A4-4CA0-4DCE-A408-B2925C89CAB2}" dt="2025-08-21T02:38:41.958" v="573" actId="1076"/>
          <ac:spMkLst>
            <pc:docMk/>
            <pc:sldMk cId="2010012139" sldId="351"/>
            <ac:spMk id="7" creationId="{04844114-7BC9-55E8-0070-CC6ACC493666}"/>
          </ac:spMkLst>
        </pc:spChg>
      </pc:sldChg>
      <pc:sldChg chg="addSp delSp modSp mod">
        <pc:chgData name="嘉展 張" userId="56c0cc265fef7f12" providerId="LiveId" clId="{1066B5A4-4CA0-4DCE-A408-B2925C89CAB2}" dt="2025-08-23T06:11:25.243" v="642"/>
        <pc:sldMkLst>
          <pc:docMk/>
          <pc:sldMk cId="3238770306" sldId="352"/>
        </pc:sldMkLst>
        <pc:spChg chg="mod">
          <ac:chgData name="嘉展 張" userId="56c0cc265fef7f12" providerId="LiveId" clId="{1066B5A4-4CA0-4DCE-A408-B2925C89CAB2}" dt="2025-08-23T03:00:21.216" v="610" actId="1076"/>
          <ac:spMkLst>
            <pc:docMk/>
            <pc:sldMk cId="3238770306" sldId="352"/>
            <ac:spMk id="2" creationId="{31F756D0-8F19-5137-6E85-2799166ADC4B}"/>
          </ac:spMkLst>
        </pc:spChg>
        <pc:spChg chg="mod">
          <ac:chgData name="嘉展 張" userId="56c0cc265fef7f12" providerId="LiveId" clId="{1066B5A4-4CA0-4DCE-A408-B2925C89CAB2}" dt="2025-08-23T03:00:02.799" v="606" actId="1076"/>
          <ac:spMkLst>
            <pc:docMk/>
            <pc:sldMk cId="3238770306" sldId="352"/>
            <ac:spMk id="3" creationId="{06E988BB-CBB4-334B-1DA7-03DF25BE894A}"/>
          </ac:spMkLst>
        </pc:spChg>
        <pc:spChg chg="mod">
          <ac:chgData name="嘉展 張" userId="56c0cc265fef7f12" providerId="LiveId" clId="{1066B5A4-4CA0-4DCE-A408-B2925C89CAB2}" dt="2025-08-23T03:00:09.711" v="608" actId="1076"/>
          <ac:spMkLst>
            <pc:docMk/>
            <pc:sldMk cId="3238770306" sldId="352"/>
            <ac:spMk id="4" creationId="{4BDF8910-9669-20D8-355D-1520925272B5}"/>
          </ac:spMkLst>
        </pc:spChg>
        <pc:spChg chg="add mod">
          <ac:chgData name="嘉展 張" userId="56c0cc265fef7f12" providerId="LiveId" clId="{1066B5A4-4CA0-4DCE-A408-B2925C89CAB2}" dt="2025-08-23T06:11:12.906" v="639" actId="20577"/>
          <ac:spMkLst>
            <pc:docMk/>
            <pc:sldMk cId="3238770306" sldId="352"/>
            <ac:spMk id="5" creationId="{DDFCF6DF-CF54-4FE3-D6CD-B23A4FF38951}"/>
          </ac:spMkLst>
        </pc:spChg>
        <pc:spChg chg="add mod">
          <ac:chgData name="嘉展 張" userId="56c0cc265fef7f12" providerId="LiveId" clId="{1066B5A4-4CA0-4DCE-A408-B2925C89CAB2}" dt="2025-08-23T06:11:25.243" v="642"/>
          <ac:spMkLst>
            <pc:docMk/>
            <pc:sldMk cId="3238770306" sldId="352"/>
            <ac:spMk id="6" creationId="{3362F416-9387-0ABA-379B-F834A3769176}"/>
          </ac:spMkLst>
        </pc:spChg>
        <pc:spChg chg="mod">
          <ac:chgData name="嘉展 張" userId="56c0cc265fef7f12" providerId="LiveId" clId="{1066B5A4-4CA0-4DCE-A408-B2925C89CAB2}" dt="2025-08-23T02:59:49.157" v="602" actId="20577"/>
          <ac:spMkLst>
            <pc:docMk/>
            <pc:sldMk cId="3238770306" sldId="352"/>
            <ac:spMk id="9" creationId="{7BE85A84-A7D4-E60C-ED42-055CAF55B4B0}"/>
          </ac:spMkLst>
        </pc:spChg>
        <pc:spChg chg="del mod">
          <ac:chgData name="嘉展 張" userId="56c0cc265fef7f12" providerId="LiveId" clId="{1066B5A4-4CA0-4DCE-A408-B2925C89CAB2}" dt="2025-08-23T06:11:24.823" v="641" actId="478"/>
          <ac:spMkLst>
            <pc:docMk/>
            <pc:sldMk cId="3238770306" sldId="352"/>
            <ac:spMk id="29" creationId="{6B80B549-A0E4-0D7A-5912-D56925D3FB1C}"/>
          </ac:spMkLst>
        </pc:spChg>
      </pc:sldChg>
    </pc:docChg>
  </pc:docChgLst>
  <pc:docChgLst>
    <pc:chgData name="嘉展 張" userId="56c0cc265fef7f12" providerId="LiveId" clId="{FC3B12ED-B978-4741-8F4E-ACC995148FC2}"/>
    <pc:docChg chg="undo custSel modSld">
      <pc:chgData name="嘉展 張" userId="56c0cc265fef7f12" providerId="LiveId" clId="{FC3B12ED-B978-4741-8F4E-ACC995148FC2}" dt="2025-07-07T04:22:08.380" v="43" actId="207"/>
      <pc:docMkLst>
        <pc:docMk/>
      </pc:docMkLst>
      <pc:sldChg chg="addSp delSp modSp mod">
        <pc:chgData name="嘉展 張" userId="56c0cc265fef7f12" providerId="LiveId" clId="{FC3B12ED-B978-4741-8F4E-ACC995148FC2}" dt="2025-07-07T04:20:44.928" v="23" actId="207"/>
        <pc:sldMkLst>
          <pc:docMk/>
          <pc:sldMk cId="0" sldId="264"/>
        </pc:sldMkLst>
      </pc:sldChg>
      <pc:sldChg chg="modSp mod">
        <pc:chgData name="嘉展 張" userId="56c0cc265fef7f12" providerId="LiveId" clId="{FC3B12ED-B978-4741-8F4E-ACC995148FC2}" dt="2025-07-07T04:19:17.917" v="6" actId="207"/>
        <pc:sldMkLst>
          <pc:docMk/>
          <pc:sldMk cId="516855969" sldId="328"/>
        </pc:sldMkLst>
      </pc:sldChg>
      <pc:sldChg chg="modSp mod">
        <pc:chgData name="嘉展 張" userId="56c0cc265fef7f12" providerId="LiveId" clId="{FC3B12ED-B978-4741-8F4E-ACC995148FC2}" dt="2025-07-07T04:19:30.362" v="10" actId="207"/>
        <pc:sldMkLst>
          <pc:docMk/>
          <pc:sldMk cId="1848417769" sldId="329"/>
        </pc:sldMkLst>
      </pc:sldChg>
      <pc:sldChg chg="modSp mod">
        <pc:chgData name="嘉展 張" userId="56c0cc265fef7f12" providerId="LiveId" clId="{FC3B12ED-B978-4741-8F4E-ACC995148FC2}" dt="2025-07-07T04:19:24.576" v="8" actId="207"/>
        <pc:sldMkLst>
          <pc:docMk/>
          <pc:sldMk cId="725604826" sldId="330"/>
        </pc:sldMkLst>
      </pc:sldChg>
      <pc:sldChg chg="modSp mod">
        <pc:chgData name="嘉展 張" userId="56c0cc265fef7f12" providerId="LiveId" clId="{FC3B12ED-B978-4741-8F4E-ACC995148FC2}" dt="2025-07-07T04:18:57.079" v="0" actId="207"/>
        <pc:sldMkLst>
          <pc:docMk/>
          <pc:sldMk cId="1652940647" sldId="335"/>
        </pc:sldMkLst>
      </pc:sldChg>
      <pc:sldChg chg="modSp mod">
        <pc:chgData name="嘉展 張" userId="56c0cc265fef7f12" providerId="LiveId" clId="{FC3B12ED-B978-4741-8F4E-ACC995148FC2}" dt="2025-07-07T04:19:06.457" v="2" actId="207"/>
        <pc:sldMkLst>
          <pc:docMk/>
          <pc:sldMk cId="3676040206" sldId="336"/>
        </pc:sldMkLst>
      </pc:sldChg>
      <pc:sldChg chg="modSp mod">
        <pc:chgData name="嘉展 張" userId="56c0cc265fef7f12" providerId="LiveId" clId="{FC3B12ED-B978-4741-8F4E-ACC995148FC2}" dt="2025-07-07T04:22:08.380" v="43" actId="207"/>
        <pc:sldMkLst>
          <pc:docMk/>
          <pc:sldMk cId="2128628793" sldId="337"/>
        </pc:sldMkLst>
      </pc:sldChg>
      <pc:sldChg chg="modSp mod">
        <pc:chgData name="嘉展 張" userId="56c0cc265fef7f12" providerId="LiveId" clId="{FC3B12ED-B978-4741-8F4E-ACC995148FC2}" dt="2025-07-07T04:21:51.077" v="38" actId="207"/>
        <pc:sldMkLst>
          <pc:docMk/>
          <pc:sldMk cId="4036497139" sldId="338"/>
        </pc:sldMkLst>
      </pc:sldChg>
      <pc:sldChg chg="modSp mod">
        <pc:chgData name="嘉展 張" userId="56c0cc265fef7f12" providerId="LiveId" clId="{FC3B12ED-B978-4741-8F4E-ACC995148FC2}" dt="2025-07-07T04:21:32.640" v="32" actId="207"/>
        <pc:sldMkLst>
          <pc:docMk/>
          <pc:sldMk cId="2939669483" sldId="339"/>
        </pc:sldMkLst>
      </pc:sldChg>
      <pc:sldChg chg="modSp mod">
        <pc:chgData name="嘉展 張" userId="56c0cc265fef7f12" providerId="LiveId" clId="{FC3B12ED-B978-4741-8F4E-ACC995148FC2}" dt="2025-07-07T04:21:07.627" v="27" actId="207"/>
        <pc:sldMkLst>
          <pc:docMk/>
          <pc:sldMk cId="1195771477" sldId="340"/>
        </pc:sldMkLst>
      </pc:sldChg>
      <pc:sldChg chg="modSp mod">
        <pc:chgData name="嘉展 張" userId="56c0cc265fef7f12" providerId="LiveId" clId="{FC3B12ED-B978-4741-8F4E-ACC995148FC2}" dt="2025-07-07T04:21:24.340" v="30" actId="207"/>
        <pc:sldMkLst>
          <pc:docMk/>
          <pc:sldMk cId="3653896156" sldId="341"/>
        </pc:sldMkLst>
      </pc:sldChg>
      <pc:sldChg chg="modSp mod">
        <pc:chgData name="嘉展 張" userId="56c0cc265fef7f12" providerId="LiveId" clId="{FC3B12ED-B978-4741-8F4E-ACC995148FC2}" dt="2025-07-07T04:19:43.171" v="12" actId="207"/>
        <pc:sldMkLst>
          <pc:docMk/>
          <pc:sldMk cId="3383698067" sldId="342"/>
        </pc:sldMkLst>
      </pc:sldChg>
      <pc:sldChg chg="modSp mod">
        <pc:chgData name="嘉展 張" userId="56c0cc265fef7f12" providerId="LiveId" clId="{FC3B12ED-B978-4741-8F4E-ACC995148FC2}" dt="2025-07-07T04:20:00.157" v="17" actId="207"/>
        <pc:sldMkLst>
          <pc:docMk/>
          <pc:sldMk cId="345017411" sldId="343"/>
        </pc:sldMkLst>
      </pc:sldChg>
    </pc:docChg>
  </pc:docChgLst>
  <pc:docChgLst>
    <pc:chgData name="嘉展 張" userId="56c0cc265fef7f12" providerId="LiveId" clId="{7F69A522-7DAF-4A02-BC46-5EFA4FA51996}"/>
    <pc:docChg chg="undo redo custSel addSld delSld modSld sldOrd modMainMaster">
      <pc:chgData name="嘉展 張" userId="56c0cc265fef7f12" providerId="LiveId" clId="{7F69A522-7DAF-4A02-BC46-5EFA4FA51996}" dt="2025-07-07T11:43:59.783" v="1614" actId="20577"/>
      <pc:docMkLst>
        <pc:docMk/>
      </pc:docMkLst>
      <pc:sldChg chg="addSp modSp mod">
        <pc:chgData name="嘉展 張" userId="56c0cc265fef7f12" providerId="LiveId" clId="{7F69A522-7DAF-4A02-BC46-5EFA4FA51996}" dt="2025-07-07T07:12:49.739" v="133" actId="6549"/>
        <pc:sldMkLst>
          <pc:docMk/>
          <pc:sldMk cId="1698366788" sldId="274"/>
        </pc:sldMkLst>
      </pc:sldChg>
      <pc:sldChg chg="modSp mod">
        <pc:chgData name="嘉展 張" userId="56c0cc265fef7f12" providerId="LiveId" clId="{7F69A522-7DAF-4A02-BC46-5EFA4FA51996}" dt="2025-07-07T10:47:32.083" v="879" actId="15"/>
        <pc:sldMkLst>
          <pc:docMk/>
          <pc:sldMk cId="516855969" sldId="328"/>
        </pc:sldMkLst>
      </pc:sldChg>
      <pc:sldChg chg="del">
        <pc:chgData name="嘉展 張" userId="56c0cc265fef7f12" providerId="LiveId" clId="{7F69A522-7DAF-4A02-BC46-5EFA4FA51996}" dt="2025-07-07T10:48:34.374" v="888" actId="47"/>
        <pc:sldMkLst>
          <pc:docMk/>
          <pc:sldMk cId="1848417769" sldId="329"/>
        </pc:sldMkLst>
      </pc:sldChg>
      <pc:sldChg chg="del">
        <pc:chgData name="嘉展 張" userId="56c0cc265fef7f12" providerId="LiveId" clId="{7F69A522-7DAF-4A02-BC46-5EFA4FA51996}" dt="2025-07-07T10:48:34.374" v="888" actId="47"/>
        <pc:sldMkLst>
          <pc:docMk/>
          <pc:sldMk cId="725604826" sldId="330"/>
        </pc:sldMkLst>
      </pc:sldChg>
      <pc:sldChg chg="modSp mod">
        <pc:chgData name="嘉展 張" userId="56c0cc265fef7f12" providerId="LiveId" clId="{7F69A522-7DAF-4A02-BC46-5EFA4FA51996}" dt="2025-07-07T07:34:37.926" v="646" actId="20577"/>
        <pc:sldMkLst>
          <pc:docMk/>
          <pc:sldMk cId="1652940647" sldId="335"/>
        </pc:sldMkLst>
      </pc:sldChg>
      <pc:sldChg chg="modSp mod">
        <pc:chgData name="嘉展 張" userId="56c0cc265fef7f12" providerId="LiveId" clId="{7F69A522-7DAF-4A02-BC46-5EFA4FA51996}" dt="2025-07-07T10:41:39.183" v="813" actId="20577"/>
        <pc:sldMkLst>
          <pc:docMk/>
          <pc:sldMk cId="3676040206" sldId="336"/>
        </pc:sldMkLst>
      </pc:sldChg>
      <pc:sldChg chg="modSp mod">
        <pc:chgData name="嘉展 張" userId="56c0cc265fef7f12" providerId="LiveId" clId="{7F69A522-7DAF-4A02-BC46-5EFA4FA51996}" dt="2025-07-07T07:37:27.551" v="655"/>
        <pc:sldMkLst>
          <pc:docMk/>
          <pc:sldMk cId="2128628793" sldId="337"/>
        </pc:sldMkLst>
      </pc:sldChg>
      <pc:sldChg chg="del">
        <pc:chgData name="嘉展 張" userId="56c0cc265fef7f12" providerId="LiveId" clId="{7F69A522-7DAF-4A02-BC46-5EFA4FA51996}" dt="2025-07-07T07:14:28.904" v="169" actId="47"/>
        <pc:sldMkLst>
          <pc:docMk/>
          <pc:sldMk cId="4036497139" sldId="338"/>
        </pc:sldMkLst>
      </pc:sldChg>
      <pc:sldChg chg="modSp del mod">
        <pc:chgData name="嘉展 張" userId="56c0cc265fef7f12" providerId="LiveId" clId="{7F69A522-7DAF-4A02-BC46-5EFA4FA51996}" dt="2025-07-07T10:47:46.757" v="882" actId="47"/>
        <pc:sldMkLst>
          <pc:docMk/>
          <pc:sldMk cId="2939669483" sldId="339"/>
        </pc:sldMkLst>
      </pc:sldChg>
      <pc:sldChg chg="del">
        <pc:chgData name="嘉展 張" userId="56c0cc265fef7f12" providerId="LiveId" clId="{7F69A522-7DAF-4A02-BC46-5EFA4FA51996}" dt="2025-07-07T10:48:34.374" v="888" actId="47"/>
        <pc:sldMkLst>
          <pc:docMk/>
          <pc:sldMk cId="1195771477" sldId="340"/>
        </pc:sldMkLst>
      </pc:sldChg>
      <pc:sldChg chg="del">
        <pc:chgData name="嘉展 張" userId="56c0cc265fef7f12" providerId="LiveId" clId="{7F69A522-7DAF-4A02-BC46-5EFA4FA51996}" dt="2025-07-07T10:48:34.374" v="888" actId="47"/>
        <pc:sldMkLst>
          <pc:docMk/>
          <pc:sldMk cId="3653896156" sldId="341"/>
        </pc:sldMkLst>
      </pc:sldChg>
      <pc:sldChg chg="modSp mod">
        <pc:chgData name="嘉展 張" userId="56c0cc265fef7f12" providerId="LiveId" clId="{7F69A522-7DAF-4A02-BC46-5EFA4FA51996}" dt="2025-07-07T11:43:59.783" v="1614" actId="20577"/>
        <pc:sldMkLst>
          <pc:docMk/>
          <pc:sldMk cId="3383698067" sldId="342"/>
        </pc:sldMkLst>
      </pc:sldChg>
      <pc:sldChg chg="modSp mod">
        <pc:chgData name="嘉展 張" userId="56c0cc265fef7f12" providerId="LiveId" clId="{7F69A522-7DAF-4A02-BC46-5EFA4FA51996}" dt="2025-07-07T11:43:47.461" v="1596" actId="20577"/>
        <pc:sldMkLst>
          <pc:docMk/>
          <pc:sldMk cId="345017411" sldId="343"/>
        </pc:sldMkLst>
      </pc:sldChg>
      <pc:sldChg chg="modSp add mod">
        <pc:chgData name="嘉展 張" userId="56c0cc265fef7f12" providerId="LiveId" clId="{7F69A522-7DAF-4A02-BC46-5EFA4FA51996}" dt="2025-07-07T10:42:22.726" v="848" actId="207"/>
        <pc:sldMkLst>
          <pc:docMk/>
          <pc:sldMk cId="919750547" sldId="344"/>
        </pc:sldMkLst>
      </pc:sldChg>
      <pc:sldChg chg="add del">
        <pc:chgData name="嘉展 張" userId="56c0cc265fef7f12" providerId="LiveId" clId="{7F69A522-7DAF-4A02-BC46-5EFA4FA51996}" dt="2025-07-07T10:47:26.562" v="877" actId="47"/>
        <pc:sldMkLst>
          <pc:docMk/>
          <pc:sldMk cId="1590898524" sldId="345"/>
        </pc:sldMkLst>
      </pc:sldChg>
      <pc:sldChg chg="addSp modSp add del">
        <pc:chgData name="嘉展 張" userId="56c0cc265fef7f12" providerId="LiveId" clId="{7F69A522-7DAF-4A02-BC46-5EFA4FA51996}" dt="2025-07-07T10:46:57.549" v="873"/>
        <pc:sldMkLst>
          <pc:docMk/>
          <pc:sldMk cId="2963216146" sldId="345"/>
        </pc:sldMkLst>
      </pc:sldChg>
      <pc:sldChg chg="addSp modSp add mod">
        <pc:chgData name="嘉展 張" userId="56c0cc265fef7f12" providerId="LiveId" clId="{7F69A522-7DAF-4A02-BC46-5EFA4FA51996}" dt="2025-07-07T10:48:51.726" v="905" actId="20577"/>
        <pc:sldMkLst>
          <pc:docMk/>
          <pc:sldMk cId="3752334464" sldId="345"/>
        </pc:sldMkLst>
      </pc:sldChg>
      <pc:sldChg chg="modSp add mod ord">
        <pc:chgData name="嘉展 張" userId="56c0cc265fef7f12" providerId="LiveId" clId="{7F69A522-7DAF-4A02-BC46-5EFA4FA51996}" dt="2025-07-07T10:50:38.949" v="944" actId="20577"/>
        <pc:sldMkLst>
          <pc:docMk/>
          <pc:sldMk cId="1115666099" sldId="346"/>
        </pc:sldMkLst>
      </pc:sldChg>
      <pc:sldChg chg="add del">
        <pc:chgData name="嘉展 張" userId="56c0cc265fef7f12" providerId="LiveId" clId="{7F69A522-7DAF-4A02-BC46-5EFA4FA51996}" dt="2025-07-07T10:48:34.374" v="888" actId="47"/>
        <pc:sldMkLst>
          <pc:docMk/>
          <pc:sldMk cId="2840440202" sldId="346"/>
        </pc:sldMkLst>
      </pc:sldChg>
      <pc:sldChg chg="addSp modSp add mod">
        <pc:chgData name="嘉展 張" userId="56c0cc265fef7f12" providerId="LiveId" clId="{7F69A522-7DAF-4A02-BC46-5EFA4FA51996}" dt="2025-07-07T10:51:30.889" v="950" actId="20577"/>
        <pc:sldMkLst>
          <pc:docMk/>
          <pc:sldMk cId="3822570613" sldId="347"/>
        </pc:sldMkLst>
      </pc:sldChg>
      <pc:sldChg chg="modSp add mod ord">
        <pc:chgData name="嘉展 張" userId="56c0cc265fef7f12" providerId="LiveId" clId="{7F69A522-7DAF-4A02-BC46-5EFA4FA51996}" dt="2025-07-07T10:52:46.104" v="983" actId="6549"/>
        <pc:sldMkLst>
          <pc:docMk/>
          <pc:sldMk cId="2652490174" sldId="348"/>
        </pc:sldMkLst>
      </pc:sldChg>
      <pc:sldChg chg="addSp modSp add mod">
        <pc:chgData name="嘉展 張" userId="56c0cc265fef7f12" providerId="LiveId" clId="{7F69A522-7DAF-4A02-BC46-5EFA4FA51996}" dt="2025-07-07T10:53:10.646" v="989" actId="207"/>
        <pc:sldMkLst>
          <pc:docMk/>
          <pc:sldMk cId="2056490660" sldId="349"/>
        </pc:sldMkLst>
      </pc:sldChg>
      <pc:sldChg chg="modSp add del mod">
        <pc:chgData name="嘉展 張" userId="56c0cc265fef7f12" providerId="LiveId" clId="{7F69A522-7DAF-4A02-BC46-5EFA4FA51996}" dt="2025-07-07T11:43:02.907" v="1552" actId="47"/>
        <pc:sldMkLst>
          <pc:docMk/>
          <pc:sldMk cId="1303398649" sldId="350"/>
        </pc:sldMkLst>
      </pc:sldChg>
      <pc:sldMasterChg chg="modSldLayout">
        <pc:chgData name="嘉展 張" userId="56c0cc265fef7f12" providerId="LiveId" clId="{7F69A522-7DAF-4A02-BC46-5EFA4FA51996}" dt="2025-07-07T06:57:29.419" v="122" actId="20577"/>
        <pc:sldMasterMkLst>
          <pc:docMk/>
          <pc:sldMasterMk cId="2733321511" sldId="2147483688"/>
        </pc:sldMasterMkLst>
        <pc:sldLayoutChg chg="delSp mod">
          <pc:chgData name="嘉展 張" userId="56c0cc265fef7f12" providerId="LiveId" clId="{7F69A522-7DAF-4A02-BC46-5EFA4FA51996}" dt="2025-07-07T04:33:12.003" v="0" actId="21"/>
          <pc:sldLayoutMkLst>
            <pc:docMk/>
            <pc:sldMasterMk cId="2733321511" sldId="2147483688"/>
            <pc:sldLayoutMk cId="810264706" sldId="2147483689"/>
          </pc:sldLayoutMkLst>
        </pc:sldLayoutChg>
        <pc:sldLayoutChg chg="modSp mod">
          <pc:chgData name="嘉展 張" userId="56c0cc265fef7f12" providerId="LiveId" clId="{7F69A522-7DAF-4A02-BC46-5EFA4FA51996}" dt="2025-07-07T06:57:29.419" v="122" actId="20577"/>
          <pc:sldLayoutMkLst>
            <pc:docMk/>
            <pc:sldMasterMk cId="2733321511" sldId="2147483688"/>
            <pc:sldLayoutMk cId="2749409723" sldId="214748369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8BF25A6-087F-D6D2-267D-B40DBA7EE1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AA0814FC-58BC-3550-CD96-55E744A225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02A62F-168C-441A-BD3A-3CBD0D8996EF}" type="datetimeFigureOut">
              <a:rPr lang="zh-TW" altLang="en-US" smtClean="0"/>
              <a:t>2025/8/23</a:t>
            </a:fld>
            <a:endParaRPr lang="zh-TW" altLang="en-US"/>
          </a:p>
        </p:txBody>
      </p:sp>
      <p:sp>
        <p:nvSpPr>
          <p:cNvPr id="4" name="頁尾版面配置區 3">
            <a:extLst>
              <a:ext uri="{FF2B5EF4-FFF2-40B4-BE49-F238E27FC236}">
                <a16:creationId xmlns:a16="http://schemas.microsoft.com/office/drawing/2014/main" id="{79AE01F6-5383-DDC4-7D41-985AFCC1FB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94AF33B8-A6BA-F9CB-9D1A-F0E8411475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F976BC-45D2-4837-B745-B3BC93427B15}" type="slidenum">
              <a:rPr lang="zh-TW" altLang="en-US" smtClean="0"/>
              <a:t>‹#›</a:t>
            </a:fld>
            <a:endParaRPr lang="zh-TW" altLang="en-US"/>
          </a:p>
        </p:txBody>
      </p:sp>
    </p:spTree>
    <p:extLst>
      <p:ext uri="{BB962C8B-B14F-4D97-AF65-F5344CB8AC3E}">
        <p14:creationId xmlns:p14="http://schemas.microsoft.com/office/powerpoint/2010/main" val="2158451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BIZ UDGothic" panose="020B0400000000000000" pitchFamily="33" charset="-128"/>
        <a:ea typeface="BIZ UDGothic" panose="020B0400000000000000" pitchFamily="33"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84972-CFB7-106B-7451-91573232AC1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6F8FD00-AEC8-4AD1-3591-69A9B506F2CF}"/>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EBACD59-E2F1-EA33-4090-0B4101A21266}"/>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575667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FCF8B-151F-B36F-20FB-F7AA435F9D3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A4C9C38-B491-ECD4-2C24-D6947FB97845}"/>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91F440E-0E30-5095-0CB2-3C2C24A2CC6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582264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F4579-EC49-74F7-731C-CF35115D7FF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56E8282-F896-AF4E-2FE7-D71647B8033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700342D6-751C-5997-C484-428A8A459822}"/>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540578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38535-C0FD-B968-BB70-58792E25F25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0B8002A-66E2-8CB1-801A-C0667BD6EE1A}"/>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5BDF54B6-FBC7-7BA7-7853-E1D596BFC2F8}"/>
              </a:ext>
            </a:extLst>
          </p:cNvPr>
          <p:cNvSpPr>
            <a:spLocks noGrp="1"/>
          </p:cNvSpPr>
          <p:nvPr>
            <p:ph type="body" idx="1"/>
          </p:nvPr>
        </p:nvSpPr>
        <p:spPr/>
        <p:txBody>
          <a:bodyPr/>
          <a:lstStyle/>
          <a:p>
            <a:endParaRPr lang="zh-TW" altLang="en-US" dirty="0">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337123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93AFA-50C9-AF72-D66C-23F38297B0D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A3DB228-14A9-DFE1-B221-C17D35B9008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5A0DADDF-B9CF-61E7-07C3-B19DBE62F0A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79026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85468-5212-06C2-1093-089D532FF26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B7D9929-8008-244F-F7A1-B41948405D09}"/>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BD56B6BE-7444-4031-D537-371867FF1700}"/>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5138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704E-7EED-C2D2-AB0C-9735446DFE5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EC38AC2-0366-3164-A5DC-828EC5C85F9E}"/>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21BE83F-F2D0-7D4D-6FCD-F1A7DC9883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3947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7D44-8515-EA05-78FF-A15CE5600A0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7F962DF-1858-3443-38F9-00426D5514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4104576-44CB-1017-4E20-3C5F49A08F45}"/>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32885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595CE-CF67-61FD-CB4C-B63D34627A9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A20079C-C412-63DF-0062-7A01942C541D}"/>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7ED3E415-FCC6-E4AE-0897-15A4F46C3DCF}"/>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832906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9E270-DB59-736A-3BF3-C7CDDF77745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35C9B8B-9494-A296-9968-1BFF6DB51DBA}"/>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7A34ABD-47D1-4987-8BAD-03072F69F17D}"/>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123675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F13D-1ED7-DF52-F6AD-DA3481E6ACF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7BBF0B-7D7D-D6A0-63D5-6153918B72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95CD1C0-0BA9-E1F1-B6A8-BEA3D120E68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24308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E18B-9284-4C34-1C60-E918802CD2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E8BB489-F93C-819E-5985-79CFC6810C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2245CC0-BD14-DF5C-7A17-EFCD00FFE3D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696862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BIZ UDGothic" panose="020B0400000000000000" pitchFamily="33" charset="-128"/>
              <a:ea typeface="BIZ UDGothic" panose="020B0400000000000000" pitchFamily="33" charset="-128"/>
            </a:endParaRPr>
          </a:p>
        </p:txBody>
      </p:sp>
      <p:sp>
        <p:nvSpPr>
          <p:cNvPr id="301" name="Google Shape;30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224893-DBDA-4BFA-9CE1-4BFE7CD0F8CF}"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7" name="Google Shape;173;p15">
            <a:extLst>
              <a:ext uri="{FF2B5EF4-FFF2-40B4-BE49-F238E27FC236}">
                <a16:creationId xmlns:a16="http://schemas.microsoft.com/office/drawing/2014/main" id="{1EA53AEF-F2B1-0F4B-39E7-2C1000323C5C}"/>
              </a:ext>
            </a:extLst>
          </p:cNvPr>
          <p:cNvSpPr/>
          <p:nvPr userDrawn="1"/>
        </p:nvSpPr>
        <p:spPr>
          <a:xfrm>
            <a:off x="-1" y="12529696"/>
            <a:ext cx="24384001" cy="1188793"/>
          </a:xfrm>
          <a:prstGeom prst="rect">
            <a:avLst/>
          </a:prstGeom>
          <a:solidFill>
            <a:srgbClr val="288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Calibri"/>
              <a:buNone/>
            </a:pPr>
            <a:endParaRPr sz="3600" b="0" i="0" u="none" strike="noStrike" cap="none" dirty="0">
              <a:solidFill>
                <a:srgbClr val="000000"/>
              </a:solidFill>
              <a:latin typeface="Gen Jyuu GothicL Bold" panose="020B0602020203020207" pitchFamily="34" charset="-120"/>
              <a:ea typeface="Gen Jyuu GothicL Bold" panose="020B0602020203020207" pitchFamily="34" charset="-120"/>
              <a:cs typeface="Gen Jyuu GothicL Bold" panose="020B0602020203020207" pitchFamily="34" charset="-120"/>
              <a:sym typeface="Calibri"/>
            </a:endParaRPr>
          </a:p>
        </p:txBody>
      </p:sp>
      <p:pic>
        <p:nvPicPr>
          <p:cNvPr id="8" name="Google Shape;175;p15" descr="00新品牌元素-55.png">
            <a:extLst>
              <a:ext uri="{FF2B5EF4-FFF2-40B4-BE49-F238E27FC236}">
                <a16:creationId xmlns:a16="http://schemas.microsoft.com/office/drawing/2014/main" id="{A1C6D771-7D6B-48B8-4879-512D53716F0E}"/>
              </a:ext>
            </a:extLst>
          </p:cNvPr>
          <p:cNvPicPr preferRelativeResize="0"/>
          <p:nvPr userDrawn="1"/>
        </p:nvPicPr>
        <p:blipFill rotWithShape="1">
          <a:blip r:embed="rId2">
            <a:alphaModFix/>
          </a:blip>
          <a:srcRect/>
          <a:stretch/>
        </p:blipFill>
        <p:spPr>
          <a:xfrm>
            <a:off x="1661141" y="12716794"/>
            <a:ext cx="4686527" cy="849086"/>
          </a:xfrm>
          <a:prstGeom prst="rect">
            <a:avLst/>
          </a:prstGeom>
          <a:noFill/>
          <a:ln>
            <a:noFill/>
          </a:ln>
        </p:spPr>
      </p:pic>
      <p:sp>
        <p:nvSpPr>
          <p:cNvPr id="9" name="Google Shape;177;p15">
            <a:extLst>
              <a:ext uri="{FF2B5EF4-FFF2-40B4-BE49-F238E27FC236}">
                <a16:creationId xmlns:a16="http://schemas.microsoft.com/office/drawing/2014/main" id="{F6E91BB9-A0CF-7DC6-E565-0F8D841B8D6A}"/>
              </a:ext>
            </a:extLst>
          </p:cNvPr>
          <p:cNvSpPr txBox="1"/>
          <p:nvPr userDrawn="1"/>
        </p:nvSpPr>
        <p:spPr>
          <a:xfrm>
            <a:off x="1779473" y="4241866"/>
            <a:ext cx="5726816" cy="1415743"/>
          </a:xfrm>
          <a:prstGeom prst="rect">
            <a:avLst/>
          </a:prstGeom>
          <a:solidFill>
            <a:srgbClr val="288CCC"/>
          </a:solid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strike="noStrike" cap="none" err="1">
                <a:solidFill>
                  <a:srgbClr val="FFFFFF"/>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rPr>
              <a:t>本課文型</a:t>
            </a:r>
            <a:endParaRPr sz="1400" b="0" i="0" u="none" strike="noStrike" cap="none">
              <a:solidFill>
                <a:srgbClr val="000000"/>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endParaRPr>
          </a:p>
        </p:txBody>
      </p:sp>
      <p:pic>
        <p:nvPicPr>
          <p:cNvPr id="11" name="Google Shape;180;p15" descr="新品牌元素-04.png">
            <a:extLst>
              <a:ext uri="{FF2B5EF4-FFF2-40B4-BE49-F238E27FC236}">
                <a16:creationId xmlns:a16="http://schemas.microsoft.com/office/drawing/2014/main" id="{9706B59E-0CCB-A03D-5962-B885D023C539}"/>
              </a:ext>
            </a:extLst>
          </p:cNvPr>
          <p:cNvPicPr preferRelativeResize="0"/>
          <p:nvPr userDrawn="1"/>
        </p:nvPicPr>
        <p:blipFill rotWithShape="1">
          <a:blip r:embed="rId3">
            <a:alphaModFix amt="70000"/>
          </a:blip>
          <a:srcRect/>
          <a:stretch/>
        </p:blipFill>
        <p:spPr>
          <a:xfrm>
            <a:off x="21137221" y="1024091"/>
            <a:ext cx="2776561" cy="1589427"/>
          </a:xfrm>
          <a:prstGeom prst="rect">
            <a:avLst/>
          </a:prstGeom>
          <a:noFill/>
          <a:ln>
            <a:noFill/>
          </a:ln>
        </p:spPr>
      </p:pic>
      <p:pic>
        <p:nvPicPr>
          <p:cNvPr id="12" name="Google Shape;181;p15" descr="00新品牌元素-47.png">
            <a:extLst>
              <a:ext uri="{FF2B5EF4-FFF2-40B4-BE49-F238E27FC236}">
                <a16:creationId xmlns:a16="http://schemas.microsoft.com/office/drawing/2014/main" id="{816445DC-2A49-15E8-A162-AB44553F104E}"/>
              </a:ext>
            </a:extLst>
          </p:cNvPr>
          <p:cNvPicPr preferRelativeResize="0"/>
          <p:nvPr userDrawn="1"/>
        </p:nvPicPr>
        <p:blipFill rotWithShape="1">
          <a:blip r:embed="rId4">
            <a:alphaModFix/>
            <a:duotone>
              <a:schemeClr val="accent3">
                <a:shade val="45000"/>
                <a:satMod val="135000"/>
              </a:schemeClr>
              <a:prstClr val="white"/>
            </a:duotone>
          </a:blip>
          <a:srcRect/>
          <a:stretch/>
        </p:blipFill>
        <p:spPr>
          <a:xfrm>
            <a:off x="20832421" y="8763000"/>
            <a:ext cx="3780876" cy="4361092"/>
          </a:xfrm>
          <a:prstGeom prst="rect">
            <a:avLst/>
          </a:prstGeom>
          <a:noFill/>
          <a:ln>
            <a:noFill/>
          </a:ln>
        </p:spPr>
      </p:pic>
      <p:sp>
        <p:nvSpPr>
          <p:cNvPr id="18" name="文字版面配置區 17">
            <a:extLst>
              <a:ext uri="{FF2B5EF4-FFF2-40B4-BE49-F238E27FC236}">
                <a16:creationId xmlns:a16="http://schemas.microsoft.com/office/drawing/2014/main" id="{945131EA-FBA2-5A69-36FD-4A242A80AB22}"/>
              </a:ext>
            </a:extLst>
          </p:cNvPr>
          <p:cNvSpPr>
            <a:spLocks noGrp="1"/>
          </p:cNvSpPr>
          <p:nvPr>
            <p:ph type="body" sz="quarter" idx="13"/>
          </p:nvPr>
        </p:nvSpPr>
        <p:spPr>
          <a:xfrm>
            <a:off x="1679070" y="6660848"/>
            <a:ext cx="17113623" cy="5032117"/>
          </a:xfrm>
        </p:spPr>
        <p:txBody>
          <a:bodyPr numCol="2">
            <a:normAutofit/>
          </a:bodyPr>
          <a:lstStyle>
            <a:lvl1pPr marL="0" indent="0">
              <a:buNone/>
              <a:defRPr sz="4200">
                <a:solidFill>
                  <a:srgbClr val="3B3838"/>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vl2pPr marL="914400" indent="0">
              <a:buNone/>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2pPr>
            <a:lvl3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3pPr>
            <a:lvl4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4pPr>
            <a:lvl5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5pPr>
          </a:lstStyle>
          <a:p>
            <a:pPr lvl="0"/>
            <a:r>
              <a:rPr lang="zh-TW" altLang="en-US" dirty="0"/>
              <a:t>按一下以編輯母片文字樣式</a:t>
            </a:r>
            <a:endParaRPr lang="en-US" altLang="zh-TW" dirty="0"/>
          </a:p>
        </p:txBody>
      </p:sp>
      <p:sp>
        <p:nvSpPr>
          <p:cNvPr id="19" name="Google Shape;179;p15">
            <a:extLst>
              <a:ext uri="{FF2B5EF4-FFF2-40B4-BE49-F238E27FC236}">
                <a16:creationId xmlns:a16="http://schemas.microsoft.com/office/drawing/2014/main" id="{3F54C1E6-3D7F-502D-6C15-E0DC042557B2}"/>
              </a:ext>
            </a:extLst>
          </p:cNvPr>
          <p:cNvSpPr txBox="1"/>
          <p:nvPr userDrawn="1"/>
        </p:nvSpPr>
        <p:spPr>
          <a:xfrm>
            <a:off x="18036333" y="12735798"/>
            <a:ext cx="5266463"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FFFFFF"/>
              </a:buClr>
              <a:buSzPts val="4200"/>
              <a:buFont typeface="Arial"/>
              <a:buNone/>
            </a:pPr>
            <a:r>
              <a:rPr lang="ja-JP" altLang="en-US" sz="4200" b="1" i="0" u="none" strike="noStrike" kern="1200"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學習導師・中級</a:t>
            </a:r>
          </a:p>
        </p:txBody>
      </p:sp>
    </p:spTree>
    <p:extLst>
      <p:ext uri="{BB962C8B-B14F-4D97-AF65-F5344CB8AC3E}">
        <p14:creationId xmlns:p14="http://schemas.microsoft.com/office/powerpoint/2010/main" val="8102647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500" y="-36844"/>
            <a:ext cx="19983450" cy="1148734"/>
          </a:xfrm>
          <a:prstGeom prst="rect">
            <a:avLst/>
          </a:prstGeom>
        </p:spPr>
        <p:txBody>
          <a:bodyPr>
            <a:normAutofit/>
          </a:bodyPr>
          <a:lstStyle>
            <a:lvl1pPr>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zh-TW" altLang="en-US"/>
              <a:t>按一下以編輯母片標題樣式 </a:t>
            </a:r>
            <a:endParaRPr lang="en-US"/>
          </a:p>
        </p:txBody>
      </p:sp>
      <p:sp>
        <p:nvSpPr>
          <p:cNvPr id="7" name="矩形 6">
            <a:extLst>
              <a:ext uri="{FF2B5EF4-FFF2-40B4-BE49-F238E27FC236}">
                <a16:creationId xmlns:a16="http://schemas.microsoft.com/office/drawing/2014/main" id="{1AC0EF03-D6B3-CE56-533B-535D9DFA0793}"/>
              </a:ext>
            </a:extLst>
          </p:cNvPr>
          <p:cNvSpPr/>
          <p:nvPr userDrawn="1"/>
        </p:nvSpPr>
        <p:spPr>
          <a:xfrm>
            <a:off x="-38100" y="-151233"/>
            <a:ext cx="24403050" cy="189136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Google Shape;191;p60" descr="00新品牌元素-50.png">
            <a:extLst>
              <a:ext uri="{FF2B5EF4-FFF2-40B4-BE49-F238E27FC236}">
                <a16:creationId xmlns:a16="http://schemas.microsoft.com/office/drawing/2014/main" id="{30CA417C-C8B7-0AFC-3F11-7B07400254AC}"/>
              </a:ext>
            </a:extLst>
          </p:cNvPr>
          <p:cNvPicPr preferRelativeResize="0"/>
          <p:nvPr userDrawn="1"/>
        </p:nvPicPr>
        <p:blipFill rotWithShape="1">
          <a:blip r:embed="rId2">
            <a:alphaModFix/>
          </a:blip>
          <a:srcRect/>
          <a:stretch/>
        </p:blipFill>
        <p:spPr>
          <a:xfrm>
            <a:off x="76200" y="-165077"/>
            <a:ext cx="1371600" cy="1469989"/>
          </a:xfrm>
          <a:prstGeom prst="rect">
            <a:avLst/>
          </a:prstGeom>
          <a:noFill/>
          <a:ln>
            <a:noFill/>
          </a:ln>
        </p:spPr>
      </p:pic>
      <p:pic>
        <p:nvPicPr>
          <p:cNvPr id="11" name="Google Shape;190;p60" descr="浮水印.png">
            <a:extLst>
              <a:ext uri="{FF2B5EF4-FFF2-40B4-BE49-F238E27FC236}">
                <a16:creationId xmlns:a16="http://schemas.microsoft.com/office/drawing/2014/main" id="{151502A3-5726-B337-1182-245A2ADF7D85}"/>
              </a:ext>
            </a:extLst>
          </p:cNvPr>
          <p:cNvPicPr preferRelativeResize="0"/>
          <p:nvPr userDrawn="1"/>
        </p:nvPicPr>
        <p:blipFill rotWithShape="1">
          <a:blip r:embed="rId3">
            <a:alphaModFix/>
          </a:blip>
          <a:srcRect/>
          <a:stretch/>
        </p:blipFill>
        <p:spPr>
          <a:xfrm>
            <a:off x="22574250" y="145476"/>
            <a:ext cx="1580320" cy="886984"/>
          </a:xfrm>
          <a:prstGeom prst="rect">
            <a:avLst/>
          </a:prstGeom>
          <a:noFill/>
          <a:ln>
            <a:noFill/>
          </a:ln>
        </p:spPr>
      </p:pic>
      <p:sp>
        <p:nvSpPr>
          <p:cNvPr id="18" name="文字方塊 17">
            <a:extLst>
              <a:ext uri="{FF2B5EF4-FFF2-40B4-BE49-F238E27FC236}">
                <a16:creationId xmlns:a16="http://schemas.microsoft.com/office/drawing/2014/main" id="{286F6F29-2332-3D9E-E40D-AF2D204D300D}"/>
              </a:ext>
            </a:extLst>
          </p:cNvPr>
          <p:cNvSpPr txBox="1"/>
          <p:nvPr userDrawn="1"/>
        </p:nvSpPr>
        <p:spPr>
          <a:xfrm>
            <a:off x="1346200" y="-1056222"/>
            <a:ext cx="3098800" cy="2646878"/>
          </a:xfrm>
          <a:prstGeom prst="rect">
            <a:avLst/>
          </a:prstGeom>
          <a:noFill/>
        </p:spPr>
        <p:txBody>
          <a:bodyPr wrap="square" rtlCol="0">
            <a:spAutoFit/>
          </a:bodyPr>
          <a:lstStyle/>
          <a:p>
            <a:r>
              <a:rPr kumimoji="1" lang="en-US" altLang="zh-TW"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a:t>
            </a:r>
            <a:r>
              <a:rPr kumimoji="1" lang="en-US" altLang="ja-JP"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2</a:t>
            </a:r>
            <a:r>
              <a:rPr kumimoji="1" lang="zh-TW"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9" name="文字方塊 18">
            <a:extLst>
              <a:ext uri="{FF2B5EF4-FFF2-40B4-BE49-F238E27FC236}">
                <a16:creationId xmlns:a16="http://schemas.microsoft.com/office/drawing/2014/main" id="{666ED131-2A2B-58C7-4569-0A0957402ACC}"/>
              </a:ext>
            </a:extLst>
          </p:cNvPr>
          <p:cNvSpPr txBox="1"/>
          <p:nvPr userDrawn="1"/>
        </p:nvSpPr>
        <p:spPr>
          <a:xfrm>
            <a:off x="2952115" y="355598"/>
            <a:ext cx="8080829" cy="892552"/>
          </a:xfrm>
          <a:prstGeom prst="rect">
            <a:avLst/>
          </a:prstGeom>
          <a:noFill/>
        </p:spPr>
        <p:txBody>
          <a:bodyPr wrap="square" rtlCol="0">
            <a:spAutoFit/>
          </a:bodyPr>
          <a:lstStyle/>
          <a:p>
            <a:r>
              <a:rPr kumimoji="1" lang="ja-JP" altLang="en-US"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友達の結婚式</a:t>
            </a:r>
            <a:endParaRPr kumimoji="1" lang="en-US" altLang="ja-JP"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24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第二課</a:t>
            </a:r>
          </a:p>
        </p:txBody>
      </p:sp>
    </p:spTree>
    <p:extLst>
      <p:ext uri="{BB962C8B-B14F-4D97-AF65-F5344CB8AC3E}">
        <p14:creationId xmlns:p14="http://schemas.microsoft.com/office/powerpoint/2010/main" val="2749409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663700" y="3424846"/>
            <a:ext cx="21031200" cy="5702416"/>
          </a:xfrm>
          <a:prstGeom prst="rect">
            <a:avLst/>
          </a:prstGeom>
        </p:spPr>
        <p:txBody>
          <a:bodyPr anchor="b">
            <a:normAutofit/>
          </a:bodyPr>
          <a:lstStyle>
            <a:lvl1pPr>
              <a:defRPr sz="12000" b="0"/>
            </a:lvl1pPr>
          </a:lstStyle>
          <a:p>
            <a:r>
              <a:rPr lang="zh-TW" altLang="en-US"/>
              <a:t>按一下以編輯母片標題樣式</a:t>
            </a:r>
            <a:endParaRPr lang="en-US"/>
          </a:p>
        </p:txBody>
      </p:sp>
      <p:sp>
        <p:nvSpPr>
          <p:cNvPr id="3" name="Text Placeholder 2"/>
          <p:cNvSpPr>
            <a:spLocks noGrp="1"/>
          </p:cNvSpPr>
          <p:nvPr>
            <p:ph type="body" idx="1"/>
          </p:nvPr>
        </p:nvSpPr>
        <p:spPr>
          <a:xfrm>
            <a:off x="1663700" y="9105267"/>
            <a:ext cx="21031200" cy="3000374"/>
          </a:xfrm>
          <a:prstGeom prst="rect">
            <a:avLst/>
          </a:prstGeom>
        </p:spPr>
        <p:txBody>
          <a:bodyPr anchor="t">
            <a:normAutofit/>
          </a:bodyPr>
          <a:lstStyle>
            <a:lvl1pPr marL="0" indent="0">
              <a:buNone/>
              <a:defRPr sz="4800">
                <a:solidFill>
                  <a:schemeClr val="tx1">
                    <a:lumMod val="75000"/>
                    <a:lumOff val="2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A50F84E2-2D7A-43CF-AC90-352A289A783A}"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7496618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1690254"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12344400"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F12952B5-7A2F-4CC8-B7CE-9234E21C2837}" type="datetime1">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3861146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90254" y="3363701"/>
            <a:ext cx="10312400" cy="1651398"/>
          </a:xfrm>
          <a:prstGeom prst="rect">
            <a:avLst/>
          </a:prstGeom>
        </p:spPr>
        <p:txBody>
          <a:bodyPr anchor="b">
            <a:normAutofit/>
          </a:bodyPr>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4" name="Content Placeholder 3"/>
          <p:cNvSpPr>
            <a:spLocks noGrp="1"/>
          </p:cNvSpPr>
          <p:nvPr>
            <p:ph sz="half" idx="2"/>
          </p:nvPr>
        </p:nvSpPr>
        <p:spPr>
          <a:xfrm>
            <a:off x="1690254" y="5015101"/>
            <a:ext cx="10312400"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12344401" y="3363702"/>
            <a:ext cx="10363202" cy="1651396"/>
          </a:xfrm>
          <a:prstGeom prst="rect">
            <a:avLst/>
          </a:prstGeom>
        </p:spPr>
        <p:txBody>
          <a:bodyPr anchor="b"/>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6" name="Content Placeholder 5"/>
          <p:cNvSpPr>
            <a:spLocks noGrp="1"/>
          </p:cNvSpPr>
          <p:nvPr>
            <p:ph sz="quarter" idx="4"/>
          </p:nvPr>
        </p:nvSpPr>
        <p:spPr>
          <a:xfrm>
            <a:off x="12344401" y="5015101"/>
            <a:ext cx="10363202"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CE1DA07A-9201-4B4B-BAF2-015AFA30F520}" type="datetime1">
              <a:rPr lang="en-US" smtClean="0"/>
              <a:t>8/23/2025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10" name="Title 9"/>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593435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3D7E00A-486F-4252-8B1D-E32645521F49}" type="datetime1">
              <a:rPr lang="en-US" smtClean="0"/>
              <a:t>8/23/2025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6" name="Title 5"/>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669163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1">
              <a:rPr lang="en-US" smtClean="0"/>
              <a:t>8/23/2025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246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1"/>
            <a:ext cx="7863840" cy="3200394"/>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Content Placeholder 2"/>
          <p:cNvSpPr>
            <a:spLocks noGrp="1"/>
          </p:cNvSpPr>
          <p:nvPr>
            <p:ph idx="1"/>
          </p:nvPr>
        </p:nvSpPr>
        <p:spPr>
          <a:xfrm>
            <a:off x="10363200" y="1981200"/>
            <a:ext cx="12344400" cy="975360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1682496" y="4114799"/>
            <a:ext cx="7863840" cy="7620002"/>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F6E2C9B-5FA2-460D-9BE7-B0812FC2A6FF}" type="datetime1">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0611787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0"/>
            <a:ext cx="7863840" cy="3200400"/>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Picture Placeholder 2"/>
          <p:cNvSpPr>
            <a:spLocks noGrp="1"/>
          </p:cNvSpPr>
          <p:nvPr>
            <p:ph type="pic" idx="1"/>
          </p:nvPr>
        </p:nvSpPr>
        <p:spPr>
          <a:xfrm>
            <a:off x="10363200" y="1981200"/>
            <a:ext cx="12344400" cy="975360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zh-TW" altLang="en-US"/>
              <a:t>按一下圖示以新增圖片</a:t>
            </a:r>
            <a:endParaRPr lang="en-US"/>
          </a:p>
        </p:txBody>
      </p:sp>
      <p:sp>
        <p:nvSpPr>
          <p:cNvPr id="4" name="Text Placeholder 3"/>
          <p:cNvSpPr>
            <a:spLocks noGrp="1"/>
          </p:cNvSpPr>
          <p:nvPr>
            <p:ph type="body" sz="half" idx="2"/>
          </p:nvPr>
        </p:nvSpPr>
        <p:spPr>
          <a:xfrm>
            <a:off x="1682496" y="4114800"/>
            <a:ext cx="7863840" cy="7620000"/>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D374940-A916-4C8B-9648-02A2D3898F9E}" type="datetime1">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3463508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90254" y="3657601"/>
            <a:ext cx="21031200" cy="8702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F4E5243-F52A-4D37-9694-EB26C6C31910}"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7889867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20724"/>
            <a:ext cx="5257800" cy="11623676"/>
          </a:xfrm>
          <a:prstGeom prst="rect">
            <a:avLst/>
          </a:prstGeo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76400" y="720725"/>
            <a:ext cx="15468600" cy="11623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3A77B6E1-634A-48DC-9E8B-D894023267EF}"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29946938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0254" y="731520"/>
            <a:ext cx="21031200" cy="2651124"/>
          </a:xfrm>
          <a:prstGeom prst="rect">
            <a:avLst/>
          </a:prstGeom>
        </p:spPr>
        <p:txBody>
          <a:bodyPr vert="horz" lIns="91440" tIns="45720" rIns="91440" bIns="45720" rtlCol="0" anchor="ctr">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1690254" y="3657601"/>
            <a:ext cx="21031200" cy="870267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200">
                <a:solidFill>
                  <a:schemeClr val="tx1">
                    <a:lumMod val="65000"/>
                    <a:lumOff val="35000"/>
                  </a:schemeClr>
                </a:solidFill>
              </a:defRPr>
            </a:lvl1pPr>
          </a:lstStyle>
          <a:p>
            <a:fld id="{5586B75A-687E-405C-8A0B-8D00578BA2C3}" type="datetime1">
              <a:rPr lang="en-US" smtClean="0"/>
              <a:t>8/23/2025</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7235054" y="12712701"/>
            <a:ext cx="5486400" cy="730250"/>
          </a:xfrm>
          <a:prstGeom prst="rect">
            <a:avLst/>
          </a:prstGeom>
        </p:spPr>
        <p:txBody>
          <a:bodyPr vert="horz" lIns="91440" tIns="45720" rIns="91440" bIns="45720" rtlCol="0" anchor="ctr"/>
          <a:lstStyle>
            <a:lvl1pPr algn="r">
              <a:defRPr sz="2200">
                <a:solidFill>
                  <a:schemeClr val="tx1">
                    <a:tint val="75000"/>
                  </a:schemeClr>
                </a:solidFill>
              </a:defRPr>
            </a:lvl1p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273332151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Wingdings 2" pitchFamily="18" charset="2"/>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Wingdings 2" pitchFamily="18" charset="2"/>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Wingdings 2" pitchFamily="18" charset="2"/>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5pPr>
      <a:lvl6pPr marL="50292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6pPr>
      <a:lvl7pPr marL="59436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7pPr>
      <a:lvl8pPr marL="68580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8pPr>
      <a:lvl9pPr marL="77724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1">
            <a:extLst>
              <a:ext uri="{FF2B5EF4-FFF2-40B4-BE49-F238E27FC236}">
                <a16:creationId xmlns:a16="http://schemas.microsoft.com/office/drawing/2014/main" id="{42978BFF-C9BA-D65A-A597-87A395CE7CCE}"/>
              </a:ext>
            </a:extLst>
          </p:cNvPr>
          <p:cNvSpPr>
            <a:spLocks noGrp="1" noRot="1" noMove="1" noResize="1" noEditPoints="1" noAdjustHandles="1" noChangeArrowheads="1" noChangeShapeType="1"/>
          </p:cNvSpPr>
          <p:nvPr>
            <p:ph type="body" sz="quarter" idx="13"/>
          </p:nvPr>
        </p:nvSpPr>
        <p:spPr>
          <a:xfrm>
            <a:off x="1679070" y="6660848"/>
            <a:ext cx="21314280" cy="5032117"/>
          </a:xfrm>
        </p:spPr>
        <p:txBody>
          <a:bodyPr numCol="2">
            <a:normAutofit/>
          </a:bodyPr>
          <a:lstStyle/>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～ことにする </a:t>
            </a:r>
            <a:r>
              <a:rPr lang="en-US" altLang="ja-JP" sz="4800" dirty="0">
                <a:latin typeface="BIZ UDGothic" panose="020B0600070205080204" charset="-128"/>
                <a:ea typeface="BIZ UDGothic" panose="020B0600070205080204" charset="-128"/>
              </a:rPr>
              <a:t>/ </a:t>
            </a:r>
            <a:r>
              <a:rPr lang="ja-JP" altLang="en-US" sz="4800" dirty="0">
                <a:latin typeface="BIZ UDGothic" panose="020B0600070205080204" charset="-128"/>
                <a:ea typeface="BIZ UDGothic" panose="020B0600070205080204" charset="-128"/>
              </a:rPr>
              <a:t>なる</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 </a:t>
            </a:r>
            <a:r>
              <a:rPr lang="ja-JP" altLang="en-US" sz="4800" dirty="0">
                <a:latin typeface="BIZ UDGothic" panose="020B0600070205080204" charset="-128"/>
                <a:ea typeface="BIZ UDGothic" panose="020B0600070205080204" charset="-128"/>
              </a:rPr>
              <a:t>という </a:t>
            </a:r>
            <a:r>
              <a:rPr lang="en-US" altLang="ja-JP" sz="4800" dirty="0">
                <a:latin typeface="BIZ UDGothic" panose="020B0600070205080204" charset="-128"/>
                <a:ea typeface="BIZ UDGothic" panose="020B0600070205080204" charset="-128"/>
              </a:rPr>
              <a:t>B</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 </a:t>
            </a:r>
            <a:r>
              <a:rPr lang="ja-JP" altLang="en-US" sz="4800" dirty="0">
                <a:latin typeface="BIZ UDGothic" panose="020B0600070205080204" charset="-128"/>
                <a:ea typeface="BIZ UDGothic" panose="020B0600070205080204" charset="-128"/>
              </a:rPr>
              <a:t>たきり </a:t>
            </a:r>
            <a:r>
              <a:rPr lang="en-US" altLang="ja-JP" sz="4800" dirty="0">
                <a:latin typeface="BIZ UDGothic" panose="020B0600070205080204" charset="-128"/>
                <a:ea typeface="BIZ UDGothic" panose="020B0600070205080204" charset="-128"/>
              </a:rPr>
              <a:t>B </a:t>
            </a:r>
            <a:r>
              <a:rPr lang="ja-JP" altLang="en-US" sz="4800" dirty="0">
                <a:latin typeface="BIZ UDGothic" panose="020B0600070205080204" charset="-128"/>
                <a:ea typeface="BIZ UDGothic" panose="020B0600070205080204" charset="-128"/>
              </a:rPr>
              <a:t>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思わず～てしまった</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～に </a:t>
            </a:r>
            <a:r>
              <a:rPr lang="en-US" altLang="ja-JP" sz="4800" dirty="0">
                <a:latin typeface="BIZ UDGothic" panose="020B0600070205080204" charset="-128"/>
                <a:ea typeface="BIZ UDGothic" panose="020B0600070205080204" charset="-128"/>
              </a:rPr>
              <a:t>V </a:t>
            </a:r>
            <a:r>
              <a:rPr lang="ja-JP" altLang="en-US" sz="4800" dirty="0">
                <a:latin typeface="BIZ UDGothic" panose="020B0600070205080204" charset="-128"/>
                <a:ea typeface="BIZ UDGothic" panose="020B0600070205080204" charset="-128"/>
              </a:rPr>
              <a:t>られる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時間＋ぶり</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まるで～ようだ</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いかにも～らしい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形容詞的名詞化</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～たらどう</a:t>
            </a:r>
          </a:p>
        </p:txBody>
      </p:sp>
      <p:sp>
        <p:nvSpPr>
          <p:cNvPr id="10" name="文字方塊 9">
            <a:extLst>
              <a:ext uri="{FF2B5EF4-FFF2-40B4-BE49-F238E27FC236}">
                <a16:creationId xmlns:a16="http://schemas.microsoft.com/office/drawing/2014/main" id="{ED9B722B-1BEB-4A9C-1D65-143E67B5ABB6}"/>
              </a:ext>
            </a:extLst>
          </p:cNvPr>
          <p:cNvSpPr txBox="1"/>
          <p:nvPr/>
        </p:nvSpPr>
        <p:spPr>
          <a:xfrm>
            <a:off x="1544081" y="-821209"/>
            <a:ext cx="3098800" cy="3770263"/>
          </a:xfrm>
          <a:prstGeom prst="rect">
            <a:avLst/>
          </a:prstGeom>
          <a:noFill/>
        </p:spPr>
        <p:txBody>
          <a:bodyPr wrap="square" rtlCol="0">
            <a:spAutoFit/>
          </a:bodyPr>
          <a:lstStyle/>
          <a:p>
            <a:r>
              <a:rPr kumimoji="1" lang="en-US" altLang="zh-TW" sz="138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02</a:t>
            </a:r>
            <a:r>
              <a:rPr kumimoji="1" lang="zh-TW"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3" name="文字方塊 12">
            <a:extLst>
              <a:ext uri="{FF2B5EF4-FFF2-40B4-BE49-F238E27FC236}">
                <a16:creationId xmlns:a16="http://schemas.microsoft.com/office/drawing/2014/main" id="{CE093256-7AFB-4FC3-3F91-43D09072FD5D}"/>
              </a:ext>
            </a:extLst>
          </p:cNvPr>
          <p:cNvSpPr txBox="1"/>
          <p:nvPr/>
        </p:nvSpPr>
        <p:spPr>
          <a:xfrm>
            <a:off x="4036785" y="1239585"/>
            <a:ext cx="8080829" cy="1261884"/>
          </a:xfrm>
          <a:prstGeom prst="rect">
            <a:avLst/>
          </a:prstGeom>
          <a:noFill/>
        </p:spPr>
        <p:txBody>
          <a:bodyPr wrap="square" rtlCol="0">
            <a:spAutoFit/>
          </a:bodyPr>
          <a:lstStyle/>
          <a:p>
            <a:r>
              <a:rPr kumimoji="1" lang="ja-JP" altLang="en-US"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友達の結婚式</a:t>
            </a:r>
            <a:endParaRPr kumimoji="1" lang="en-US" altLang="ja-JP"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第二課</a:t>
            </a:r>
          </a:p>
        </p:txBody>
      </p:sp>
    </p:spTree>
    <p:extLst>
      <p:ext uri="{BB962C8B-B14F-4D97-AF65-F5344CB8AC3E}">
        <p14:creationId xmlns:p14="http://schemas.microsoft.com/office/powerpoint/2010/main" val="169836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0CA02-6040-19FB-9926-42184DF9C438}"/>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248F616-1C94-3A9A-02A1-F91DA92F3374}"/>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9" name="文字方塊 8">
            <a:extLst>
              <a:ext uri="{FF2B5EF4-FFF2-40B4-BE49-F238E27FC236}">
                <a16:creationId xmlns:a16="http://schemas.microsoft.com/office/drawing/2014/main" id="{72E42168-F293-28CE-AB77-19C9FA4F9121}"/>
              </a:ext>
            </a:extLst>
          </p:cNvPr>
          <p:cNvSpPr txBox="1"/>
          <p:nvPr/>
        </p:nvSpPr>
        <p:spPr>
          <a:xfrm>
            <a:off x="1183163" y="1619811"/>
            <a:ext cx="22301713" cy="9014519"/>
          </a:xfrm>
          <a:prstGeom prst="rect">
            <a:avLst/>
          </a:prstGeom>
          <a:noFill/>
        </p:spPr>
        <p:txBody>
          <a:bodyPr wrap="square">
            <a:spAutoFit/>
          </a:bodyPr>
          <a:lstStyle/>
          <a:p>
            <a:pPr marL="914400" indent="-914400">
              <a:lnSpc>
                <a:spcPct val="250000"/>
              </a:lnSpc>
              <a:buFont typeface="+mj-lt"/>
              <a:buAutoNum type="arabicPeriod"/>
            </a:pPr>
            <a:r>
              <a:rPr lang="ja-JP" altLang="en-US" sz="4800" dirty="0"/>
              <a:t>体の調子が悪かったので、旅行には行かない</a:t>
            </a:r>
            <a:r>
              <a:rPr lang="ja-JP" altLang="en-US" sz="4800" u="sng" dirty="0"/>
              <a:t>　　　　　　　　　　　　</a:t>
            </a:r>
            <a:r>
              <a:rPr lang="ja-JP" altLang="en-US" sz="4800" dirty="0"/>
              <a:t>。</a:t>
            </a:r>
          </a:p>
          <a:p>
            <a:pPr marL="914400" indent="-914400">
              <a:lnSpc>
                <a:spcPct val="250000"/>
              </a:lnSpc>
              <a:buFont typeface="+mj-lt"/>
              <a:buAutoNum type="arabicPeriod"/>
            </a:pPr>
            <a:r>
              <a:rPr lang="ja-JP" altLang="en-US" sz="4800" dirty="0"/>
              <a:t>玉山で</a:t>
            </a:r>
            <a:r>
              <a:rPr lang="ja-JP" altLang="en-US" sz="4800" u="sng" dirty="0"/>
              <a:t>　　　　　　　　　　　　</a:t>
            </a:r>
            <a:r>
              <a:rPr lang="ja-JP" altLang="en-US" sz="4800" dirty="0"/>
              <a:t>ニュースをテレビで見ました。</a:t>
            </a:r>
            <a:endParaRPr lang="en-US" altLang="ja-JP" sz="4800" dirty="0"/>
          </a:p>
          <a:p>
            <a:pPr marL="914400" indent="-914400">
              <a:lnSpc>
                <a:spcPct val="250000"/>
              </a:lnSpc>
              <a:buFont typeface="+mj-lt"/>
              <a:buAutoNum type="arabicPeriod"/>
            </a:pPr>
            <a:r>
              <a:rPr lang="ja-JP" altLang="en-US" sz="4800" dirty="0"/>
              <a:t>彼は高校を</a:t>
            </a:r>
            <a:r>
              <a:rPr lang="ja-JP" altLang="en-US" sz="4800" u="sng" dirty="0"/>
              <a:t>　　　　　　　　　　　　</a:t>
            </a:r>
            <a:r>
              <a:rPr lang="ja-JP" altLang="en-US" sz="4800" dirty="0"/>
              <a:t>、実家に戻っていないそうだ。</a:t>
            </a:r>
          </a:p>
          <a:p>
            <a:pPr marL="914400" indent="-914400">
              <a:lnSpc>
                <a:spcPct val="250000"/>
              </a:lnSpc>
              <a:buFont typeface="+mj-lt"/>
              <a:buAutoNum type="arabicPeriod"/>
            </a:pPr>
            <a:r>
              <a:rPr lang="ja-JP" altLang="en-US" sz="4800" dirty="0"/>
              <a:t>先生にほめられて、</a:t>
            </a:r>
            <a:r>
              <a:rPr lang="ja-JP" altLang="en-US" sz="4800" u="sng" dirty="0"/>
              <a:t>　　　　　　　　　　　　</a:t>
            </a:r>
            <a:r>
              <a:rPr lang="ja-JP" altLang="en-US" sz="4800" dirty="0"/>
              <a:t>　。</a:t>
            </a:r>
          </a:p>
          <a:p>
            <a:pPr marL="914400" indent="-914400">
              <a:lnSpc>
                <a:spcPct val="250000"/>
              </a:lnSpc>
              <a:buFont typeface="+mj-lt"/>
              <a:buAutoNum type="arabicPeriod"/>
            </a:pPr>
            <a:r>
              <a:rPr lang="ja-JP" altLang="en-US" sz="4800" dirty="0"/>
              <a:t>会議中に突然、社長</a:t>
            </a:r>
            <a:r>
              <a:rPr lang="ja-JP" altLang="en-US" sz="4800" u="sng" dirty="0"/>
              <a:t>　　　　　　　　　　　　</a:t>
            </a:r>
            <a:r>
              <a:rPr lang="ja-JP" altLang="en-US" sz="4800" dirty="0"/>
              <a:t>。</a:t>
            </a:r>
          </a:p>
        </p:txBody>
      </p:sp>
      <p:sp>
        <p:nvSpPr>
          <p:cNvPr id="2" name="文字方塊 5">
            <a:extLst>
              <a:ext uri="{FF2B5EF4-FFF2-40B4-BE49-F238E27FC236}">
                <a16:creationId xmlns:a16="http://schemas.microsoft.com/office/drawing/2014/main" id="{D5A285FE-8154-970F-DFF9-5E8A2A999F21}"/>
              </a:ext>
            </a:extLst>
          </p:cNvPr>
          <p:cNvSpPr txBox="1"/>
          <p:nvPr/>
        </p:nvSpPr>
        <p:spPr>
          <a:xfrm>
            <a:off x="3235214" y="11448072"/>
            <a:ext cx="18752249" cy="830997"/>
          </a:xfrm>
          <a:prstGeom prst="rect">
            <a:avLst/>
          </a:prstGeom>
          <a:noFill/>
          <a:ln>
            <a:solidFill>
              <a:srgbClr val="000000"/>
            </a:solidFill>
          </a:ln>
        </p:spPr>
        <p:txBody>
          <a:bodyPr wrap="none" rtlCol="0">
            <a:spAutoFit/>
          </a:bodyPr>
          <a:lstStyle/>
          <a:p>
            <a:r>
              <a:rPr lang="ja-JP" altLang="en-US" sz="4800" dirty="0"/>
              <a:t>思わず～てしまった／～に </a:t>
            </a:r>
            <a:r>
              <a:rPr lang="en-US" altLang="ja-JP" sz="4800" dirty="0"/>
              <a:t>V </a:t>
            </a:r>
            <a:r>
              <a:rPr lang="ja-JP" altLang="en-US" sz="4800" dirty="0"/>
              <a:t>られる／～ことにする／～という／～たきり</a:t>
            </a:r>
            <a:endParaRPr kumimoji="1" lang="ja-JP" altLang="en-US" sz="4800" dirty="0"/>
          </a:p>
        </p:txBody>
      </p:sp>
    </p:spTree>
    <p:extLst>
      <p:ext uri="{BB962C8B-B14F-4D97-AF65-F5344CB8AC3E}">
        <p14:creationId xmlns:p14="http://schemas.microsoft.com/office/powerpoint/2010/main" val="1652940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B7937-2A09-81D1-9C7D-2890DFBEDD5B}"/>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8A97BE89-5ACB-3188-EDA5-068A22360CE3}"/>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9" name="文字方塊 8">
            <a:extLst>
              <a:ext uri="{FF2B5EF4-FFF2-40B4-BE49-F238E27FC236}">
                <a16:creationId xmlns:a16="http://schemas.microsoft.com/office/drawing/2014/main" id="{0D31813E-55F8-2075-04FD-DF6904A05B73}"/>
              </a:ext>
            </a:extLst>
          </p:cNvPr>
          <p:cNvSpPr txBox="1"/>
          <p:nvPr/>
        </p:nvSpPr>
        <p:spPr>
          <a:xfrm>
            <a:off x="1183163" y="1619811"/>
            <a:ext cx="22301713" cy="9014519"/>
          </a:xfrm>
          <a:prstGeom prst="rect">
            <a:avLst/>
          </a:prstGeom>
          <a:noFill/>
        </p:spPr>
        <p:txBody>
          <a:bodyPr wrap="square">
            <a:spAutoFit/>
          </a:bodyPr>
          <a:lstStyle/>
          <a:p>
            <a:pPr marL="914400" indent="-914400">
              <a:lnSpc>
                <a:spcPct val="250000"/>
              </a:lnSpc>
              <a:buFont typeface="+mj-lt"/>
              <a:buAutoNum type="arabicPeriod"/>
            </a:pPr>
            <a:r>
              <a:rPr lang="ja-JP" altLang="en-US" sz="4800" dirty="0"/>
              <a:t>体の調子が悪かったので、旅行には行かない</a:t>
            </a:r>
            <a:r>
              <a:rPr lang="ja-JP" altLang="en-US" sz="4800" u="sng" dirty="0"/>
              <a:t>　　　　　　　　　　　　</a:t>
            </a:r>
            <a:r>
              <a:rPr lang="ja-JP" altLang="en-US" sz="4800" dirty="0"/>
              <a:t>。</a:t>
            </a:r>
          </a:p>
          <a:p>
            <a:pPr marL="914400" indent="-914400">
              <a:lnSpc>
                <a:spcPct val="250000"/>
              </a:lnSpc>
              <a:buFont typeface="+mj-lt"/>
              <a:buAutoNum type="arabicPeriod"/>
            </a:pPr>
            <a:r>
              <a:rPr lang="ja-JP" altLang="en-US" sz="4800" dirty="0"/>
              <a:t>玉山で</a:t>
            </a:r>
            <a:r>
              <a:rPr lang="ja-JP" altLang="en-US" sz="4800" u="sng" dirty="0"/>
              <a:t>　　　　　　　　　　　　</a:t>
            </a:r>
            <a:r>
              <a:rPr lang="ja-JP" altLang="en-US" sz="4800" dirty="0"/>
              <a:t>ニュースをテレビで見ました。</a:t>
            </a:r>
            <a:endParaRPr lang="en-US" altLang="ja-JP" sz="4800" dirty="0"/>
          </a:p>
          <a:p>
            <a:pPr marL="914400" indent="-914400">
              <a:lnSpc>
                <a:spcPct val="250000"/>
              </a:lnSpc>
              <a:buFont typeface="+mj-lt"/>
              <a:buAutoNum type="arabicPeriod"/>
            </a:pPr>
            <a:r>
              <a:rPr lang="ja-JP" altLang="en-US" sz="4800" dirty="0"/>
              <a:t>彼は高校を</a:t>
            </a:r>
            <a:r>
              <a:rPr lang="ja-JP" altLang="en-US" sz="4800" u="sng" dirty="0"/>
              <a:t>　　　　　　　　　　　　</a:t>
            </a:r>
            <a:r>
              <a:rPr lang="ja-JP" altLang="en-US" sz="4800" dirty="0"/>
              <a:t>、実家に戻っていないそうだ。</a:t>
            </a:r>
          </a:p>
          <a:p>
            <a:pPr marL="914400" indent="-914400">
              <a:lnSpc>
                <a:spcPct val="250000"/>
              </a:lnSpc>
              <a:buFont typeface="+mj-lt"/>
              <a:buAutoNum type="arabicPeriod"/>
            </a:pPr>
            <a:r>
              <a:rPr lang="ja-JP" altLang="en-US" sz="4800" dirty="0"/>
              <a:t>先生にほめられて、</a:t>
            </a:r>
            <a:r>
              <a:rPr lang="ja-JP" altLang="en-US" sz="4800" u="sng" dirty="0"/>
              <a:t>　　　　　　　　　　　　</a:t>
            </a:r>
            <a:r>
              <a:rPr lang="ja-JP" altLang="en-US" sz="4800" dirty="0"/>
              <a:t>。</a:t>
            </a:r>
          </a:p>
          <a:p>
            <a:pPr marL="914400" indent="-914400">
              <a:lnSpc>
                <a:spcPct val="250000"/>
              </a:lnSpc>
              <a:buFont typeface="+mj-lt"/>
              <a:buAutoNum type="arabicPeriod"/>
            </a:pPr>
            <a:r>
              <a:rPr lang="ja-JP" altLang="en-US" sz="4800" dirty="0"/>
              <a:t>会議中に突然、社長</a:t>
            </a:r>
            <a:r>
              <a:rPr lang="ja-JP" altLang="en-US" sz="4800" u="sng" dirty="0"/>
              <a:t>　　　　　　　　　　　　</a:t>
            </a:r>
            <a:r>
              <a:rPr lang="ja-JP" altLang="en-US" sz="4800" dirty="0"/>
              <a:t>。</a:t>
            </a:r>
          </a:p>
        </p:txBody>
      </p:sp>
      <p:sp>
        <p:nvSpPr>
          <p:cNvPr id="2" name="文字方塊 5">
            <a:extLst>
              <a:ext uri="{FF2B5EF4-FFF2-40B4-BE49-F238E27FC236}">
                <a16:creationId xmlns:a16="http://schemas.microsoft.com/office/drawing/2014/main" id="{34AB3220-3A4E-908D-ECA9-7E447FA2646F}"/>
              </a:ext>
            </a:extLst>
          </p:cNvPr>
          <p:cNvSpPr txBox="1"/>
          <p:nvPr/>
        </p:nvSpPr>
        <p:spPr>
          <a:xfrm>
            <a:off x="3235214" y="11448072"/>
            <a:ext cx="18752249" cy="830997"/>
          </a:xfrm>
          <a:prstGeom prst="rect">
            <a:avLst/>
          </a:prstGeom>
          <a:noFill/>
          <a:ln>
            <a:solidFill>
              <a:srgbClr val="000000"/>
            </a:solidFill>
          </a:ln>
        </p:spPr>
        <p:txBody>
          <a:bodyPr wrap="none" rtlCol="0">
            <a:spAutoFit/>
          </a:bodyPr>
          <a:lstStyle/>
          <a:p>
            <a:r>
              <a:rPr lang="ja-JP" altLang="en-US" sz="4800" dirty="0"/>
              <a:t>思わず～てしまった／～に </a:t>
            </a:r>
            <a:r>
              <a:rPr lang="en-US" altLang="ja-JP" sz="4800" dirty="0"/>
              <a:t>V </a:t>
            </a:r>
            <a:r>
              <a:rPr lang="ja-JP" altLang="en-US" sz="4800" dirty="0"/>
              <a:t>られる／～ことにする／～という／～たきり</a:t>
            </a:r>
            <a:endParaRPr kumimoji="1" lang="ja-JP" altLang="en-US" sz="4800" dirty="0"/>
          </a:p>
        </p:txBody>
      </p:sp>
      <p:sp>
        <p:nvSpPr>
          <p:cNvPr id="3" name="文字方塊 6">
            <a:extLst>
              <a:ext uri="{FF2B5EF4-FFF2-40B4-BE49-F238E27FC236}">
                <a16:creationId xmlns:a16="http://schemas.microsoft.com/office/drawing/2014/main" id="{C62C6773-D0D6-8D4B-0640-DECED072BF7D}"/>
              </a:ext>
            </a:extLst>
          </p:cNvPr>
          <p:cNvSpPr txBox="1"/>
          <p:nvPr/>
        </p:nvSpPr>
        <p:spPr>
          <a:xfrm>
            <a:off x="14291056" y="2250673"/>
            <a:ext cx="2779928" cy="830997"/>
          </a:xfrm>
          <a:prstGeom prst="rect">
            <a:avLst/>
          </a:prstGeom>
          <a:noFill/>
        </p:spPr>
        <p:txBody>
          <a:bodyPr wrap="none" rtlCol="0">
            <a:spAutoFit/>
          </a:bodyPr>
          <a:lstStyle/>
          <a:p>
            <a:r>
              <a:rPr kumimoji="1" lang="ja-JP" altLang="en-US" sz="4800" b="1" dirty="0">
                <a:solidFill>
                  <a:srgbClr val="1C85C9"/>
                </a:solidFill>
              </a:rPr>
              <a:t>ことにした</a:t>
            </a:r>
          </a:p>
        </p:txBody>
      </p:sp>
      <p:sp>
        <p:nvSpPr>
          <p:cNvPr id="4" name="文字方塊 6">
            <a:extLst>
              <a:ext uri="{FF2B5EF4-FFF2-40B4-BE49-F238E27FC236}">
                <a16:creationId xmlns:a16="http://schemas.microsoft.com/office/drawing/2014/main" id="{E107F272-4830-FB7A-0F6C-3735BF0C34DE}"/>
              </a:ext>
            </a:extLst>
          </p:cNvPr>
          <p:cNvSpPr txBox="1"/>
          <p:nvPr/>
        </p:nvSpPr>
        <p:spPr>
          <a:xfrm>
            <a:off x="4113605" y="4158721"/>
            <a:ext cx="4607352" cy="830997"/>
          </a:xfrm>
          <a:prstGeom prst="rect">
            <a:avLst/>
          </a:prstGeom>
          <a:noFill/>
        </p:spPr>
        <p:txBody>
          <a:bodyPr wrap="none" rtlCol="0">
            <a:spAutoFit/>
          </a:bodyPr>
          <a:lstStyle/>
          <a:p>
            <a:r>
              <a:rPr kumimoji="1" lang="ja-JP" altLang="en-US" sz="4800" b="1" dirty="0">
                <a:solidFill>
                  <a:srgbClr val="1C85C9"/>
                </a:solidFill>
              </a:rPr>
              <a:t>雪が降ったという</a:t>
            </a:r>
          </a:p>
        </p:txBody>
      </p:sp>
      <p:sp>
        <p:nvSpPr>
          <p:cNvPr id="5" name="文字方塊 6">
            <a:extLst>
              <a:ext uri="{FF2B5EF4-FFF2-40B4-BE49-F238E27FC236}">
                <a16:creationId xmlns:a16="http://schemas.microsoft.com/office/drawing/2014/main" id="{6984FE33-EB8C-66D5-E829-3F7F9A40E368}"/>
              </a:ext>
            </a:extLst>
          </p:cNvPr>
          <p:cNvSpPr txBox="1"/>
          <p:nvPr/>
        </p:nvSpPr>
        <p:spPr>
          <a:xfrm>
            <a:off x="5783909" y="5972139"/>
            <a:ext cx="3451586" cy="830997"/>
          </a:xfrm>
          <a:prstGeom prst="rect">
            <a:avLst/>
          </a:prstGeom>
          <a:noFill/>
        </p:spPr>
        <p:txBody>
          <a:bodyPr wrap="none" rtlCol="0">
            <a:spAutoFit/>
          </a:bodyPr>
          <a:lstStyle/>
          <a:p>
            <a:r>
              <a:rPr kumimoji="1" lang="ja-JP" altLang="en-US" sz="4800" b="1" dirty="0">
                <a:solidFill>
                  <a:srgbClr val="1C85C9"/>
                </a:solidFill>
              </a:rPr>
              <a:t>卒業したきり</a:t>
            </a:r>
          </a:p>
        </p:txBody>
      </p:sp>
      <p:sp>
        <p:nvSpPr>
          <p:cNvPr id="7" name="文字方塊 6">
            <a:extLst>
              <a:ext uri="{FF2B5EF4-FFF2-40B4-BE49-F238E27FC236}">
                <a16:creationId xmlns:a16="http://schemas.microsoft.com/office/drawing/2014/main" id="{B42C6A61-2463-FBDC-EADB-610DF54DBF96}"/>
              </a:ext>
            </a:extLst>
          </p:cNvPr>
          <p:cNvSpPr txBox="1"/>
          <p:nvPr/>
        </p:nvSpPr>
        <p:spPr>
          <a:xfrm>
            <a:off x="7362773" y="7785557"/>
            <a:ext cx="4455066" cy="830997"/>
          </a:xfrm>
          <a:prstGeom prst="rect">
            <a:avLst/>
          </a:prstGeom>
          <a:noFill/>
        </p:spPr>
        <p:txBody>
          <a:bodyPr wrap="none" rtlCol="0">
            <a:spAutoFit/>
          </a:bodyPr>
          <a:lstStyle/>
          <a:p>
            <a:r>
              <a:rPr kumimoji="1" lang="ja-JP" altLang="en-US" sz="4800" b="1" dirty="0">
                <a:solidFill>
                  <a:srgbClr val="1C85C9"/>
                </a:solidFill>
              </a:rPr>
              <a:t>思わず涙が出た</a:t>
            </a:r>
          </a:p>
        </p:txBody>
      </p:sp>
      <p:sp>
        <p:nvSpPr>
          <p:cNvPr id="8" name="文字方塊 6">
            <a:extLst>
              <a:ext uri="{FF2B5EF4-FFF2-40B4-BE49-F238E27FC236}">
                <a16:creationId xmlns:a16="http://schemas.microsoft.com/office/drawing/2014/main" id="{BC07AA57-877B-24B2-62C6-1DD84CFDDE91}"/>
              </a:ext>
            </a:extLst>
          </p:cNvPr>
          <p:cNvSpPr txBox="1"/>
          <p:nvPr/>
        </p:nvSpPr>
        <p:spPr>
          <a:xfrm>
            <a:off x="7820598" y="9598975"/>
            <a:ext cx="3193503" cy="830997"/>
          </a:xfrm>
          <a:prstGeom prst="rect">
            <a:avLst/>
          </a:prstGeom>
          <a:noFill/>
        </p:spPr>
        <p:txBody>
          <a:bodyPr wrap="none" rtlCol="0">
            <a:spAutoFit/>
          </a:bodyPr>
          <a:lstStyle/>
          <a:p>
            <a:r>
              <a:rPr kumimoji="1" lang="ja-JP" altLang="en-US" sz="4800" b="1" dirty="0">
                <a:solidFill>
                  <a:srgbClr val="1C85C9"/>
                </a:solidFill>
              </a:rPr>
              <a:t>に呼ばれた</a:t>
            </a:r>
          </a:p>
        </p:txBody>
      </p:sp>
    </p:spTree>
    <p:extLst>
      <p:ext uri="{BB962C8B-B14F-4D97-AF65-F5344CB8AC3E}">
        <p14:creationId xmlns:p14="http://schemas.microsoft.com/office/powerpoint/2010/main" val="4047844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9C232-8E7E-373C-6357-B83E851A1F59}"/>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3E1321ED-A884-C297-CFB0-67F0C676076A}"/>
              </a:ext>
            </a:extLst>
          </p:cNvPr>
          <p:cNvSpPr txBox="1"/>
          <p:nvPr/>
        </p:nvSpPr>
        <p:spPr>
          <a:xfrm>
            <a:off x="1183163" y="3082851"/>
            <a:ext cx="22301713" cy="9014519"/>
          </a:xfrm>
          <a:prstGeom prst="rect">
            <a:avLst/>
          </a:prstGeom>
          <a:noFill/>
        </p:spPr>
        <p:txBody>
          <a:bodyPr wrap="square">
            <a:spAutoFit/>
          </a:bodyPr>
          <a:lstStyle/>
          <a:p>
            <a:pPr marL="914400" indent="-914400">
              <a:lnSpc>
                <a:spcPct val="250000"/>
              </a:lnSpc>
              <a:buFont typeface="+mj-lt"/>
              <a:buAutoNum type="arabicPeriod" startAt="6"/>
            </a:pPr>
            <a:r>
              <a:rPr lang="ja-JP" altLang="en-US" sz="4800" dirty="0"/>
              <a:t>この小説は、</a:t>
            </a:r>
            <a:r>
              <a:rPr lang="ja-JP" altLang="en-US" sz="4800" u="sng" dirty="0"/>
              <a:t>　　　　　　　　　　　　　　　　</a:t>
            </a:r>
            <a:r>
              <a:rPr lang="ja-JP" altLang="en-US" sz="4800" dirty="0"/>
              <a:t>ようやく完成した力作です。「ぶりに」</a:t>
            </a:r>
          </a:p>
          <a:p>
            <a:pPr marL="914400" indent="-914400">
              <a:lnSpc>
                <a:spcPct val="250000"/>
              </a:lnSpc>
              <a:buFont typeface="+mj-lt"/>
              <a:buAutoNum type="arabicPeriod" startAt="6"/>
            </a:pPr>
            <a:r>
              <a:rPr lang="ja-JP" altLang="en-US" sz="4800" dirty="0"/>
              <a:t>空が赤くなってきて、まるで</a:t>
            </a:r>
            <a:r>
              <a:rPr lang="ja-JP" altLang="en-US" sz="4800" u="sng" dirty="0"/>
              <a:t>　　　　　　　　　　　　　　　　</a:t>
            </a:r>
            <a:r>
              <a:rPr lang="ja-JP" altLang="en-US" sz="4800" dirty="0"/>
              <a:t>と思った。「ようだ」</a:t>
            </a:r>
          </a:p>
          <a:p>
            <a:pPr marL="914400" indent="-914400">
              <a:lnSpc>
                <a:spcPct val="250000"/>
              </a:lnSpc>
              <a:buFont typeface="+mj-lt"/>
              <a:buAutoNum type="arabicPeriod" startAt="6"/>
            </a:pPr>
            <a:r>
              <a:rPr lang="ja-JP" altLang="en-US" sz="4800" dirty="0"/>
              <a:t>彼女の発言は、いかにも</a:t>
            </a:r>
            <a:r>
              <a:rPr lang="ja-JP" altLang="en-US" sz="4800" u="sng" dirty="0"/>
              <a:t>　　　　　　　　　　　　　　　　</a:t>
            </a:r>
            <a:r>
              <a:rPr lang="ja-JP" altLang="en-US" sz="4800" dirty="0"/>
              <a:t>考え方だった。「らしい」</a:t>
            </a:r>
          </a:p>
          <a:p>
            <a:pPr marL="914400" indent="-914400">
              <a:lnSpc>
                <a:spcPct val="250000"/>
              </a:lnSpc>
              <a:buFont typeface="+mj-lt"/>
              <a:buAutoNum type="arabicPeriod" startAt="6"/>
            </a:pPr>
            <a:r>
              <a:rPr lang="ja-JP" altLang="en-US" sz="4800" dirty="0"/>
              <a:t>この建物は高さよりも、</a:t>
            </a:r>
            <a:r>
              <a:rPr lang="ja-JP" altLang="en-US" sz="4800" u="sng" dirty="0"/>
              <a:t>　　　　　　　　　　　　　　　　</a:t>
            </a:r>
            <a:r>
              <a:rPr lang="ja-JP" altLang="en-US" sz="4800" dirty="0"/>
              <a:t>が印象的です。「形容詞名詞化」</a:t>
            </a:r>
          </a:p>
          <a:p>
            <a:pPr marL="914400" indent="-914400">
              <a:lnSpc>
                <a:spcPct val="250000"/>
              </a:lnSpc>
              <a:buFont typeface="+mj-lt"/>
              <a:buAutoNum type="arabicPeriod" startAt="6"/>
            </a:pPr>
            <a:r>
              <a:rPr lang="ja-JP" altLang="en-US" sz="4800" dirty="0"/>
              <a:t>疲れているなら、今日は早く</a:t>
            </a:r>
            <a:r>
              <a:rPr lang="ja-JP" altLang="en-US" sz="4800" u="sng" dirty="0"/>
              <a:t>　　　　　　　　　　　　　　　　</a:t>
            </a:r>
            <a:r>
              <a:rPr lang="ja-JP" altLang="en-US" sz="4800" dirty="0"/>
              <a:t>。「～たらどう」</a:t>
            </a:r>
          </a:p>
        </p:txBody>
      </p:sp>
      <p:sp>
        <p:nvSpPr>
          <p:cNvPr id="2" name="標題 1">
            <a:extLst>
              <a:ext uri="{FF2B5EF4-FFF2-40B4-BE49-F238E27FC236}">
                <a16:creationId xmlns:a16="http://schemas.microsoft.com/office/drawing/2014/main" id="{AA8A9AF6-D02B-8CD4-94E1-C846C64EEFE6}"/>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676040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38955-2140-31FB-BE9D-6CB6B8AAD4B4}"/>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D1D4F2F0-924D-8FFA-EE0C-F32CDDBCD8A1}"/>
              </a:ext>
            </a:extLst>
          </p:cNvPr>
          <p:cNvSpPr txBox="1"/>
          <p:nvPr/>
        </p:nvSpPr>
        <p:spPr>
          <a:xfrm>
            <a:off x="1183163" y="3082851"/>
            <a:ext cx="22301713" cy="9014519"/>
          </a:xfrm>
          <a:prstGeom prst="rect">
            <a:avLst/>
          </a:prstGeom>
          <a:noFill/>
        </p:spPr>
        <p:txBody>
          <a:bodyPr wrap="square">
            <a:spAutoFit/>
          </a:bodyPr>
          <a:lstStyle/>
          <a:p>
            <a:pPr marL="914400" indent="-914400">
              <a:lnSpc>
                <a:spcPct val="250000"/>
              </a:lnSpc>
              <a:buFont typeface="+mj-lt"/>
              <a:buAutoNum type="arabicPeriod" startAt="6"/>
            </a:pPr>
            <a:r>
              <a:rPr lang="ja-JP" altLang="en-US" sz="4800" dirty="0"/>
              <a:t>この小説は、</a:t>
            </a:r>
            <a:r>
              <a:rPr lang="ja-JP" altLang="en-US" sz="4800" u="sng" dirty="0"/>
              <a:t>　　　　　　　　　　　　　　　　</a:t>
            </a:r>
            <a:r>
              <a:rPr lang="ja-JP" altLang="en-US" sz="4800" dirty="0"/>
              <a:t>ようやく完成した力作です。「ぶりに」</a:t>
            </a:r>
          </a:p>
          <a:p>
            <a:pPr marL="914400" indent="-914400">
              <a:lnSpc>
                <a:spcPct val="250000"/>
              </a:lnSpc>
              <a:buFont typeface="+mj-lt"/>
              <a:buAutoNum type="arabicPeriod" startAt="6"/>
            </a:pPr>
            <a:r>
              <a:rPr lang="ja-JP" altLang="en-US" sz="4800" dirty="0"/>
              <a:t>空が赤くなってきて、まるで</a:t>
            </a:r>
            <a:r>
              <a:rPr lang="ja-JP" altLang="en-US" sz="4800" u="sng" dirty="0"/>
              <a:t>　　　　　　　　　　　　　　　　</a:t>
            </a:r>
            <a:r>
              <a:rPr lang="ja-JP" altLang="en-US" sz="4800" dirty="0"/>
              <a:t>と思った。「ようだ」</a:t>
            </a:r>
          </a:p>
          <a:p>
            <a:pPr marL="914400" indent="-914400">
              <a:lnSpc>
                <a:spcPct val="250000"/>
              </a:lnSpc>
              <a:buFont typeface="+mj-lt"/>
              <a:buAutoNum type="arabicPeriod" startAt="6"/>
            </a:pPr>
            <a:r>
              <a:rPr lang="ja-JP" altLang="en-US" sz="4800" dirty="0"/>
              <a:t>彼女の発言は、いかにも</a:t>
            </a:r>
            <a:r>
              <a:rPr lang="ja-JP" altLang="en-US" sz="4800" u="sng" dirty="0"/>
              <a:t>　　　　　　　　　　　　　　　　</a:t>
            </a:r>
            <a:r>
              <a:rPr lang="ja-JP" altLang="en-US" sz="4800" dirty="0"/>
              <a:t>考え方だった。「らしい」</a:t>
            </a:r>
          </a:p>
          <a:p>
            <a:pPr marL="914400" indent="-914400">
              <a:lnSpc>
                <a:spcPct val="250000"/>
              </a:lnSpc>
              <a:buFont typeface="+mj-lt"/>
              <a:buAutoNum type="arabicPeriod" startAt="6"/>
            </a:pPr>
            <a:r>
              <a:rPr lang="ja-JP" altLang="en-US" sz="4800" dirty="0"/>
              <a:t>この建物は高さよりも、</a:t>
            </a:r>
            <a:r>
              <a:rPr lang="ja-JP" altLang="en-US" sz="4800" u="sng" dirty="0"/>
              <a:t>　　　　　　　　　　　　　　　　</a:t>
            </a:r>
            <a:r>
              <a:rPr lang="ja-JP" altLang="en-US" sz="4800" dirty="0"/>
              <a:t>が印象的です。「形容詞名詞化」</a:t>
            </a:r>
          </a:p>
          <a:p>
            <a:pPr marL="914400" indent="-914400">
              <a:lnSpc>
                <a:spcPct val="250000"/>
              </a:lnSpc>
              <a:buFont typeface="+mj-lt"/>
              <a:buAutoNum type="arabicPeriod" startAt="6"/>
            </a:pPr>
            <a:r>
              <a:rPr lang="ja-JP" altLang="en-US" sz="4800" dirty="0"/>
              <a:t>疲れているなら、今日は早く</a:t>
            </a:r>
            <a:r>
              <a:rPr lang="ja-JP" altLang="en-US" sz="4800" u="sng" dirty="0"/>
              <a:t>　　　　　　　　　　　　　　　　</a:t>
            </a:r>
            <a:r>
              <a:rPr lang="ja-JP" altLang="en-US" sz="4800" dirty="0"/>
              <a:t>。「～たらどう」</a:t>
            </a:r>
          </a:p>
        </p:txBody>
      </p:sp>
      <p:sp>
        <p:nvSpPr>
          <p:cNvPr id="2" name="標題 1">
            <a:extLst>
              <a:ext uri="{FF2B5EF4-FFF2-40B4-BE49-F238E27FC236}">
                <a16:creationId xmlns:a16="http://schemas.microsoft.com/office/drawing/2014/main" id="{6FF23E02-5614-7547-6037-729A212C1985}"/>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6">
            <a:extLst>
              <a:ext uri="{FF2B5EF4-FFF2-40B4-BE49-F238E27FC236}">
                <a16:creationId xmlns:a16="http://schemas.microsoft.com/office/drawing/2014/main" id="{C1F6D1C8-093D-9C31-5B1D-15AFF4A5246F}"/>
              </a:ext>
            </a:extLst>
          </p:cNvPr>
          <p:cNvSpPr txBox="1"/>
          <p:nvPr/>
        </p:nvSpPr>
        <p:spPr>
          <a:xfrm>
            <a:off x="5777813" y="3738097"/>
            <a:ext cx="3930884" cy="830997"/>
          </a:xfrm>
          <a:prstGeom prst="rect">
            <a:avLst/>
          </a:prstGeom>
          <a:noFill/>
        </p:spPr>
        <p:txBody>
          <a:bodyPr wrap="none" rtlCol="0">
            <a:spAutoFit/>
          </a:bodyPr>
          <a:lstStyle/>
          <a:p>
            <a:r>
              <a:rPr kumimoji="1" lang="ja-JP" altLang="en-US" sz="4800" b="1" dirty="0">
                <a:solidFill>
                  <a:srgbClr val="1C85C9"/>
                </a:solidFill>
              </a:rPr>
              <a:t>１０か月ぶりに</a:t>
            </a:r>
          </a:p>
        </p:txBody>
      </p:sp>
      <p:sp>
        <p:nvSpPr>
          <p:cNvPr id="4" name="文字方塊 6">
            <a:extLst>
              <a:ext uri="{FF2B5EF4-FFF2-40B4-BE49-F238E27FC236}">
                <a16:creationId xmlns:a16="http://schemas.microsoft.com/office/drawing/2014/main" id="{BE894BA9-C34F-F18F-C291-F1AA8B4AB31E}"/>
              </a:ext>
            </a:extLst>
          </p:cNvPr>
          <p:cNvSpPr txBox="1"/>
          <p:nvPr/>
        </p:nvSpPr>
        <p:spPr>
          <a:xfrm>
            <a:off x="10026725" y="5500049"/>
            <a:ext cx="3583032" cy="830997"/>
          </a:xfrm>
          <a:prstGeom prst="rect">
            <a:avLst/>
          </a:prstGeom>
          <a:noFill/>
        </p:spPr>
        <p:txBody>
          <a:bodyPr wrap="none" rtlCol="0">
            <a:spAutoFit/>
          </a:bodyPr>
          <a:lstStyle/>
          <a:p>
            <a:r>
              <a:rPr kumimoji="1" lang="ja-JP" altLang="en-US" sz="4800" b="1" dirty="0">
                <a:solidFill>
                  <a:srgbClr val="1C85C9"/>
                </a:solidFill>
              </a:rPr>
              <a:t>火事のようだ</a:t>
            </a:r>
          </a:p>
        </p:txBody>
      </p:sp>
      <p:sp>
        <p:nvSpPr>
          <p:cNvPr id="5" name="文字方塊 6">
            <a:extLst>
              <a:ext uri="{FF2B5EF4-FFF2-40B4-BE49-F238E27FC236}">
                <a16:creationId xmlns:a16="http://schemas.microsoft.com/office/drawing/2014/main" id="{6C2FEA00-76E1-1C20-9955-B15917D970AB}"/>
              </a:ext>
            </a:extLst>
          </p:cNvPr>
          <p:cNvSpPr txBox="1"/>
          <p:nvPr/>
        </p:nvSpPr>
        <p:spPr>
          <a:xfrm>
            <a:off x="9209861" y="7384955"/>
            <a:ext cx="2980303" cy="830997"/>
          </a:xfrm>
          <a:prstGeom prst="rect">
            <a:avLst/>
          </a:prstGeom>
          <a:noFill/>
        </p:spPr>
        <p:txBody>
          <a:bodyPr wrap="none" rtlCol="0">
            <a:spAutoFit/>
          </a:bodyPr>
          <a:lstStyle/>
          <a:p>
            <a:r>
              <a:rPr kumimoji="1" lang="ja-JP" altLang="en-US" sz="4800" b="1" dirty="0">
                <a:solidFill>
                  <a:srgbClr val="1C85C9"/>
                </a:solidFill>
              </a:rPr>
              <a:t>彼女らしい</a:t>
            </a:r>
          </a:p>
        </p:txBody>
      </p:sp>
      <p:sp>
        <p:nvSpPr>
          <p:cNvPr id="6" name="文字方塊 6">
            <a:extLst>
              <a:ext uri="{FF2B5EF4-FFF2-40B4-BE49-F238E27FC236}">
                <a16:creationId xmlns:a16="http://schemas.microsoft.com/office/drawing/2014/main" id="{DC80DA82-9EA7-9DCD-4DFE-AAD7493FBD04}"/>
              </a:ext>
            </a:extLst>
          </p:cNvPr>
          <p:cNvSpPr txBox="1"/>
          <p:nvPr/>
        </p:nvSpPr>
        <p:spPr>
          <a:xfrm>
            <a:off x="9069740" y="9146907"/>
            <a:ext cx="1277914" cy="830997"/>
          </a:xfrm>
          <a:prstGeom prst="rect">
            <a:avLst/>
          </a:prstGeom>
          <a:noFill/>
        </p:spPr>
        <p:txBody>
          <a:bodyPr wrap="none" rtlCol="0">
            <a:spAutoFit/>
          </a:bodyPr>
          <a:lstStyle/>
          <a:p>
            <a:r>
              <a:rPr kumimoji="1" lang="ja-JP" altLang="en-US" sz="4800" b="1" dirty="0">
                <a:solidFill>
                  <a:srgbClr val="1C85C9"/>
                </a:solidFill>
              </a:rPr>
              <a:t>広さ</a:t>
            </a:r>
          </a:p>
        </p:txBody>
      </p:sp>
      <p:sp>
        <p:nvSpPr>
          <p:cNvPr id="7" name="文字方塊 6">
            <a:extLst>
              <a:ext uri="{FF2B5EF4-FFF2-40B4-BE49-F238E27FC236}">
                <a16:creationId xmlns:a16="http://schemas.microsoft.com/office/drawing/2014/main" id="{04844114-7BC9-55E8-0070-CC6ACC493666}"/>
              </a:ext>
            </a:extLst>
          </p:cNvPr>
          <p:cNvSpPr txBox="1"/>
          <p:nvPr/>
        </p:nvSpPr>
        <p:spPr>
          <a:xfrm>
            <a:off x="9876069" y="10908859"/>
            <a:ext cx="4628190" cy="830997"/>
          </a:xfrm>
          <a:prstGeom prst="rect">
            <a:avLst/>
          </a:prstGeom>
          <a:noFill/>
        </p:spPr>
        <p:txBody>
          <a:bodyPr wrap="none" rtlCol="0">
            <a:spAutoFit/>
          </a:bodyPr>
          <a:lstStyle/>
          <a:p>
            <a:r>
              <a:rPr kumimoji="1" lang="ja-JP" altLang="en-US" sz="4800" b="1" dirty="0">
                <a:solidFill>
                  <a:srgbClr val="1C85C9"/>
                </a:solidFill>
              </a:rPr>
              <a:t>寝たらどうですか</a:t>
            </a:r>
          </a:p>
        </p:txBody>
      </p:sp>
    </p:spTree>
    <p:extLst>
      <p:ext uri="{BB962C8B-B14F-4D97-AF65-F5344CB8AC3E}">
        <p14:creationId xmlns:p14="http://schemas.microsoft.com/office/powerpoint/2010/main" val="2010012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FCCD7-BC46-61BF-A726-6DB5636E6A8D}"/>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A0A9A7DD-4824-32B1-92C5-83661D5721B0}"/>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9" name="文字方塊 8">
            <a:extLst>
              <a:ext uri="{FF2B5EF4-FFF2-40B4-BE49-F238E27FC236}">
                <a16:creationId xmlns:a16="http://schemas.microsoft.com/office/drawing/2014/main" id="{98AA8811-97ED-1E56-2010-AD0EF50A02EA}"/>
              </a:ext>
            </a:extLst>
          </p:cNvPr>
          <p:cNvSpPr txBox="1"/>
          <p:nvPr/>
        </p:nvSpPr>
        <p:spPr>
          <a:xfrm>
            <a:off x="1183163" y="3082851"/>
            <a:ext cx="22301713" cy="4524315"/>
          </a:xfrm>
          <a:prstGeom prst="rect">
            <a:avLst/>
          </a:prstGeom>
          <a:noFill/>
        </p:spPr>
        <p:txBody>
          <a:bodyPr wrap="square">
            <a:spAutoFit/>
          </a:bodyPr>
          <a:lstStyle/>
          <a:p>
            <a:pPr>
              <a:buNone/>
            </a:pPr>
            <a:r>
              <a:rPr lang="ja-JP" altLang="en-US" sz="4800" b="1" dirty="0"/>
              <a:t>問題１</a:t>
            </a:r>
          </a:p>
          <a:p>
            <a:pPr>
              <a:lnSpc>
                <a:spcPct val="150000"/>
              </a:lnSpc>
              <a:buNone/>
            </a:pPr>
            <a:r>
              <a:rPr lang="ja-JP" altLang="en-US" sz="4800" dirty="0"/>
              <a:t>筆者が岩崎さんの結婚式に出る前に、思わず笑った理由は何ですか。</a:t>
            </a:r>
            <a:endParaRPr lang="en-US" altLang="ja-JP" sz="4800" dirty="0"/>
          </a:p>
          <a:p>
            <a:pPr>
              <a:lnSpc>
                <a:spcPct val="150000"/>
              </a:lnSpc>
            </a:pPr>
            <a:endParaRPr lang="en-US" altLang="ja-JP" sz="4800" b="1" dirty="0"/>
          </a:p>
          <a:p>
            <a:endParaRPr lang="en-US" altLang="ja-JP" sz="4800" b="1" dirty="0"/>
          </a:p>
          <a:p>
            <a:endParaRPr lang="en-US" altLang="ja-JP" sz="4800" b="1" dirty="0"/>
          </a:p>
        </p:txBody>
      </p:sp>
    </p:spTree>
    <p:extLst>
      <p:ext uri="{BB962C8B-B14F-4D97-AF65-F5344CB8AC3E}">
        <p14:creationId xmlns:p14="http://schemas.microsoft.com/office/powerpoint/2010/main" val="516855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E2514-EE97-0466-C267-A86BF7F1323D}"/>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D76C0BFA-88EA-2889-E4AA-B79CEF3B7D79}"/>
              </a:ext>
            </a:extLst>
          </p:cNvPr>
          <p:cNvSpPr txBox="1"/>
          <p:nvPr/>
        </p:nvSpPr>
        <p:spPr>
          <a:xfrm>
            <a:off x="1183163" y="3082851"/>
            <a:ext cx="22301713" cy="5632311"/>
          </a:xfrm>
          <a:prstGeom prst="rect">
            <a:avLst/>
          </a:prstGeom>
          <a:noFill/>
        </p:spPr>
        <p:txBody>
          <a:bodyPr wrap="square">
            <a:spAutoFit/>
          </a:bodyPr>
          <a:lstStyle/>
          <a:p>
            <a:pPr>
              <a:buNone/>
            </a:pPr>
            <a:r>
              <a:rPr lang="ja-JP" altLang="en-US" sz="4800" b="1" dirty="0"/>
              <a:t>問題１</a:t>
            </a:r>
          </a:p>
          <a:p>
            <a:pPr>
              <a:lnSpc>
                <a:spcPct val="150000"/>
              </a:lnSpc>
              <a:buNone/>
            </a:pPr>
            <a:r>
              <a:rPr lang="ja-JP" altLang="en-US" sz="4800" dirty="0"/>
              <a:t>筆者が岩崎さんの結婚式に出る前に、思わず笑った理由は何ですか。</a:t>
            </a:r>
            <a:endParaRPr lang="en-US" altLang="ja-JP" sz="4800" dirty="0"/>
          </a:p>
          <a:p>
            <a:pPr lvl="1">
              <a:lnSpc>
                <a:spcPct val="150000"/>
              </a:lnSpc>
            </a:pPr>
            <a:r>
              <a:rPr lang="ja-JP" altLang="en-US" sz="4800" dirty="0">
                <a:solidFill>
                  <a:srgbClr val="1C85C9"/>
                </a:solidFill>
              </a:rPr>
              <a:t>正解：中谷さんが自分のほうが先に結婚すると思っていたと言ったから。</a:t>
            </a:r>
            <a:endParaRPr lang="en-US" altLang="ja-JP" sz="4800" dirty="0">
              <a:solidFill>
                <a:srgbClr val="1C85C9"/>
              </a:solidFill>
            </a:endParaRPr>
          </a:p>
          <a:p>
            <a:pPr>
              <a:lnSpc>
                <a:spcPct val="150000"/>
              </a:lnSpc>
            </a:pPr>
            <a:endParaRPr lang="en-US" altLang="ja-JP" sz="4800" b="1" dirty="0"/>
          </a:p>
          <a:p>
            <a:endParaRPr lang="en-US" altLang="ja-JP" sz="4800" b="1" dirty="0"/>
          </a:p>
          <a:p>
            <a:endParaRPr lang="en-US" altLang="ja-JP" sz="4800" b="1" dirty="0"/>
          </a:p>
        </p:txBody>
      </p:sp>
      <p:sp>
        <p:nvSpPr>
          <p:cNvPr id="2" name="文字方塊 1">
            <a:extLst>
              <a:ext uri="{FF2B5EF4-FFF2-40B4-BE49-F238E27FC236}">
                <a16:creationId xmlns:a16="http://schemas.microsoft.com/office/drawing/2014/main" id="{32E4D65C-88C5-2B53-5C50-C6995B266059}"/>
              </a:ext>
            </a:extLst>
          </p:cNvPr>
          <p:cNvSpPr txBox="1"/>
          <p:nvPr/>
        </p:nvSpPr>
        <p:spPr>
          <a:xfrm>
            <a:off x="1185672" y="1002134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本文に「友達の中で一番結婚が早いのは、私だと思っていた」と中谷さんが言ったので、思わず笑ってしまった。</a:t>
            </a:r>
          </a:p>
        </p:txBody>
      </p:sp>
      <p:sp>
        <p:nvSpPr>
          <p:cNvPr id="3" name="標題 1">
            <a:extLst>
              <a:ext uri="{FF2B5EF4-FFF2-40B4-BE49-F238E27FC236}">
                <a16:creationId xmlns:a16="http://schemas.microsoft.com/office/drawing/2014/main" id="{C2E6739B-79AB-930B-2860-48998880ACCB}"/>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752334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482E-7812-EAAF-8E06-502F877D3105}"/>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7A1BEF9D-AEE7-B80F-AC0A-FC3098D38003}"/>
              </a:ext>
            </a:extLst>
          </p:cNvPr>
          <p:cNvSpPr txBox="1"/>
          <p:nvPr/>
        </p:nvSpPr>
        <p:spPr>
          <a:xfrm>
            <a:off x="1183163" y="3082851"/>
            <a:ext cx="22301713" cy="4524315"/>
          </a:xfrm>
          <a:prstGeom prst="rect">
            <a:avLst/>
          </a:prstGeom>
          <a:noFill/>
        </p:spPr>
        <p:txBody>
          <a:bodyPr wrap="square">
            <a:spAutoFit/>
          </a:bodyPr>
          <a:lstStyle/>
          <a:p>
            <a:pPr>
              <a:buNone/>
            </a:pPr>
            <a:r>
              <a:rPr lang="ja-JP" altLang="en-US" sz="4800" b="1" dirty="0"/>
              <a:t>問題２</a:t>
            </a:r>
          </a:p>
          <a:p>
            <a:pPr>
              <a:lnSpc>
                <a:spcPct val="150000"/>
              </a:lnSpc>
              <a:buNone/>
            </a:pPr>
            <a:r>
              <a:rPr lang="ja-JP" altLang="en-US" sz="4800" dirty="0"/>
              <a:t>披露宴で、岩崎さんのご主人についてコウさん（筆者）はどう感じましたが。</a:t>
            </a:r>
            <a:endParaRPr lang="en-US" altLang="ja-JP" sz="4800" dirty="0"/>
          </a:p>
          <a:p>
            <a:pPr>
              <a:lnSpc>
                <a:spcPct val="150000"/>
              </a:lnSpc>
            </a:pPr>
            <a:endParaRPr lang="en-US" altLang="ja-JP" sz="4800" b="1" dirty="0"/>
          </a:p>
          <a:p>
            <a:endParaRPr lang="en-US" altLang="ja-JP" sz="4800" b="1" dirty="0"/>
          </a:p>
          <a:p>
            <a:endParaRPr lang="en-US" altLang="ja-JP" sz="4800" b="1" dirty="0"/>
          </a:p>
        </p:txBody>
      </p:sp>
      <p:sp>
        <p:nvSpPr>
          <p:cNvPr id="3" name="標題 1">
            <a:extLst>
              <a:ext uri="{FF2B5EF4-FFF2-40B4-BE49-F238E27FC236}">
                <a16:creationId xmlns:a16="http://schemas.microsoft.com/office/drawing/2014/main" id="{9E096E57-FBF7-3390-14C9-C3FD0D547D62}"/>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1115666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D37D0-1F5C-E2F5-5621-6869245E8074}"/>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791972DE-32A1-4F65-4F05-A0720EBE7D72}"/>
              </a:ext>
            </a:extLst>
          </p:cNvPr>
          <p:cNvSpPr txBox="1"/>
          <p:nvPr/>
        </p:nvSpPr>
        <p:spPr>
          <a:xfrm>
            <a:off x="1183163" y="3082851"/>
            <a:ext cx="22301713" cy="5632311"/>
          </a:xfrm>
          <a:prstGeom prst="rect">
            <a:avLst/>
          </a:prstGeom>
          <a:noFill/>
        </p:spPr>
        <p:txBody>
          <a:bodyPr wrap="square">
            <a:spAutoFit/>
          </a:bodyPr>
          <a:lstStyle/>
          <a:p>
            <a:pPr>
              <a:buNone/>
            </a:pPr>
            <a:r>
              <a:rPr lang="ja-JP" altLang="en-US" sz="4800" b="1" dirty="0"/>
              <a:t>問題２</a:t>
            </a:r>
          </a:p>
          <a:p>
            <a:pPr>
              <a:lnSpc>
                <a:spcPct val="150000"/>
              </a:lnSpc>
              <a:buNone/>
            </a:pPr>
            <a:r>
              <a:rPr lang="ja-JP" altLang="en-US" sz="4800" dirty="0"/>
              <a:t>披露宴で、岩崎さんのご主人についてコウさん（筆者）はどう感じましたが。</a:t>
            </a:r>
            <a:endParaRPr lang="en-US" altLang="ja-JP" sz="4800" dirty="0"/>
          </a:p>
          <a:p>
            <a:pPr lvl="1">
              <a:lnSpc>
                <a:spcPct val="150000"/>
              </a:lnSpc>
            </a:pPr>
            <a:r>
              <a:rPr lang="ja-JP" altLang="en-US" sz="4800" dirty="0">
                <a:solidFill>
                  <a:srgbClr val="1C85C9"/>
                </a:solidFill>
              </a:rPr>
              <a:t>正解：最初は見た目がよくないと思ったが、手紙を聞いて彼の良さがわかった。</a:t>
            </a:r>
            <a:endParaRPr lang="en-US" altLang="ja-JP" sz="4800" dirty="0">
              <a:solidFill>
                <a:srgbClr val="1C85C9"/>
              </a:solidFill>
            </a:endParaRPr>
          </a:p>
          <a:p>
            <a:pPr>
              <a:lnSpc>
                <a:spcPct val="150000"/>
              </a:lnSpc>
            </a:pPr>
            <a:endParaRPr lang="en-US" altLang="ja-JP" sz="4800" b="1" dirty="0">
              <a:highlight>
                <a:srgbClr val="FFFF00"/>
              </a:highlight>
            </a:endParaRPr>
          </a:p>
          <a:p>
            <a:endParaRPr lang="en-US" altLang="ja-JP" sz="4800" b="1" dirty="0">
              <a:highlight>
                <a:srgbClr val="FFFF00"/>
              </a:highlight>
            </a:endParaRPr>
          </a:p>
          <a:p>
            <a:endParaRPr lang="en-US" altLang="ja-JP" sz="4800" b="1" dirty="0">
              <a:highlight>
                <a:srgbClr val="FFFF00"/>
              </a:highlight>
            </a:endParaRPr>
          </a:p>
        </p:txBody>
      </p:sp>
      <p:sp>
        <p:nvSpPr>
          <p:cNvPr id="2" name="文字方塊 1">
            <a:extLst>
              <a:ext uri="{FF2B5EF4-FFF2-40B4-BE49-F238E27FC236}">
                <a16:creationId xmlns:a16="http://schemas.microsoft.com/office/drawing/2014/main" id="{399D7CA2-E01E-EF9A-3A96-A250130CADCE}"/>
              </a:ext>
            </a:extLst>
          </p:cNvPr>
          <p:cNvSpPr txBox="1"/>
          <p:nvPr/>
        </p:nvSpPr>
        <p:spPr>
          <a:xfrm>
            <a:off x="1185672" y="1002134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ご主人の手紙を聞いて、岩崎さんがなぜ彼と結婚しようと思ったのかがわかったと筆者は述べている。</a:t>
            </a:r>
          </a:p>
        </p:txBody>
      </p:sp>
      <p:sp>
        <p:nvSpPr>
          <p:cNvPr id="3" name="標題 1">
            <a:extLst>
              <a:ext uri="{FF2B5EF4-FFF2-40B4-BE49-F238E27FC236}">
                <a16:creationId xmlns:a16="http://schemas.microsoft.com/office/drawing/2014/main" id="{5D812470-3C9E-8A32-C05C-02CBC24EFA91}"/>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822570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F9413-1E46-C93C-F4C8-1E4033CEB2CE}"/>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E567368A-DCF2-5747-4802-FD4DFD36BEE9}"/>
              </a:ext>
            </a:extLst>
          </p:cNvPr>
          <p:cNvSpPr txBox="1"/>
          <p:nvPr/>
        </p:nvSpPr>
        <p:spPr>
          <a:xfrm>
            <a:off x="1183163" y="3082851"/>
            <a:ext cx="22301713" cy="10064294"/>
          </a:xfrm>
          <a:prstGeom prst="rect">
            <a:avLst/>
          </a:prstGeom>
          <a:noFill/>
        </p:spPr>
        <p:txBody>
          <a:bodyPr wrap="square">
            <a:spAutoFit/>
          </a:bodyPr>
          <a:lstStyle/>
          <a:p>
            <a:pPr>
              <a:buNone/>
            </a:pPr>
            <a:r>
              <a:rPr lang="ja-JP" altLang="en-US" sz="4800" b="1" dirty="0"/>
              <a:t>問題３</a:t>
            </a:r>
          </a:p>
          <a:p>
            <a:pPr>
              <a:lnSpc>
                <a:spcPct val="150000"/>
              </a:lnSpc>
              <a:buNone/>
            </a:pPr>
            <a:r>
              <a:rPr lang="en-US" altLang="ja-JP" sz="4800" dirty="0"/>
              <a:t>1</a:t>
            </a:r>
            <a:r>
              <a:rPr lang="ja-JP" altLang="en-US" sz="4800" dirty="0"/>
              <a:t>）あなたは結婚式に参加したことがありますか。どんな様子でしたか。</a:t>
            </a:r>
            <a:endParaRPr lang="en-US" altLang="ja-JP" sz="4800" dirty="0"/>
          </a:p>
          <a:p>
            <a:pPr>
              <a:lnSpc>
                <a:spcPct val="150000"/>
              </a:lnSpc>
              <a:buNone/>
            </a:pPr>
            <a:endParaRPr lang="en-US" altLang="ja-JP" sz="4800" dirty="0"/>
          </a:p>
          <a:p>
            <a:pPr>
              <a:lnSpc>
                <a:spcPct val="150000"/>
              </a:lnSpc>
              <a:buNone/>
            </a:pPr>
            <a:br>
              <a:rPr lang="ja-JP" altLang="en-US" sz="4800" dirty="0"/>
            </a:br>
            <a:r>
              <a:rPr lang="en-US" altLang="ja-JP" sz="4800" dirty="0"/>
              <a:t>2</a:t>
            </a:r>
            <a:r>
              <a:rPr lang="ja-JP" altLang="en-US" sz="4800" dirty="0"/>
              <a:t>）あなたが今まで参加した式やイベントで、一番印象に残った場面は何ですか。</a:t>
            </a:r>
            <a:endParaRPr lang="en-US" altLang="ja-JP" sz="4800" dirty="0"/>
          </a:p>
          <a:p>
            <a:pPr>
              <a:lnSpc>
                <a:spcPct val="150000"/>
              </a:lnSpc>
              <a:buNone/>
            </a:pPr>
            <a:endParaRPr lang="en-US" altLang="ja-JP" sz="4800" dirty="0"/>
          </a:p>
          <a:p>
            <a:pPr>
              <a:lnSpc>
                <a:spcPct val="150000"/>
              </a:lnSpc>
              <a:buNone/>
            </a:pPr>
            <a:br>
              <a:rPr lang="ja-JP" altLang="en-US" sz="4800" dirty="0"/>
            </a:br>
            <a:r>
              <a:rPr lang="en-US" altLang="ja-JP" sz="4800" dirty="0"/>
              <a:t>3</a:t>
            </a:r>
            <a:r>
              <a:rPr lang="ja-JP" altLang="en-US" sz="4800" dirty="0"/>
              <a:t>）もし自分の結婚式をするとしたら、どんな雰囲気にしたいですか。</a:t>
            </a:r>
            <a:endParaRPr lang="en-US" altLang="ja-JP" sz="4800" b="1" dirty="0"/>
          </a:p>
          <a:p>
            <a:endParaRPr lang="en-US" altLang="ja-JP" sz="4800" b="1" dirty="0"/>
          </a:p>
          <a:p>
            <a:endParaRPr lang="en-US" altLang="ja-JP" sz="4800" b="1" dirty="0"/>
          </a:p>
        </p:txBody>
      </p:sp>
      <p:sp>
        <p:nvSpPr>
          <p:cNvPr id="2" name="標題 1">
            <a:extLst>
              <a:ext uri="{FF2B5EF4-FFF2-40B4-BE49-F238E27FC236}">
                <a16:creationId xmlns:a16="http://schemas.microsoft.com/office/drawing/2014/main" id="{C07B9391-A3C8-2717-1EC5-CC488D18C6A5}"/>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2652490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54A22-A025-9AED-B4A3-EDF0F8B50491}"/>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7BE85A84-A7D4-E60C-ED42-055CAF55B4B0}"/>
              </a:ext>
            </a:extLst>
          </p:cNvPr>
          <p:cNvSpPr txBox="1"/>
          <p:nvPr/>
        </p:nvSpPr>
        <p:spPr>
          <a:xfrm>
            <a:off x="1183163" y="3082851"/>
            <a:ext cx="22301713" cy="10064294"/>
          </a:xfrm>
          <a:prstGeom prst="rect">
            <a:avLst/>
          </a:prstGeom>
          <a:noFill/>
        </p:spPr>
        <p:txBody>
          <a:bodyPr wrap="square">
            <a:spAutoFit/>
          </a:bodyPr>
          <a:lstStyle/>
          <a:p>
            <a:pPr>
              <a:buNone/>
            </a:pPr>
            <a:r>
              <a:rPr lang="ja-JP" altLang="en-US" sz="4800" b="1" dirty="0"/>
              <a:t>問題３</a:t>
            </a:r>
          </a:p>
          <a:p>
            <a:pPr>
              <a:lnSpc>
                <a:spcPct val="150000"/>
              </a:lnSpc>
              <a:buNone/>
            </a:pPr>
            <a:r>
              <a:rPr lang="en-US" altLang="ja-JP" sz="4800" dirty="0"/>
              <a:t>1</a:t>
            </a:r>
            <a:r>
              <a:rPr lang="ja-JP" altLang="en-US" sz="4800" dirty="0"/>
              <a:t>）あなたは結婚式に参加したことがありますか。どんな様子でしたか。</a:t>
            </a:r>
            <a:endParaRPr lang="en-US" altLang="ja-JP" sz="4800" dirty="0"/>
          </a:p>
          <a:p>
            <a:pPr>
              <a:lnSpc>
                <a:spcPct val="150000"/>
              </a:lnSpc>
              <a:buNone/>
            </a:pPr>
            <a:endParaRPr lang="en-US" altLang="ja-JP" sz="4800" dirty="0"/>
          </a:p>
          <a:p>
            <a:pPr>
              <a:lnSpc>
                <a:spcPct val="150000"/>
              </a:lnSpc>
              <a:buNone/>
            </a:pPr>
            <a:br>
              <a:rPr lang="ja-JP" altLang="en-US" sz="4800" dirty="0"/>
            </a:br>
            <a:r>
              <a:rPr lang="en-US" altLang="ja-JP" sz="4800" dirty="0"/>
              <a:t>2</a:t>
            </a:r>
            <a:r>
              <a:rPr lang="ja-JP" altLang="en-US" sz="4800" dirty="0"/>
              <a:t>）あなたが今まで参加した式やイベントで、一番印象に残った場面は何ですか。</a:t>
            </a:r>
            <a:endParaRPr lang="en-US" altLang="ja-JP" sz="4800" dirty="0"/>
          </a:p>
          <a:p>
            <a:pPr>
              <a:lnSpc>
                <a:spcPct val="150000"/>
              </a:lnSpc>
              <a:buNone/>
            </a:pPr>
            <a:endParaRPr lang="en-US" altLang="ja-JP" sz="4800" dirty="0"/>
          </a:p>
          <a:p>
            <a:pPr>
              <a:lnSpc>
                <a:spcPct val="150000"/>
              </a:lnSpc>
              <a:buNone/>
            </a:pPr>
            <a:br>
              <a:rPr lang="ja-JP" altLang="en-US" sz="4800" dirty="0"/>
            </a:br>
            <a:r>
              <a:rPr lang="en-US" altLang="ja-JP" sz="4800" dirty="0"/>
              <a:t>3</a:t>
            </a:r>
            <a:r>
              <a:rPr lang="ja-JP" altLang="en-US" sz="4800" dirty="0"/>
              <a:t>）もし自分の結婚式をするとしたら、どんな雰囲気にしたいですか。</a:t>
            </a:r>
            <a:endParaRPr lang="en-US" altLang="ja-JP" sz="4800" b="1" dirty="0"/>
          </a:p>
          <a:p>
            <a:endParaRPr lang="en-US" altLang="ja-JP" sz="4800" b="1" dirty="0"/>
          </a:p>
          <a:p>
            <a:endParaRPr lang="en-US" altLang="ja-JP" sz="4800" b="1" dirty="0"/>
          </a:p>
        </p:txBody>
      </p:sp>
      <p:sp>
        <p:nvSpPr>
          <p:cNvPr id="2" name="文字方塊 6">
            <a:extLst>
              <a:ext uri="{FF2B5EF4-FFF2-40B4-BE49-F238E27FC236}">
                <a16:creationId xmlns:a16="http://schemas.microsoft.com/office/drawing/2014/main" id="{31F756D0-8F19-5137-6E85-2799166ADC4B}"/>
              </a:ext>
            </a:extLst>
          </p:cNvPr>
          <p:cNvSpPr txBox="1"/>
          <p:nvPr/>
        </p:nvSpPr>
        <p:spPr>
          <a:xfrm>
            <a:off x="1713514" y="5345010"/>
            <a:ext cx="17487480" cy="1569660"/>
          </a:xfrm>
          <a:prstGeom prst="rect">
            <a:avLst/>
          </a:prstGeom>
          <a:noFill/>
        </p:spPr>
        <p:txBody>
          <a:bodyPr wrap="none" rtlCol="0">
            <a:spAutoFit/>
          </a:bodyPr>
          <a:lstStyle/>
          <a:p>
            <a:r>
              <a:rPr lang="ja-JP" altLang="en-US" sz="4800" dirty="0">
                <a:solidFill>
                  <a:srgbClr val="1C85C9"/>
                </a:solidFill>
              </a:rPr>
              <a:t>はい、いとこの結婚式に参加しました。花や音楽がとても華やかで、</a:t>
            </a:r>
            <a:endParaRPr lang="en-US" altLang="ja-JP" sz="4800" dirty="0">
              <a:solidFill>
                <a:srgbClr val="1C85C9"/>
              </a:solidFill>
            </a:endParaRPr>
          </a:p>
          <a:p>
            <a:r>
              <a:rPr lang="ja-JP" altLang="en-US" sz="4800" dirty="0">
                <a:solidFill>
                  <a:srgbClr val="1C85C9"/>
                </a:solidFill>
              </a:rPr>
              <a:t>幸せな雰囲気でした。</a:t>
            </a:r>
            <a:endParaRPr kumimoji="1" lang="ja-JP" altLang="en-US" sz="4800" b="1" dirty="0">
              <a:solidFill>
                <a:srgbClr val="1C85C9"/>
              </a:solidFill>
            </a:endParaRPr>
          </a:p>
        </p:txBody>
      </p:sp>
      <p:sp>
        <p:nvSpPr>
          <p:cNvPr id="3" name="文字方塊 6">
            <a:extLst>
              <a:ext uri="{FF2B5EF4-FFF2-40B4-BE49-F238E27FC236}">
                <a16:creationId xmlns:a16="http://schemas.microsoft.com/office/drawing/2014/main" id="{06E988BB-CBB4-334B-1DA7-03DF25BE894A}"/>
              </a:ext>
            </a:extLst>
          </p:cNvPr>
          <p:cNvSpPr txBox="1"/>
          <p:nvPr/>
        </p:nvSpPr>
        <p:spPr>
          <a:xfrm>
            <a:off x="1713514" y="9090175"/>
            <a:ext cx="19153000" cy="830997"/>
          </a:xfrm>
          <a:prstGeom prst="rect">
            <a:avLst/>
          </a:prstGeom>
          <a:noFill/>
        </p:spPr>
        <p:txBody>
          <a:bodyPr wrap="none" rtlCol="0">
            <a:spAutoFit/>
          </a:bodyPr>
          <a:lstStyle/>
          <a:p>
            <a:r>
              <a:rPr lang="ja-JP" altLang="en-US" sz="4800" dirty="0">
                <a:solidFill>
                  <a:srgbClr val="1C85C9"/>
                </a:solidFill>
              </a:rPr>
              <a:t>卒業式で友達が泣きながら別れを言った場面が、一番心に残っています。</a:t>
            </a:r>
            <a:endParaRPr kumimoji="1" lang="ja-JP" altLang="en-US" sz="4800" b="1" dirty="0">
              <a:solidFill>
                <a:srgbClr val="1C85C9"/>
              </a:solidFill>
            </a:endParaRPr>
          </a:p>
        </p:txBody>
      </p:sp>
      <p:sp>
        <p:nvSpPr>
          <p:cNvPr id="4" name="文字方塊 6">
            <a:extLst>
              <a:ext uri="{FF2B5EF4-FFF2-40B4-BE49-F238E27FC236}">
                <a16:creationId xmlns:a16="http://schemas.microsoft.com/office/drawing/2014/main" id="{4BDF8910-9669-20D8-355D-1520925272B5}"/>
              </a:ext>
            </a:extLst>
          </p:cNvPr>
          <p:cNvSpPr txBox="1"/>
          <p:nvPr/>
        </p:nvSpPr>
        <p:spPr>
          <a:xfrm>
            <a:off x="1713514" y="12316148"/>
            <a:ext cx="19411083" cy="830997"/>
          </a:xfrm>
          <a:prstGeom prst="rect">
            <a:avLst/>
          </a:prstGeom>
          <a:noFill/>
        </p:spPr>
        <p:txBody>
          <a:bodyPr wrap="none" rtlCol="0">
            <a:spAutoFit/>
          </a:bodyPr>
          <a:lstStyle/>
          <a:p>
            <a:r>
              <a:rPr lang="ja-JP" altLang="en-US" sz="4800" dirty="0">
                <a:solidFill>
                  <a:srgbClr val="1C85C9"/>
                </a:solidFill>
              </a:rPr>
              <a:t>親しい友達や家族と、アットホームで温かい雰囲気の結婚式にしたいです。</a:t>
            </a:r>
            <a:endParaRPr kumimoji="1" lang="ja-JP" altLang="en-US" sz="4800" b="1" dirty="0">
              <a:solidFill>
                <a:srgbClr val="1C85C9"/>
              </a:solidFill>
            </a:endParaRPr>
          </a:p>
        </p:txBody>
      </p:sp>
      <p:sp>
        <p:nvSpPr>
          <p:cNvPr id="6" name="標題 1">
            <a:extLst>
              <a:ext uri="{FF2B5EF4-FFF2-40B4-BE49-F238E27FC236}">
                <a16:creationId xmlns:a16="http://schemas.microsoft.com/office/drawing/2014/main" id="{3362F416-9387-0ABA-379B-F834A3769176}"/>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238770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9886-A626-60D2-71B1-29A110E7CAD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CAF9C41-14FE-17B0-CE76-741338CCF4CA}"/>
              </a:ext>
            </a:extLst>
          </p:cNvPr>
          <p:cNvSpPr txBox="1"/>
          <p:nvPr/>
        </p:nvSpPr>
        <p:spPr>
          <a:xfrm>
            <a:off x="1041143" y="2911401"/>
            <a:ext cx="22301713" cy="12144543"/>
          </a:xfrm>
          <a:prstGeom prst="rect">
            <a:avLst/>
          </a:prstGeom>
          <a:noFill/>
        </p:spPr>
        <p:txBody>
          <a:bodyPr wrap="square">
            <a:spAutoFit/>
          </a:bodyPr>
          <a:lstStyle/>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1.	</a:t>
            </a:r>
            <a:r>
              <a:rPr lang="zh-TW" altLang="en-US" sz="4800" b="1" dirty="0">
                <a:latin typeface="Microsoft JhengHei Light" panose="020B0304030504040204" pitchFamily="34" charset="-120"/>
                <a:ea typeface="Microsoft JhengHei Light" panose="020B0304030504040204" pitchFamily="34" charset="-120"/>
              </a:rPr>
              <a:t>看了朋友傳來的照片，不禁笑了出來。</a:t>
            </a:r>
            <a:endParaRPr lang="en-US" altLang="zh-TW"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Font typeface="+mj-lt"/>
              <a:buAutoNum type="arabicPeriod"/>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2.	</a:t>
            </a:r>
            <a:r>
              <a:rPr lang="zh-TW" altLang="en-US" sz="4800" b="1" dirty="0">
                <a:latin typeface="Microsoft JhengHei Light" panose="020B0304030504040204" pitchFamily="34" charset="-120"/>
                <a:ea typeface="Microsoft JhengHei Light" panose="020B0304030504040204" pitchFamily="34" charset="-120"/>
              </a:rPr>
              <a:t>我決定要報考這次的日語檢定</a:t>
            </a:r>
            <a:r>
              <a:rPr lang="en-US" altLang="zh-TW" sz="4800" b="1" dirty="0">
                <a:latin typeface="Microsoft JhengHei Light" panose="020B0304030504040204" pitchFamily="34" charset="-120"/>
                <a:ea typeface="Microsoft JhengHei Light" panose="020B0304030504040204" pitchFamily="34" charset="-120"/>
              </a:rPr>
              <a:t>N3</a:t>
            </a:r>
            <a:r>
              <a:rPr lang="zh-TW" altLang="en-US" sz="4800" b="1" dirty="0">
                <a:latin typeface="Microsoft JhengHei Light" panose="020B0304030504040204" pitchFamily="34" charset="-120"/>
                <a:ea typeface="Microsoft JhengHei Light" panose="020B0304030504040204" pitchFamily="34" charset="-120"/>
              </a:rPr>
              <a:t>。</a:t>
            </a:r>
            <a:endParaRPr lang="en-US" altLang="zh-TW"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Font typeface="+mj-lt"/>
              <a:buAutoNum type="arabicPeriod"/>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3.	</a:t>
            </a:r>
            <a:r>
              <a:rPr lang="zh-TW" altLang="en-US" sz="4800" b="1" dirty="0">
                <a:latin typeface="Microsoft JhengHei Light" panose="020B0304030504040204" pitchFamily="34" charset="-120"/>
                <a:ea typeface="Microsoft JhengHei Light" panose="020B0304030504040204" pitchFamily="34" charset="-120"/>
              </a:rPr>
              <a:t>大谷翔平簡直就像漫畫主角一樣</a:t>
            </a:r>
            <a:r>
              <a:rPr lang="ja-JP" altLang="en-US" sz="4800" b="1" dirty="0">
                <a:latin typeface="Microsoft JhengHei Light" panose="020B0304030504040204" pitchFamily="34" charset="-120"/>
                <a:ea typeface="Microsoft JhengHei Light" panose="020B0304030504040204" pitchFamily="34" charset="-120"/>
              </a:rPr>
              <a:t>。</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Font typeface="+mj-lt"/>
              <a:buAutoNum type="arabicPeriod"/>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zh-TW" sz="4800" b="1">
                <a:latin typeface="Microsoft JhengHei Light" panose="020B0304030504040204" pitchFamily="34" charset="-120"/>
                <a:ea typeface="Microsoft JhengHei Light" panose="020B0304030504040204" pitchFamily="34" charset="-120"/>
              </a:rPr>
              <a:t>4.	</a:t>
            </a:r>
            <a:r>
              <a:rPr lang="zh-TW" altLang="en-US" sz="4800" b="1">
                <a:latin typeface="Microsoft JhengHei Light" panose="020B0304030504040204" pitchFamily="34" charset="-120"/>
                <a:ea typeface="Microsoft JhengHei Light" panose="020B0304030504040204" pitchFamily="34" charset="-120"/>
              </a:rPr>
              <a:t>田中</a:t>
            </a:r>
            <a:r>
              <a:rPr lang="zh-TW" altLang="en-US" sz="4800" b="1" dirty="0">
                <a:latin typeface="Microsoft JhengHei Light" panose="020B0304030504040204" pitchFamily="34" charset="-120"/>
                <a:ea typeface="Microsoft JhengHei Light" panose="020B0304030504040204" pitchFamily="34" charset="-120"/>
              </a:rPr>
              <a:t>先生自從來到台灣以後，就再也沒有回過日本。</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endParaRPr lang="ja-JP" altLang="en-US" sz="4800" b="1" dirty="0">
              <a:latin typeface="Microsoft JhengHei Light" panose="020B0304030504040204" pitchFamily="34" charset="-120"/>
              <a:ea typeface="Microsoft JhengHei Light" panose="020B0304030504040204" pitchFamily="34" charset="-120"/>
            </a:endParaRPr>
          </a:p>
          <a:p>
            <a:pPr>
              <a:lnSpc>
                <a:spcPct val="150000"/>
              </a:lnSpc>
              <a:buNone/>
            </a:pPr>
            <a:endParaRPr lang="ja-JP" altLang="en-US" sz="4800" b="1" dirty="0">
              <a:latin typeface="Microsoft JhengHei Light" panose="020B0304030504040204" pitchFamily="34" charset="-120"/>
              <a:ea typeface="Microsoft JhengHei Light" panose="020B0304030504040204" pitchFamily="34" charset="-120"/>
            </a:endParaRPr>
          </a:p>
        </p:txBody>
      </p:sp>
      <p:sp>
        <p:nvSpPr>
          <p:cNvPr id="2" name="標題 1">
            <a:extLst>
              <a:ext uri="{FF2B5EF4-FFF2-40B4-BE49-F238E27FC236}">
                <a16:creationId xmlns:a16="http://schemas.microsoft.com/office/drawing/2014/main" id="{903D1CF9-DD25-80A8-9AAB-6951F4DE9AD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83698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746B-A71A-5831-AE7E-4BDEAAF6FE8D}"/>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BBDA580-651C-4AFA-39BC-9F7B54D9DFBA}"/>
              </a:ext>
            </a:extLst>
          </p:cNvPr>
          <p:cNvSpPr txBox="1"/>
          <p:nvPr/>
        </p:nvSpPr>
        <p:spPr>
          <a:xfrm>
            <a:off x="1041143" y="2911401"/>
            <a:ext cx="22301713" cy="14360534"/>
          </a:xfrm>
          <a:prstGeom prst="rect">
            <a:avLst/>
          </a:prstGeom>
          <a:noFill/>
        </p:spPr>
        <p:txBody>
          <a:bodyPr wrap="square">
            <a:spAutoFit/>
          </a:bodyPr>
          <a:lstStyle/>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1.	</a:t>
            </a:r>
            <a:r>
              <a:rPr lang="zh-TW" altLang="en-US" sz="4800" b="1" dirty="0">
                <a:latin typeface="Microsoft JhengHei Light" panose="020B0304030504040204" pitchFamily="34" charset="-120"/>
                <a:ea typeface="Microsoft JhengHei Light" panose="020B0304030504040204" pitchFamily="34" charset="-120"/>
              </a:rPr>
              <a:t>看了朋友傳來的照片，不禁笑了出來。</a:t>
            </a:r>
            <a:endParaRPr lang="en-US" altLang="zh-TW" sz="4800" b="1" dirty="0">
              <a:latin typeface="Microsoft JhengHei Light" panose="020B0304030504040204" pitchFamily="34" charset="-120"/>
              <a:ea typeface="Microsoft JhengHei Light" panose="020B0304030504040204" pitchFamily="34" charset="-120"/>
            </a:endParaRPr>
          </a:p>
          <a:p>
            <a:pPr>
              <a:lnSpc>
                <a:spcPct val="150000"/>
              </a:lnSpc>
            </a:pPr>
            <a:r>
              <a:rPr lang="zh-TW" altLang="en-US"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友だちが送ってくれた写真を見て、思わず笑ってしまった。</a:t>
            </a:r>
            <a:endParaRPr lang="en-US" altLang="ja-JP" sz="4800" b="1" dirty="0">
              <a:solidFill>
                <a:srgbClr val="1C85C9"/>
              </a:solidFill>
              <a:latin typeface="BIZ UDGothic" panose="020B0400000000000000" pitchFamily="33" charset="-128"/>
              <a:ea typeface="BIZ UDGothic" panose="020B0400000000000000" pitchFamily="33" charset="-128"/>
            </a:endParaRP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2.	</a:t>
            </a:r>
            <a:r>
              <a:rPr lang="zh-TW" altLang="en-US" sz="4800" b="1" dirty="0">
                <a:latin typeface="Microsoft JhengHei Light" panose="020B0304030504040204" pitchFamily="34" charset="-120"/>
                <a:ea typeface="Microsoft JhengHei Light" panose="020B0304030504040204" pitchFamily="34" charset="-120"/>
              </a:rPr>
              <a:t>我決定要報考這次的日語檢定</a:t>
            </a:r>
            <a:r>
              <a:rPr lang="en-US" altLang="zh-TW" sz="4800" b="1" dirty="0">
                <a:latin typeface="Microsoft JhengHei Light" panose="020B0304030504040204" pitchFamily="34" charset="-120"/>
                <a:ea typeface="Microsoft JhengHei Light" panose="020B0304030504040204" pitchFamily="34" charset="-120"/>
              </a:rPr>
              <a:t>N3</a:t>
            </a:r>
            <a:r>
              <a:rPr lang="ja-JP" altLang="en-US" sz="4800" b="1" dirty="0">
                <a:latin typeface="Microsoft JhengHei Light" panose="020B0304030504040204" pitchFamily="34" charset="-120"/>
                <a:ea typeface="Microsoft JhengHei Light" panose="020B0304030504040204" pitchFamily="34" charset="-120"/>
              </a:rPr>
              <a:t>。</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ja-JP" altLang="en-US" sz="4800" b="1" dirty="0">
                <a:solidFill>
                  <a:srgbClr val="E46D4B"/>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今回の日本語能力試験</a:t>
            </a:r>
            <a:r>
              <a:rPr lang="en-US" altLang="ja-JP" sz="4800" b="1" dirty="0">
                <a:solidFill>
                  <a:srgbClr val="1C85C9"/>
                </a:solidFill>
                <a:latin typeface="BIZ UDGothic" panose="020B0400000000000000" pitchFamily="33" charset="-128"/>
                <a:ea typeface="BIZ UDGothic" panose="020B0400000000000000" pitchFamily="33" charset="-128"/>
              </a:rPr>
              <a:t>N3</a:t>
            </a:r>
            <a:r>
              <a:rPr lang="ja-JP" altLang="en-US" sz="4800" b="1" dirty="0">
                <a:solidFill>
                  <a:srgbClr val="1C85C9"/>
                </a:solidFill>
                <a:latin typeface="BIZ UDGothic" panose="020B0400000000000000" pitchFamily="33" charset="-128"/>
                <a:ea typeface="BIZ UDGothic" panose="020B0400000000000000" pitchFamily="33" charset="-128"/>
              </a:rPr>
              <a:t>を受けることにした。</a:t>
            </a:r>
            <a:endParaRPr lang="en-US" altLang="ja-JP" sz="4800" b="1" dirty="0">
              <a:solidFill>
                <a:srgbClr val="1C85C9"/>
              </a:solidFill>
              <a:latin typeface="BIZ UDGothic" panose="020B0400000000000000" pitchFamily="33" charset="-128"/>
              <a:ea typeface="BIZ UDGothic" panose="020B0400000000000000" pitchFamily="33" charset="-128"/>
            </a:endParaRP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3.	</a:t>
            </a:r>
            <a:r>
              <a:rPr lang="zh-TW" altLang="en-US" sz="4800" b="1" dirty="0">
                <a:latin typeface="Microsoft JhengHei Light" panose="020B0304030504040204" pitchFamily="34" charset="-120"/>
                <a:ea typeface="Microsoft JhengHei Light" panose="020B0304030504040204" pitchFamily="34" charset="-120"/>
              </a:rPr>
              <a:t>大谷翔平簡直就像漫畫主角一樣</a:t>
            </a:r>
            <a:r>
              <a:rPr lang="ja-JP" altLang="en-US" sz="4800" b="1" dirty="0">
                <a:latin typeface="Microsoft JhengHei Light" panose="020B0304030504040204" pitchFamily="34" charset="-120"/>
                <a:ea typeface="Microsoft JhengHei Light" panose="020B0304030504040204" pitchFamily="34" charset="-120"/>
              </a:rPr>
              <a:t>。</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ja-JP" altLang="en-US" sz="4800" b="1" dirty="0">
                <a:latin typeface="Microsoft JhengHei Light" panose="020B0304030504040204" pitchFamily="34" charset="-120"/>
                <a:ea typeface="Microsoft JhengHei Light" panose="020B0304030504040204" pitchFamily="34" charset="-120"/>
              </a:rPr>
              <a:t>　</a:t>
            </a:r>
            <a:r>
              <a:rPr lang="ja-JP" altLang="en-US" sz="4800" b="1" dirty="0">
                <a:solidFill>
                  <a:srgbClr val="E46D4B"/>
                </a:solidFill>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 大谷翔平は、まるで漫画の主人公のようだ。</a:t>
            </a:r>
            <a:endParaRPr lang="en-US" altLang="ja-JP" sz="4800" b="1" dirty="0">
              <a:solidFill>
                <a:srgbClr val="1C85C9"/>
              </a:solidFill>
              <a:latin typeface="BIZ UDGothic" panose="020B0400000000000000" pitchFamily="33" charset="-128"/>
              <a:ea typeface="BIZ UDGothic" panose="020B0400000000000000" pitchFamily="33" charset="-128"/>
            </a:endParaRP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4.	</a:t>
            </a:r>
            <a:r>
              <a:rPr lang="zh-TW" altLang="en-US" sz="4800" b="1" dirty="0">
                <a:latin typeface="Microsoft JhengHei Light" panose="020B0304030504040204" pitchFamily="34" charset="-120"/>
                <a:ea typeface="Microsoft JhengHei Light" panose="020B0304030504040204" pitchFamily="34" charset="-120"/>
              </a:rPr>
              <a:t>田中先生自從來到台灣以後，就再也沒有回過日本。</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ja-JP" altLang="en-US" sz="4800" dirty="0">
                <a:solidFill>
                  <a:srgbClr val="E46D4B"/>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田中さんは台湾に来たきり、日本に帰っていない。</a:t>
            </a:r>
            <a:endParaRPr lang="en-US" altLang="ja-JP" sz="4800" b="1" dirty="0">
              <a:solidFill>
                <a:srgbClr val="1C85C9"/>
              </a:solidFill>
              <a:latin typeface="BIZ UDGothic" panose="020B0400000000000000" pitchFamily="33" charset="-128"/>
              <a:ea typeface="BIZ UDGothic" panose="020B0400000000000000" pitchFamily="33" charset="-128"/>
            </a:endParaRPr>
          </a:p>
          <a:p>
            <a:pPr>
              <a:lnSpc>
                <a:spcPct val="150000"/>
              </a:lnSpc>
            </a:pPr>
            <a:endParaRPr lang="en-US" altLang="ja-JP" sz="4800" dirty="0">
              <a:latin typeface="BIZ UDGothic" panose="020B0400000000000000" pitchFamily="33" charset="-128"/>
              <a:ea typeface="BIZ UDGothic" panose="020B0400000000000000" pitchFamily="33" charset="-128"/>
            </a:endParaRPr>
          </a:p>
          <a:p>
            <a:pPr marL="914400" indent="-914400">
              <a:lnSpc>
                <a:spcPct val="150000"/>
              </a:lnSpc>
              <a:buAutoNum type="arabicPeriod" startAt="2"/>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endParaRPr lang="ja-JP" altLang="en-US" sz="4800" b="1" dirty="0">
              <a:latin typeface="Microsoft JhengHei Light" panose="020B0304030504040204" pitchFamily="34" charset="-120"/>
              <a:ea typeface="Microsoft JhengHei Light" panose="020B0304030504040204" pitchFamily="34" charset="-120"/>
            </a:endParaRPr>
          </a:p>
          <a:p>
            <a:pPr>
              <a:lnSpc>
                <a:spcPct val="150000"/>
              </a:lnSpc>
              <a:buNone/>
            </a:pPr>
            <a:endParaRPr lang="ja-JP" altLang="en-US" sz="4800" b="1" dirty="0">
              <a:latin typeface="Microsoft JhengHei Light" panose="020B0304030504040204" pitchFamily="34" charset="-120"/>
              <a:ea typeface="Microsoft JhengHei Light" panose="020B0304030504040204" pitchFamily="34" charset="-120"/>
            </a:endParaRPr>
          </a:p>
        </p:txBody>
      </p:sp>
      <p:sp>
        <p:nvSpPr>
          <p:cNvPr id="2" name="標題 1">
            <a:extLst>
              <a:ext uri="{FF2B5EF4-FFF2-40B4-BE49-F238E27FC236}">
                <a16:creationId xmlns:a16="http://schemas.microsoft.com/office/drawing/2014/main" id="{5EF006DD-708A-A917-58CA-597F9BD1007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45017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9"/>
          <p:cNvSpPr/>
          <p:nvPr/>
        </p:nvSpPr>
        <p:spPr>
          <a:xfrm>
            <a:off x="-1800" y="0"/>
            <a:ext cx="24387600" cy="13716000"/>
          </a:xfrm>
          <a:prstGeom prst="rect">
            <a:avLst/>
          </a:prstGeom>
          <a:solidFill>
            <a:schemeClr val="accent1">
              <a:lumMod val="60000"/>
              <a:lumOff val="40000"/>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dirty="0">
              <a:solidFill>
                <a:srgbClr val="FFFFFF"/>
              </a:solidFill>
              <a:latin typeface="SimSun"/>
              <a:ea typeface="SimSun"/>
              <a:cs typeface="SimSun"/>
              <a:sym typeface="SimSun"/>
            </a:endParaRPr>
          </a:p>
        </p:txBody>
      </p:sp>
      <p:sp>
        <p:nvSpPr>
          <p:cNvPr id="304" name="Google Shape;304;p19"/>
          <p:cNvSpPr txBox="1">
            <a:spLocks noGrp="1"/>
          </p:cNvSpPr>
          <p:nvPr>
            <p:ph type="ctrTitle" idx="4294967295"/>
          </p:nvPr>
        </p:nvSpPr>
        <p:spPr>
          <a:xfrm>
            <a:off x="3048000" y="6874950"/>
            <a:ext cx="18288000" cy="3877201"/>
          </a:xfrm>
          <a:prstGeom prst="rect">
            <a:avLst/>
          </a:prstGeom>
          <a:noFill/>
          <a:ln>
            <a:noFill/>
          </a:ln>
        </p:spPr>
        <p:txBody>
          <a:bodyPr spcFirstLastPara="1" wrap="square" lIns="91350" tIns="91350" rIns="91350" bIns="91350" anchor="ctr" anchorCtr="0">
            <a:normAutofit/>
          </a:bodyPr>
          <a:lstStyle/>
          <a:p>
            <a:pPr marL="0" marR="0" lvl="0" indent="0" algn="ctr" rtl="0">
              <a:lnSpc>
                <a:spcPct val="100000"/>
              </a:lnSpc>
              <a:spcBef>
                <a:spcPts val="0"/>
              </a:spcBef>
              <a:spcAft>
                <a:spcPts val="0"/>
              </a:spcAft>
              <a:buClr>
                <a:srgbClr val="FFFFFF"/>
              </a:buClr>
              <a:buSzPts val="8800"/>
              <a:buFont typeface="Microsoft JhengHei"/>
              <a:buNone/>
            </a:pPr>
            <a:r>
              <a:rPr lang="en-US" sz="8800" err="1">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Microsoft JhengHei"/>
              </a:rPr>
              <a:t>また次回の授業でお会いしましょう</a:t>
            </a:r>
            <a:endParaRPr>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endParaRPr>
          </a:p>
        </p:txBody>
      </p:sp>
      <p:grpSp>
        <p:nvGrpSpPr>
          <p:cNvPr id="305" name="Google Shape;305;p19"/>
          <p:cNvGrpSpPr/>
          <p:nvPr/>
        </p:nvGrpSpPr>
        <p:grpSpPr>
          <a:xfrm>
            <a:off x="10521949" y="2253139"/>
            <a:ext cx="3340119" cy="4440061"/>
            <a:chOff x="-1" y="-2"/>
            <a:chExt cx="3340118" cy="4440059"/>
          </a:xfrm>
        </p:grpSpPr>
        <p:cxnSp>
          <p:nvCxnSpPr>
            <p:cNvPr id="306" name="Google Shape;306;p19"/>
            <p:cNvCxnSpPr/>
            <p:nvPr/>
          </p:nvCxnSpPr>
          <p:spPr>
            <a:xfrm rot="10800000">
              <a:off x="319467" y="1446531"/>
              <a:ext cx="1179133" cy="1"/>
            </a:xfrm>
            <a:prstGeom prst="straightConnector1">
              <a:avLst/>
            </a:prstGeom>
            <a:noFill/>
            <a:ln w="25400" cap="flat" cmpd="sng">
              <a:solidFill>
                <a:srgbClr val="FFFFFF"/>
              </a:solidFill>
              <a:prstDash val="dash"/>
              <a:bevel/>
              <a:headEnd type="none" w="sm" len="sm"/>
              <a:tailEnd type="oval" w="med" len="med"/>
            </a:ln>
          </p:spPr>
        </p:cxnSp>
        <p:grpSp>
          <p:nvGrpSpPr>
            <p:cNvPr id="307" name="Google Shape;307;p19"/>
            <p:cNvGrpSpPr/>
            <p:nvPr/>
          </p:nvGrpSpPr>
          <p:grpSpPr>
            <a:xfrm>
              <a:off x="-1" y="-2"/>
              <a:ext cx="3340118" cy="2879716"/>
              <a:chOff x="-1" y="-1"/>
              <a:chExt cx="3340117" cy="2879714"/>
            </a:xfrm>
          </p:grpSpPr>
          <p:sp>
            <p:nvSpPr>
              <p:cNvPr id="308" name="Google Shape;308;p19"/>
              <p:cNvSpPr/>
              <p:nvPr/>
            </p:nvSpPr>
            <p:spPr>
              <a:xfrm>
                <a:off x="-1" y="-1"/>
                <a:ext cx="3340117" cy="2879714"/>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09" name="Google Shape;309;p19"/>
              <p:cNvSpPr/>
              <p:nvPr/>
            </p:nvSpPr>
            <p:spPr>
              <a:xfrm>
                <a:off x="894020" y="719932"/>
                <a:ext cx="1495801" cy="1495801"/>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10" name="Google Shape;310;p19"/>
              <p:cNvSpPr/>
              <p:nvPr/>
            </p:nvSpPr>
            <p:spPr>
              <a:xfrm>
                <a:off x="140105" y="105120"/>
                <a:ext cx="3048625" cy="2628396"/>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noFill/>
              <a:ln w="12700" cap="flat" cmpd="sng">
                <a:solidFill>
                  <a:srgbClr val="7F7F7F"/>
                </a:solidFill>
                <a:prstDash val="dot"/>
                <a:bevel/>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grpSp>
        <p:sp>
          <p:nvSpPr>
            <p:cNvPr id="313" name="Google Shape;313;p19"/>
            <p:cNvSpPr txBox="1"/>
            <p:nvPr/>
          </p:nvSpPr>
          <p:spPr>
            <a:xfrm>
              <a:off x="244517" y="2606355"/>
              <a:ext cx="2839800" cy="1833702"/>
            </a:xfrm>
            <a:prstGeom prst="rect">
              <a:avLst/>
            </a:prstGeom>
            <a:noFill/>
            <a:ln>
              <a:noFill/>
            </a:ln>
          </p:spPr>
          <p:txBody>
            <a:bodyPr spcFirstLastPara="1" wrap="square" lIns="91350" tIns="91350" rIns="91350" bIns="91350" anchor="t" anchorCtr="0">
              <a:spAutoFit/>
            </a:bodyPr>
            <a:lstStyle/>
            <a:p>
              <a:pPr marL="0" marR="0" lvl="0" indent="0" algn="just" rtl="0">
                <a:lnSpc>
                  <a:spcPct val="100000"/>
                </a:lnSpc>
                <a:spcBef>
                  <a:spcPts val="0"/>
                </a:spcBef>
                <a:spcAft>
                  <a:spcPts val="0"/>
                </a:spcAft>
                <a:buClr>
                  <a:srgbClr val="4079B6"/>
                </a:buClr>
                <a:buSzPts val="10800"/>
                <a:buFont typeface="Microsoft Yahei"/>
                <a:buNone/>
              </a:pPr>
              <a:r>
                <a:rPr lang="en-US" sz="10800" b="1" i="0" u="none" strike="noStrike" cap="none" dirty="0">
                  <a:solidFill>
                    <a:srgbClr val="4079B6"/>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FC000"/>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D5229"/>
                  </a:solidFill>
                  <a:latin typeface="Microsoft Yahei"/>
                  <a:ea typeface="Microsoft Yahei"/>
                  <a:cs typeface="Microsoft Yahei"/>
                  <a:sym typeface="Microsoft Yahei"/>
                </a:rPr>
                <a:t>·</a:t>
              </a:r>
              <a:endParaRPr sz="1400" b="0" i="0" u="none" strike="noStrike" cap="none" dirty="0">
                <a:solidFill>
                  <a:srgbClr val="000000"/>
                </a:solidFill>
                <a:latin typeface="BIZ UDGothic" panose="020B0400000000000000" pitchFamily="33" charset="-128"/>
                <a:ea typeface="BIZ UDGothic" panose="020B0400000000000000" pitchFamily="33" charset="-128"/>
                <a:cs typeface="Arial"/>
                <a:sym typeface="Arial"/>
              </a:endParaRPr>
            </a:p>
          </p:txBody>
        </p:sp>
        <p:pic>
          <p:nvPicPr>
            <p:cNvPr id="314" name="Google Shape;314;p19" descr="Google Shape;425;p57"/>
            <p:cNvPicPr preferRelativeResize="0"/>
            <p:nvPr/>
          </p:nvPicPr>
          <p:blipFill rotWithShape="1">
            <a:blip r:embed="rId3">
              <a:alphaModFix/>
            </a:blip>
            <a:srcRect/>
            <a:stretch/>
          </p:blipFill>
          <p:spPr>
            <a:xfrm>
              <a:off x="725868" y="955041"/>
              <a:ext cx="1888364" cy="1062685"/>
            </a:xfrm>
            <a:prstGeom prst="rect">
              <a:avLst/>
            </a:prstGeom>
            <a:noFill/>
            <a:ln>
              <a:noFill/>
            </a:ln>
          </p:spPr>
        </p:pic>
      </p:grpSp>
    </p:spTree>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1DB"/>
      </a:accent5>
      <a:accent6>
        <a:srgbClr val="AE484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TM02900720[[fn=要素]]</Template>
  <TotalTime>590</TotalTime>
  <Words>1411</Words>
  <Application>Microsoft Office PowerPoint</Application>
  <PresentationFormat>ユーザー設定</PresentationFormat>
  <Paragraphs>111</Paragraphs>
  <Slides>14</Slides>
  <Notes>13</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14</vt:i4>
      </vt:variant>
    </vt:vector>
  </HeadingPairs>
  <TitlesOfParts>
    <vt:vector size="28" baseType="lpstr">
      <vt:lpstr>Microsoft JhengHei Light</vt:lpstr>
      <vt:lpstr>SimSun</vt:lpstr>
      <vt:lpstr>BIZ UDPGothic</vt:lpstr>
      <vt:lpstr>Gen Jyuu Gothic Bold</vt:lpstr>
      <vt:lpstr>BIZ UDGothic</vt:lpstr>
      <vt:lpstr>Calibri</vt:lpstr>
      <vt:lpstr>Wingdings 2</vt:lpstr>
      <vt:lpstr>Microsoft Yahei</vt:lpstr>
      <vt:lpstr>Gen Jyuu GothicL Bold</vt:lpstr>
      <vt:lpstr>Microsoft JhengHei</vt:lpstr>
      <vt:lpstr>HGPSoeiKakugothicUB</vt:lpstr>
      <vt:lpstr>Arial</vt:lpstr>
      <vt:lpstr>Calibri Light</vt:lpstr>
      <vt:lpstr>HDOfficeLightV0</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また次回の授業でお会いしましょう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嘉展 張</cp:lastModifiedBy>
  <cp:revision>2</cp:revision>
  <dcterms:modified xsi:type="dcterms:W3CDTF">2025-08-23T06:11:28Z</dcterms:modified>
</cp:coreProperties>
</file>