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62" r:id="rId3"/>
    <p:sldId id="365" r:id="rId4"/>
    <p:sldId id="367" r:id="rId5"/>
    <p:sldId id="363" r:id="rId6"/>
    <p:sldId id="345" r:id="rId7"/>
    <p:sldId id="358" r:id="rId8"/>
    <p:sldId id="346" r:id="rId9"/>
    <p:sldId id="347" r:id="rId10"/>
    <p:sldId id="368" r:id="rId11"/>
    <p:sldId id="354" r:id="rId12"/>
    <p:sldId id="343" r:id="rId13"/>
    <p:sldId id="342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8D1403-334F-4E5B-8F3A-41754D13746E}" v="38" dt="2025-08-23T06:07:02.6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3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61A3D83D-8E70-4168-93F8-664275C06C64}"/>
    <pc:docChg chg="undo custSel addSld delSld modSld sldOrd modMainMaster">
      <pc:chgData name="嘉展 張" userId="56c0cc265fef7f12" providerId="LiveId" clId="{61A3D83D-8E70-4168-93F8-664275C06C64}" dt="2025-07-09T08:50:25.732" v="856" actId="207"/>
      <pc:docMkLst>
        <pc:docMk/>
      </pc:docMkLst>
      <pc:sldChg chg="modSp mod">
        <pc:chgData name="嘉展 張" userId="56c0cc265fef7f12" providerId="LiveId" clId="{61A3D83D-8E70-4168-93F8-664275C06C64}" dt="2025-07-07T22:21:16.724" v="41" actId="20577"/>
        <pc:sldMkLst>
          <pc:docMk/>
          <pc:sldMk cId="1698366788" sldId="274"/>
        </pc:sldMkLst>
      </pc:sldChg>
      <pc:sldChg chg="del">
        <pc:chgData name="嘉展 張" userId="56c0cc265fef7f12" providerId="LiveId" clId="{61A3D83D-8E70-4168-93F8-664275C06C64}" dt="2025-07-09T08:38:51.651" v="661" actId="47"/>
        <pc:sldMkLst>
          <pc:docMk/>
          <pc:sldMk cId="516855969" sldId="328"/>
        </pc:sldMkLst>
      </pc:sldChg>
      <pc:sldChg chg="modSp del mod ord">
        <pc:chgData name="嘉展 張" userId="56c0cc265fef7f12" providerId="LiveId" clId="{61A3D83D-8E70-4168-93F8-664275C06C64}" dt="2025-07-09T08:36:52.758" v="629" actId="47"/>
        <pc:sldMkLst>
          <pc:docMk/>
          <pc:sldMk cId="1652940647" sldId="335"/>
        </pc:sldMkLst>
      </pc:sldChg>
      <pc:sldChg chg="modSp mod">
        <pc:chgData name="嘉展 張" userId="56c0cc265fef7f12" providerId="LiveId" clId="{61A3D83D-8E70-4168-93F8-664275C06C64}" dt="2025-07-09T08:37:56.642" v="658" actId="207"/>
        <pc:sldMkLst>
          <pc:docMk/>
          <pc:sldMk cId="3676040206" sldId="336"/>
        </pc:sldMkLst>
      </pc:sldChg>
      <pc:sldChg chg="modSp mod ord">
        <pc:chgData name="嘉展 張" userId="56c0cc265fef7f12" providerId="LiveId" clId="{61A3D83D-8E70-4168-93F8-664275C06C64}" dt="2025-07-09T08:36:46.609" v="628" actId="207"/>
        <pc:sldMkLst>
          <pc:docMk/>
          <pc:sldMk cId="2128628793" sldId="337"/>
        </pc:sldMkLst>
      </pc:sldChg>
      <pc:sldChg chg="modSp mod">
        <pc:chgData name="嘉展 張" userId="56c0cc265fef7f12" providerId="LiveId" clId="{61A3D83D-8E70-4168-93F8-664275C06C64}" dt="2025-07-09T08:47:51.529" v="819" actId="5793"/>
        <pc:sldMkLst>
          <pc:docMk/>
          <pc:sldMk cId="3383698067" sldId="342"/>
        </pc:sldMkLst>
      </pc:sldChg>
      <pc:sldChg chg="modSp mod">
        <pc:chgData name="嘉展 張" userId="56c0cc265fef7f12" providerId="LiveId" clId="{61A3D83D-8E70-4168-93F8-664275C06C64}" dt="2025-07-09T08:49:53.628" v="855" actId="207"/>
        <pc:sldMkLst>
          <pc:docMk/>
          <pc:sldMk cId="345017411" sldId="343"/>
        </pc:sldMkLst>
      </pc:sldChg>
      <pc:sldChg chg="addSp delSp modSp mod">
        <pc:chgData name="嘉展 張" userId="56c0cc265fef7f12" providerId="LiveId" clId="{61A3D83D-8E70-4168-93F8-664275C06C64}" dt="2025-07-09T08:50:25.732" v="856" actId="207"/>
        <pc:sldMkLst>
          <pc:docMk/>
          <pc:sldMk cId="3752334464" sldId="345"/>
        </pc:sldMkLst>
      </pc:sldChg>
      <pc:sldChg chg="addSp delSp modSp mod">
        <pc:chgData name="嘉展 張" userId="56c0cc265fef7f12" providerId="LiveId" clId="{61A3D83D-8E70-4168-93F8-664275C06C64}" dt="2025-07-09T08:44:55.675" v="778" actId="20577"/>
        <pc:sldMkLst>
          <pc:docMk/>
          <pc:sldMk cId="1115666099" sldId="346"/>
        </pc:sldMkLst>
      </pc:sldChg>
      <pc:sldChg chg="addSp delSp modSp mod">
        <pc:chgData name="嘉展 張" userId="56c0cc265fef7f12" providerId="LiveId" clId="{61A3D83D-8E70-4168-93F8-664275C06C64}" dt="2025-07-09T08:45:47.099" v="793"/>
        <pc:sldMkLst>
          <pc:docMk/>
          <pc:sldMk cId="3822570613" sldId="347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652490174" sldId="348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056490660" sldId="349"/>
        </pc:sldMkLst>
      </pc:sldChg>
      <pc:sldChg chg="del">
        <pc:chgData name="嘉展 張" userId="56c0cc265fef7f12" providerId="LiveId" clId="{61A3D83D-8E70-4168-93F8-664275C06C64}" dt="2025-07-09T08:37:50.990" v="657" actId="47"/>
        <pc:sldMkLst>
          <pc:docMk/>
          <pc:sldMk cId="1893602695" sldId="350"/>
        </pc:sldMkLst>
      </pc:sldChg>
      <pc:sldChg chg="modSp add mod ord">
        <pc:chgData name="嘉展 張" userId="56c0cc265fef7f12" providerId="LiveId" clId="{61A3D83D-8E70-4168-93F8-664275C06C64}" dt="2025-07-09T08:36:58.667" v="633" actId="207"/>
        <pc:sldMkLst>
          <pc:docMk/>
          <pc:sldMk cId="732333138" sldId="351"/>
        </pc:sldMkLst>
      </pc:sldChg>
      <pc:sldChg chg="add">
        <pc:chgData name="嘉展 張" userId="56c0cc265fef7f12" providerId="LiveId" clId="{61A3D83D-8E70-4168-93F8-664275C06C64}" dt="2025-07-09T08:37:49.462" v="656"/>
        <pc:sldMkLst>
          <pc:docMk/>
          <pc:sldMk cId="838783306" sldId="352"/>
        </pc:sldMkLst>
      </pc:sldChg>
      <pc:sldChg chg="modSp add mod">
        <pc:chgData name="嘉展 張" userId="56c0cc265fef7f12" providerId="LiveId" clId="{61A3D83D-8E70-4168-93F8-664275C06C64}" dt="2025-07-09T08:44:59.889" v="784" actId="20577"/>
        <pc:sldMkLst>
          <pc:docMk/>
          <pc:sldMk cId="1406075394" sldId="353"/>
        </pc:sldMkLst>
      </pc:sldChg>
      <pc:sldChg chg="modSp add mod">
        <pc:chgData name="嘉展 張" userId="56c0cc265fef7f12" providerId="LiveId" clId="{61A3D83D-8E70-4168-93F8-664275C06C64}" dt="2025-07-09T08:46:38.988" v="804" actId="15"/>
        <pc:sldMkLst>
          <pc:docMk/>
          <pc:sldMk cId="2503062332" sldId="354"/>
        </pc:sldMkLst>
      </pc:sldChg>
      <pc:sldChg chg="addSp delSp modSp add mod">
        <pc:chgData name="嘉展 張" userId="56c0cc265fef7f12" providerId="LiveId" clId="{61A3D83D-8E70-4168-93F8-664275C06C64}" dt="2025-07-09T08:47:25.416" v="812"/>
        <pc:sldMkLst>
          <pc:docMk/>
          <pc:sldMk cId="2169278876" sldId="355"/>
        </pc:sldMkLst>
      </pc:sldChg>
      <pc:sldMasterChg chg="modSldLayout">
        <pc:chgData name="嘉展 張" userId="56c0cc265fef7f12" providerId="LiveId" clId="{61A3D83D-8E70-4168-93F8-664275C06C64}" dt="2025-07-07T22:46:29.148" v="596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61A3D83D-8E70-4168-93F8-664275C06C64}" dt="2025-07-07T22:46:29.148" v="596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28D1403-334F-4E5B-8F3A-41754D13746E}"/>
    <pc:docChg chg="undo redo custSel addSld delSld modSld sldOrd">
      <pc:chgData name="嘉展 張" userId="56c0cc265fef7f12" providerId="LiveId" clId="{828D1403-334F-4E5B-8F3A-41754D13746E}" dt="2025-08-23T06:07:33.005" v="593"/>
      <pc:docMkLst>
        <pc:docMk/>
      </pc:docMkLst>
      <pc:sldChg chg="modSp mod">
        <pc:chgData name="嘉展 張" userId="56c0cc265fef7f12" providerId="LiveId" clId="{828D1403-334F-4E5B-8F3A-41754D13746E}" dt="2025-08-23T05:55:05.373" v="514" actId="6549"/>
        <pc:sldMkLst>
          <pc:docMk/>
          <pc:sldMk cId="3752334464" sldId="345"/>
        </pc:sldMkLst>
        <pc:spChg chg="mod">
          <ac:chgData name="嘉展 張" userId="56c0cc265fef7f12" providerId="LiveId" clId="{828D1403-334F-4E5B-8F3A-41754D13746E}" dt="2025-08-23T05:55:05.373" v="514" actId="6549"/>
          <ac:spMkLst>
            <pc:docMk/>
            <pc:sldMk cId="3752334464" sldId="345"/>
            <ac:spMk id="3" creationId="{28F0A653-E125-10F4-6790-C8025C1EBB43}"/>
          </ac:spMkLst>
        </pc:spChg>
      </pc:sldChg>
      <pc:sldChg chg="modSp mod">
        <pc:chgData name="嘉展 張" userId="56c0cc265fef7f12" providerId="LiveId" clId="{828D1403-334F-4E5B-8F3A-41754D13746E}" dt="2025-08-23T06:05:41.905" v="567"/>
        <pc:sldMkLst>
          <pc:docMk/>
          <pc:sldMk cId="1115666099" sldId="346"/>
        </pc:sldMkLst>
        <pc:spChg chg="mod">
          <ac:chgData name="嘉展 張" userId="56c0cc265fef7f12" providerId="LiveId" clId="{828D1403-334F-4E5B-8F3A-41754D13746E}" dt="2025-08-23T06:05:41.905" v="567"/>
          <ac:spMkLst>
            <pc:docMk/>
            <pc:sldMk cId="1115666099" sldId="346"/>
            <ac:spMk id="2" creationId="{B496C4D5-B9D6-E310-239F-160421EC28E2}"/>
          </ac:spMkLst>
        </pc:spChg>
      </pc:sldChg>
      <pc:sldChg chg="modSp mod">
        <pc:chgData name="嘉展 張" userId="56c0cc265fef7f12" providerId="LiveId" clId="{828D1403-334F-4E5B-8F3A-41754D13746E}" dt="2025-08-23T05:56:39.980" v="565" actId="20577"/>
        <pc:sldMkLst>
          <pc:docMk/>
          <pc:sldMk cId="3822570613" sldId="347"/>
        </pc:sldMkLst>
        <pc:spChg chg="mod">
          <ac:chgData name="嘉展 張" userId="56c0cc265fef7f12" providerId="LiveId" clId="{828D1403-334F-4E5B-8F3A-41754D13746E}" dt="2025-08-23T05:56:39.980" v="565" actId="20577"/>
          <ac:spMkLst>
            <pc:docMk/>
            <pc:sldMk cId="3822570613" sldId="347"/>
            <ac:spMk id="4" creationId="{7CF0AAA5-7B5F-5A35-EF73-2142F862E9C8}"/>
          </ac:spMkLst>
        </pc:spChg>
      </pc:sldChg>
      <pc:sldChg chg="del">
        <pc:chgData name="嘉展 張" userId="56c0cc265fef7f12" providerId="LiveId" clId="{828D1403-334F-4E5B-8F3A-41754D13746E}" dt="2025-08-23T03:22:26.136" v="203" actId="47"/>
        <pc:sldMkLst>
          <pc:docMk/>
          <pc:sldMk cId="732333138" sldId="351"/>
        </pc:sldMkLst>
      </pc:sldChg>
      <pc:sldChg chg="addSp modSp mod">
        <pc:chgData name="嘉展 張" userId="56c0cc265fef7f12" providerId="LiveId" clId="{828D1403-334F-4E5B-8F3A-41754D13746E}" dt="2025-08-23T06:07:27.149" v="591"/>
        <pc:sldMkLst>
          <pc:docMk/>
          <pc:sldMk cId="2503062332" sldId="354"/>
        </pc:sldMkLst>
        <pc:spChg chg="mod">
          <ac:chgData name="嘉展 張" userId="56c0cc265fef7f12" providerId="LiveId" clId="{828D1403-334F-4E5B-8F3A-41754D13746E}" dt="2025-08-23T06:06:16.278" v="579" actId="20577"/>
          <ac:spMkLst>
            <pc:docMk/>
            <pc:sldMk cId="2503062332" sldId="354"/>
            <ac:spMk id="2" creationId="{811F5A94-0B0C-504F-DC25-BE08E6B5923F}"/>
          </ac:spMkLst>
        </pc:spChg>
        <pc:spChg chg="add mod">
          <ac:chgData name="嘉展 張" userId="56c0cc265fef7f12" providerId="LiveId" clId="{828D1403-334F-4E5B-8F3A-41754D13746E}" dt="2025-08-23T06:07:14.128" v="589"/>
          <ac:spMkLst>
            <pc:docMk/>
            <pc:sldMk cId="2503062332" sldId="354"/>
            <ac:spMk id="3" creationId="{D5192F68-A867-B47C-5B64-0C0D35ED3408}"/>
          </ac:spMkLst>
        </pc:spChg>
        <pc:spChg chg="add mod">
          <ac:chgData name="嘉展 張" userId="56c0cc265fef7f12" providerId="LiveId" clId="{828D1403-334F-4E5B-8F3A-41754D13746E}" dt="2025-08-23T06:07:21.260" v="590"/>
          <ac:spMkLst>
            <pc:docMk/>
            <pc:sldMk cId="2503062332" sldId="354"/>
            <ac:spMk id="4" creationId="{802FED8E-7ABD-8E91-035A-7DF446802FCB}"/>
          </ac:spMkLst>
        </pc:spChg>
        <pc:spChg chg="add mod">
          <ac:chgData name="嘉展 張" userId="56c0cc265fef7f12" providerId="LiveId" clId="{828D1403-334F-4E5B-8F3A-41754D13746E}" dt="2025-08-23T06:07:27.149" v="591"/>
          <ac:spMkLst>
            <pc:docMk/>
            <pc:sldMk cId="2503062332" sldId="354"/>
            <ac:spMk id="5" creationId="{829BF672-06BB-304C-2E9F-559C779B315A}"/>
          </ac:spMkLst>
        </pc:spChg>
      </pc:sldChg>
      <pc:sldChg chg="del">
        <pc:chgData name="嘉展 張" userId="56c0cc265fef7f12" providerId="LiveId" clId="{828D1403-334F-4E5B-8F3A-41754D13746E}" dt="2025-08-23T05:56:54.696" v="566" actId="47"/>
        <pc:sldMkLst>
          <pc:docMk/>
          <pc:sldMk cId="2169278876" sldId="355"/>
        </pc:sldMkLst>
      </pc:sldChg>
      <pc:sldChg chg="modSp mod">
        <pc:chgData name="嘉展 張" userId="56c0cc265fef7f12" providerId="LiveId" clId="{828D1403-334F-4E5B-8F3A-41754D13746E}" dt="2025-08-23T05:55:24.706" v="529" actId="6549"/>
        <pc:sldMkLst>
          <pc:docMk/>
          <pc:sldMk cId="4193172206" sldId="358"/>
        </pc:sldMkLst>
        <pc:spChg chg="mod">
          <ac:chgData name="嘉展 張" userId="56c0cc265fef7f12" providerId="LiveId" clId="{828D1403-334F-4E5B-8F3A-41754D13746E}" dt="2025-08-23T05:55:24.706" v="529" actId="6549"/>
          <ac:spMkLst>
            <pc:docMk/>
            <pc:sldMk cId="4193172206" sldId="358"/>
            <ac:spMk id="3" creationId="{CE42E57B-1BE0-21FA-52A0-358900141028}"/>
          </ac:spMkLst>
        </pc:spChg>
      </pc:sldChg>
      <pc:sldChg chg="addSp modSp del">
        <pc:chgData name="嘉展 張" userId="56c0cc265fef7f12" providerId="LiveId" clId="{828D1403-334F-4E5B-8F3A-41754D13746E}" dt="2025-08-23T03:12:50.660" v="3" actId="47"/>
        <pc:sldMkLst>
          <pc:docMk/>
          <pc:sldMk cId="3585428774" sldId="359"/>
        </pc:sldMkLst>
        <pc:spChg chg="add mod">
          <ac:chgData name="嘉展 張" userId="56c0cc265fef7f12" providerId="LiveId" clId="{828D1403-334F-4E5B-8F3A-41754D13746E}" dt="2025-08-23T03:12:36.510" v="0"/>
          <ac:spMkLst>
            <pc:docMk/>
            <pc:sldMk cId="3585428774" sldId="359"/>
            <ac:spMk id="3" creationId="{179565D5-0880-3E20-ED36-0F20567D7B70}"/>
          </ac:spMkLst>
        </pc:spChg>
      </pc:sldChg>
      <pc:sldChg chg="addSp modSp mod">
        <pc:chgData name="嘉展 張" userId="56c0cc265fef7f12" providerId="LiveId" clId="{828D1403-334F-4E5B-8F3A-41754D13746E}" dt="2025-08-23T03:24:58.627" v="330"/>
        <pc:sldMkLst>
          <pc:docMk/>
          <pc:sldMk cId="2643400217" sldId="362"/>
        </pc:sldMkLst>
        <pc:spChg chg="add mod">
          <ac:chgData name="嘉展 張" userId="56c0cc265fef7f12" providerId="LiveId" clId="{828D1403-334F-4E5B-8F3A-41754D13746E}" dt="2025-08-23T03:24:36.025" v="329" actId="20577"/>
          <ac:spMkLst>
            <pc:docMk/>
            <pc:sldMk cId="2643400217" sldId="362"/>
            <ac:spMk id="3" creationId="{2AB87494-6C02-2849-8A41-133895391394}"/>
          </ac:spMkLst>
        </pc:spChg>
        <pc:spChg chg="mod">
          <ac:chgData name="嘉展 張" userId="56c0cc265fef7f12" providerId="LiveId" clId="{828D1403-334F-4E5B-8F3A-41754D13746E}" dt="2025-08-23T03:24:58.627" v="330"/>
          <ac:spMkLst>
            <pc:docMk/>
            <pc:sldMk cId="2643400217" sldId="362"/>
            <ac:spMk id="9" creationId="{F7BB4E96-6DE2-42B9-D76A-6C1DFD3412D9}"/>
          </ac:spMkLst>
        </pc:spChg>
      </pc:sldChg>
      <pc:sldChg chg="addSp modSp mod">
        <pc:chgData name="嘉展 張" userId="56c0cc265fef7f12" providerId="LiveId" clId="{828D1403-334F-4E5B-8F3A-41754D13746E}" dt="2025-08-23T05:54:43.461" v="508" actId="113"/>
        <pc:sldMkLst>
          <pc:docMk/>
          <pc:sldMk cId="1308011151" sldId="363"/>
        </pc:sldMkLst>
        <pc:spChg chg="add mod">
          <ac:chgData name="嘉展 張" userId="56c0cc265fef7f12" providerId="LiveId" clId="{828D1403-334F-4E5B-8F3A-41754D13746E}" dt="2025-08-23T05:06:51.106" v="431" actId="1076"/>
          <ac:spMkLst>
            <pc:docMk/>
            <pc:sldMk cId="1308011151" sldId="363"/>
            <ac:spMk id="3" creationId="{0E729216-2AEA-0CE2-7557-EFD9EEA8F0F7}"/>
          </ac:spMkLst>
        </pc:spChg>
        <pc:spChg chg="add mod">
          <ac:chgData name="嘉展 張" userId="56c0cc265fef7f12" providerId="LiveId" clId="{828D1403-334F-4E5B-8F3A-41754D13746E}" dt="2025-08-23T05:07:00.321" v="458" actId="20577"/>
          <ac:spMkLst>
            <pc:docMk/>
            <pc:sldMk cId="1308011151" sldId="363"/>
            <ac:spMk id="4" creationId="{8EC6C774-1532-4643-97E5-E0F1985C93FF}"/>
          </ac:spMkLst>
        </pc:spChg>
        <pc:spChg chg="add mod">
          <ac:chgData name="嘉展 張" userId="56c0cc265fef7f12" providerId="LiveId" clId="{828D1403-334F-4E5B-8F3A-41754D13746E}" dt="2025-08-23T05:07:12.291" v="485" actId="1076"/>
          <ac:spMkLst>
            <pc:docMk/>
            <pc:sldMk cId="1308011151" sldId="363"/>
            <ac:spMk id="5" creationId="{F432E298-F3CE-0535-B07D-7A6418C7F5B8}"/>
          </ac:spMkLst>
        </pc:spChg>
        <pc:spChg chg="add mod">
          <ac:chgData name="嘉展 張" userId="56c0cc265fef7f12" providerId="LiveId" clId="{828D1403-334F-4E5B-8F3A-41754D13746E}" dt="2025-08-23T05:07:30.205" v="505" actId="20577"/>
          <ac:spMkLst>
            <pc:docMk/>
            <pc:sldMk cId="1308011151" sldId="363"/>
            <ac:spMk id="6" creationId="{DD9EF156-CAA9-04AC-967A-761742A1D0A5}"/>
          </ac:spMkLst>
        </pc:spChg>
        <pc:spChg chg="add mod">
          <ac:chgData name="嘉展 張" userId="56c0cc265fef7f12" providerId="LiveId" clId="{828D1403-334F-4E5B-8F3A-41754D13746E}" dt="2025-08-23T05:54:43.461" v="508" actId="113"/>
          <ac:spMkLst>
            <pc:docMk/>
            <pc:sldMk cId="1308011151" sldId="363"/>
            <ac:spMk id="7" creationId="{A111A7C1-DDC4-883F-367E-C5E3E291F82F}"/>
          </ac:spMkLst>
        </pc:spChg>
        <pc:spChg chg="mod">
          <ac:chgData name="嘉展 張" userId="56c0cc265fef7f12" providerId="LiveId" clId="{828D1403-334F-4E5B-8F3A-41754D13746E}" dt="2025-08-23T03:27:51.508" v="394" actId="20577"/>
          <ac:spMkLst>
            <pc:docMk/>
            <pc:sldMk cId="1308011151" sldId="363"/>
            <ac:spMk id="9" creationId="{10B03C59-5F50-9038-F54C-6FE444FF1D7C}"/>
          </ac:spMkLst>
        </pc:spChg>
      </pc:sldChg>
      <pc:sldChg chg="add del">
        <pc:chgData name="嘉展 張" userId="56c0cc265fef7f12" providerId="LiveId" clId="{828D1403-334F-4E5B-8F3A-41754D13746E}" dt="2025-08-23T03:22:19.825" v="201" actId="47"/>
        <pc:sldMkLst>
          <pc:docMk/>
          <pc:sldMk cId="990088479" sldId="364"/>
        </pc:sldMkLst>
      </pc:sldChg>
      <pc:sldChg chg="addSp delSp modSp add mod">
        <pc:chgData name="嘉展 張" userId="56c0cc265fef7f12" providerId="LiveId" clId="{828D1403-334F-4E5B-8F3A-41754D13746E}" dt="2025-08-23T03:25:08.652" v="333"/>
        <pc:sldMkLst>
          <pc:docMk/>
          <pc:sldMk cId="1127742159" sldId="365"/>
        </pc:sldMkLst>
        <pc:spChg chg="del mod">
          <ac:chgData name="嘉展 張" userId="56c0cc265fef7f12" providerId="LiveId" clId="{828D1403-334F-4E5B-8F3A-41754D13746E}" dt="2025-08-23T03:25:08.319" v="332" actId="478"/>
          <ac:spMkLst>
            <pc:docMk/>
            <pc:sldMk cId="1127742159" sldId="365"/>
            <ac:spMk id="3" creationId="{D9F642CF-C4D8-97E2-55F0-63125C05CED2}"/>
          </ac:spMkLst>
        </pc:spChg>
        <pc:spChg chg="add mod">
          <ac:chgData name="嘉展 張" userId="56c0cc265fef7f12" providerId="LiveId" clId="{828D1403-334F-4E5B-8F3A-41754D13746E}" dt="2025-08-23T03:21:40.504" v="174" actId="1076"/>
          <ac:spMkLst>
            <pc:docMk/>
            <pc:sldMk cId="1127742159" sldId="365"/>
            <ac:spMk id="4" creationId="{2905C8A4-D6EA-A147-018D-D3024F2CDFC1}"/>
          </ac:spMkLst>
        </pc:spChg>
        <pc:spChg chg="add mod">
          <ac:chgData name="嘉展 張" userId="56c0cc265fef7f12" providerId="LiveId" clId="{828D1403-334F-4E5B-8F3A-41754D13746E}" dt="2025-08-23T03:21:50.669" v="177" actId="20577"/>
          <ac:spMkLst>
            <pc:docMk/>
            <pc:sldMk cId="1127742159" sldId="365"/>
            <ac:spMk id="5" creationId="{641BE382-E0E9-7BA3-CC67-4A29723A0967}"/>
          </ac:spMkLst>
        </pc:spChg>
        <pc:spChg chg="add mod">
          <ac:chgData name="嘉展 張" userId="56c0cc265fef7f12" providerId="LiveId" clId="{828D1403-334F-4E5B-8F3A-41754D13746E}" dt="2025-08-23T03:21:59.258" v="178"/>
          <ac:spMkLst>
            <pc:docMk/>
            <pc:sldMk cId="1127742159" sldId="365"/>
            <ac:spMk id="6" creationId="{05DF14CC-237B-B525-4106-A53E81BBBFDD}"/>
          </ac:spMkLst>
        </pc:spChg>
        <pc:spChg chg="add mod">
          <ac:chgData name="嘉展 張" userId="56c0cc265fef7f12" providerId="LiveId" clId="{828D1403-334F-4E5B-8F3A-41754D13746E}" dt="2025-08-23T03:22:06.856" v="179"/>
          <ac:spMkLst>
            <pc:docMk/>
            <pc:sldMk cId="1127742159" sldId="365"/>
            <ac:spMk id="7" creationId="{37ABAB1C-7BAB-DEF2-1E76-314FFA4EEF98}"/>
          </ac:spMkLst>
        </pc:spChg>
        <pc:spChg chg="add mod">
          <ac:chgData name="嘉展 張" userId="56c0cc265fef7f12" providerId="LiveId" clId="{828D1403-334F-4E5B-8F3A-41754D13746E}" dt="2025-08-23T03:22:17.726" v="200" actId="1076"/>
          <ac:spMkLst>
            <pc:docMk/>
            <pc:sldMk cId="1127742159" sldId="365"/>
            <ac:spMk id="8" creationId="{376054F7-6B2D-D4D4-1C8B-DCF12D3012EE}"/>
          </ac:spMkLst>
        </pc:spChg>
        <pc:spChg chg="add mod">
          <ac:chgData name="嘉展 張" userId="56c0cc265fef7f12" providerId="LiveId" clId="{828D1403-334F-4E5B-8F3A-41754D13746E}" dt="2025-08-23T03:25:08.652" v="333"/>
          <ac:spMkLst>
            <pc:docMk/>
            <pc:sldMk cId="1127742159" sldId="365"/>
            <ac:spMk id="10" creationId="{0394EE6D-8B2E-F75A-28A7-B17CA95405D2}"/>
          </ac:spMkLst>
        </pc:spChg>
      </pc:sldChg>
      <pc:sldChg chg="add del">
        <pc:chgData name="嘉展 張" userId="56c0cc265fef7f12" providerId="LiveId" clId="{828D1403-334F-4E5B-8F3A-41754D13746E}" dt="2025-08-23T05:54:57.964" v="513" actId="47"/>
        <pc:sldMkLst>
          <pc:docMk/>
          <pc:sldMk cId="3802305903" sldId="366"/>
        </pc:sldMkLst>
      </pc:sldChg>
      <pc:sldChg chg="add del ord">
        <pc:chgData name="嘉展 張" userId="56c0cc265fef7f12" providerId="LiveId" clId="{828D1403-334F-4E5B-8F3A-41754D13746E}" dt="2025-08-23T05:54:53.882" v="512"/>
        <pc:sldMkLst>
          <pc:docMk/>
          <pc:sldMk cId="3075564086" sldId="367"/>
        </pc:sldMkLst>
      </pc:sldChg>
      <pc:sldChg chg="add ord">
        <pc:chgData name="嘉展 張" userId="56c0cc265fef7f12" providerId="LiveId" clId="{828D1403-334F-4E5B-8F3A-41754D13746E}" dt="2025-08-23T06:07:33.005" v="593"/>
        <pc:sldMkLst>
          <pc:docMk/>
          <pc:sldMk cId="553734875" sldId="368"/>
        </pc:sldMkLst>
      </pc:sld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addSp modSp mod">
        <pc:chgData name="嘉展 張" userId="56c0cc265fef7f12" providerId="LiveId" clId="{7F69A522-7DAF-4A02-BC46-5EFA4FA51996}" dt="2025-07-07T07:12:49.739" v="133" actId="6549"/>
        <pc:sldMkLst>
          <pc:docMk/>
          <pc:sldMk cId="1698366788" sldId="274"/>
        </pc:sldMkLst>
      </pc:sldChg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59.783" v="1614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  <pc:sldMasterChg chg="modSldLayout">
        <pc:chgData name="嘉展 張" userId="56c0cc265fef7f12" providerId="LiveId" clId="{7F69A522-7DAF-4A02-BC46-5EFA4FA51996}" dt="2025-07-07T06:57:29.419" v="122" actId="20577"/>
        <pc:sldMasterMkLst>
          <pc:docMk/>
          <pc:sldMasterMk cId="2733321511" sldId="2147483688"/>
        </pc:sldMasterMkLst>
        <pc:sldLayoutChg chg="delSp mod">
          <pc:chgData name="嘉展 張" userId="56c0cc265fef7f12" providerId="LiveId" clId="{7F69A522-7DAF-4A02-BC46-5EFA4FA51996}" dt="2025-07-07T04:33:12.003" v="0" actId="21"/>
          <pc:sldLayoutMkLst>
            <pc:docMk/>
            <pc:sldMasterMk cId="2733321511" sldId="2147483688"/>
            <pc:sldLayoutMk cId="810264706" sldId="2147483689"/>
          </pc:sldLayoutMkLst>
        </pc:sldLayoutChg>
        <pc:sldLayoutChg chg="modSp mod">
          <pc:chgData name="嘉展 張" userId="56c0cc265fef7f12" providerId="LiveId" clId="{7F69A522-7DAF-4A02-BC46-5EFA4FA51996}" dt="2025-07-07T06:57:29.419" v="12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CA2D70FC-5C55-47B2-99B4-B3F2BD8F9BEE}"/>
    <pc:docChg chg="undo custSel addSld delSld modSld sldOrd modMainMaster">
      <pc:chgData name="嘉展 張" userId="56c0cc265fef7f12" providerId="LiveId" clId="{CA2D70FC-5C55-47B2-99B4-B3F2BD8F9BEE}" dt="2025-07-09T09:08:13.713" v="221" actId="207"/>
      <pc:docMkLst>
        <pc:docMk/>
      </pc:docMkLst>
      <pc:sldChg chg="modSp mod">
        <pc:chgData name="嘉展 張" userId="56c0cc265fef7f12" providerId="LiveId" clId="{CA2D70FC-5C55-47B2-99B4-B3F2BD8F9BEE}" dt="2025-07-09T08:53:37.299" v="38"/>
        <pc:sldMkLst>
          <pc:docMk/>
          <pc:sldMk cId="1698366788" sldId="274"/>
        </pc:sldMkLst>
      </pc:sldChg>
      <pc:sldChg chg="modSp mod">
        <pc:chgData name="嘉展 張" userId="56c0cc265fef7f12" providerId="LiveId" clId="{CA2D70FC-5C55-47B2-99B4-B3F2BD8F9BEE}" dt="2025-07-09T09:00:47.384" v="157" actId="207"/>
        <pc:sldMkLst>
          <pc:docMk/>
          <pc:sldMk cId="3676040206" sldId="336"/>
        </pc:sldMkLst>
      </pc:sldChg>
      <pc:sldChg chg="del">
        <pc:chgData name="嘉展 張" userId="56c0cc265fef7f12" providerId="LiveId" clId="{CA2D70FC-5C55-47B2-99B4-B3F2BD8F9BEE}" dt="2025-07-09T08:58:04.032" v="107" actId="47"/>
        <pc:sldMkLst>
          <pc:docMk/>
          <pc:sldMk cId="2128628793" sldId="337"/>
        </pc:sldMkLst>
      </pc:sldChg>
      <pc:sldChg chg="modSp mod">
        <pc:chgData name="嘉展 張" userId="56c0cc265fef7f12" providerId="LiveId" clId="{CA2D70FC-5C55-47B2-99B4-B3F2BD8F9BEE}" dt="2025-07-09T09:07:36.283" v="220" actId="20577"/>
        <pc:sldMkLst>
          <pc:docMk/>
          <pc:sldMk cId="3383698067" sldId="342"/>
        </pc:sldMkLst>
      </pc:sldChg>
      <pc:sldChg chg="modSp mod ord">
        <pc:chgData name="嘉展 張" userId="56c0cc265fef7f12" providerId="LiveId" clId="{CA2D70FC-5C55-47B2-99B4-B3F2BD8F9BEE}" dt="2025-07-09T09:07:28.375" v="218" actId="20577"/>
        <pc:sldMkLst>
          <pc:docMk/>
          <pc:sldMk cId="345017411" sldId="343"/>
        </pc:sldMkLst>
      </pc:sldChg>
      <pc:sldChg chg="modSp mod">
        <pc:chgData name="嘉展 張" userId="56c0cc265fef7f12" providerId="LiveId" clId="{CA2D70FC-5C55-47B2-99B4-B3F2BD8F9BEE}" dt="2025-07-09T09:01:08.659" v="159" actId="15"/>
        <pc:sldMkLst>
          <pc:docMk/>
          <pc:sldMk cId="3752334464" sldId="345"/>
        </pc:sldMkLst>
      </pc:sldChg>
      <pc:sldChg chg="modSp mod">
        <pc:chgData name="嘉展 張" userId="56c0cc265fef7f12" providerId="LiveId" clId="{CA2D70FC-5C55-47B2-99B4-B3F2BD8F9BEE}" dt="2025-07-09T09:03:30.405" v="167" actId="15"/>
        <pc:sldMkLst>
          <pc:docMk/>
          <pc:sldMk cId="1115666099" sldId="346"/>
        </pc:sldMkLst>
      </pc:sldChg>
      <pc:sldChg chg="modSp mod">
        <pc:chgData name="嘉展 張" userId="56c0cc265fef7f12" providerId="LiveId" clId="{CA2D70FC-5C55-47B2-99B4-B3F2BD8F9BEE}" dt="2025-07-09T09:04:04.880" v="171"/>
        <pc:sldMkLst>
          <pc:docMk/>
          <pc:sldMk cId="3822570613" sldId="347"/>
        </pc:sldMkLst>
      </pc:sldChg>
      <pc:sldChg chg="modSp mod">
        <pc:chgData name="嘉展 張" userId="56c0cc265fef7f12" providerId="LiveId" clId="{CA2D70FC-5C55-47B2-99B4-B3F2BD8F9BEE}" dt="2025-07-09T08:58:00.156" v="106" actId="207"/>
        <pc:sldMkLst>
          <pc:docMk/>
          <pc:sldMk cId="732333138" sldId="351"/>
        </pc:sldMkLst>
      </pc:sldChg>
      <pc:sldChg chg="del">
        <pc:chgData name="嘉展 張" userId="56c0cc265fef7f12" providerId="LiveId" clId="{CA2D70FC-5C55-47B2-99B4-B3F2BD8F9BEE}" dt="2025-07-09T08:59:58.138" v="140" actId="47"/>
        <pc:sldMkLst>
          <pc:docMk/>
          <pc:sldMk cId="838783306" sldId="352"/>
        </pc:sldMkLst>
      </pc:sldChg>
      <pc:sldChg chg="del">
        <pc:chgData name="嘉展 張" userId="56c0cc265fef7f12" providerId="LiveId" clId="{CA2D70FC-5C55-47B2-99B4-B3F2BD8F9BEE}" dt="2025-07-09T09:01:18.660" v="162" actId="47"/>
        <pc:sldMkLst>
          <pc:docMk/>
          <pc:sldMk cId="1406075394" sldId="353"/>
        </pc:sldMkLst>
      </pc:sldChg>
      <pc:sldChg chg="modSp mod">
        <pc:chgData name="嘉展 張" userId="56c0cc265fef7f12" providerId="LiveId" clId="{CA2D70FC-5C55-47B2-99B4-B3F2BD8F9BEE}" dt="2025-07-09T09:04:26.024" v="173" actId="15"/>
        <pc:sldMkLst>
          <pc:docMk/>
          <pc:sldMk cId="2503062332" sldId="354"/>
        </pc:sldMkLst>
      </pc:sldChg>
      <pc:sldChg chg="modSp mod">
        <pc:chgData name="嘉展 張" userId="56c0cc265fef7f12" providerId="LiveId" clId="{CA2D70FC-5C55-47B2-99B4-B3F2BD8F9BEE}" dt="2025-07-09T09:04:52.828" v="176"/>
        <pc:sldMkLst>
          <pc:docMk/>
          <pc:sldMk cId="2169278876" sldId="355"/>
        </pc:sldMkLst>
      </pc:sldChg>
      <pc:sldChg chg="add">
        <pc:chgData name="嘉展 張" userId="56c0cc265fef7f12" providerId="LiveId" clId="{CA2D70FC-5C55-47B2-99B4-B3F2BD8F9BEE}" dt="2025-07-09T08:57:55.575" v="105"/>
        <pc:sldMkLst>
          <pc:docMk/>
          <pc:sldMk cId="3052656619" sldId="356"/>
        </pc:sldMkLst>
      </pc:sldChg>
      <pc:sldChg chg="add">
        <pc:chgData name="嘉展 張" userId="56c0cc265fef7f12" providerId="LiveId" clId="{CA2D70FC-5C55-47B2-99B4-B3F2BD8F9BEE}" dt="2025-07-09T09:00:43.843" v="156"/>
        <pc:sldMkLst>
          <pc:docMk/>
          <pc:sldMk cId="185642437" sldId="357"/>
        </pc:sldMkLst>
      </pc:sldChg>
      <pc:sldChg chg="addSp modSp add mod">
        <pc:chgData name="嘉展 張" userId="56c0cc265fef7f12" providerId="LiveId" clId="{CA2D70FC-5C55-47B2-99B4-B3F2BD8F9BEE}" dt="2025-07-09T09:08:13.713" v="221" actId="207"/>
        <pc:sldMkLst>
          <pc:docMk/>
          <pc:sldMk cId="4193172206" sldId="358"/>
        </pc:sldMkLst>
      </pc:sldChg>
      <pc:sldMasterChg chg="modSldLayout">
        <pc:chgData name="嘉展 張" userId="56c0cc265fef7f12" providerId="LiveId" clId="{CA2D70FC-5C55-47B2-99B4-B3F2BD8F9BEE}" dt="2025-07-09T08:54:19.509" v="64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CA2D70FC-5C55-47B2-99B4-B3F2BD8F9BEE}" dt="2025-07-09T08:54:19.509" v="64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71B63E1-5688-4BC9-A264-EFDDC7298B48}"/>
    <pc:docChg chg="undo custSel addSld delSld modSld modMainMaster">
      <pc:chgData name="嘉展 張" userId="56c0cc265fef7f12" providerId="LiveId" clId="{871B63E1-5688-4BC9-A264-EFDDC7298B48}" dt="2025-08-20T12:40:35.280" v="193"/>
      <pc:docMkLst>
        <pc:docMk/>
      </pc:docMkLst>
      <pc:sldChg chg="modSp mod">
        <pc:chgData name="嘉展 張" userId="56c0cc265fef7f12" providerId="LiveId" clId="{871B63E1-5688-4BC9-A264-EFDDC7298B48}" dt="2025-07-11T23:13:48.171" v="11"/>
        <pc:sldMkLst>
          <pc:docMk/>
          <pc:sldMk cId="1698366788" sldId="274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3676040206" sldId="336"/>
        </pc:sldMkLst>
      </pc:sldChg>
      <pc:sldChg chg="modSp mod">
        <pc:chgData name="嘉展 張" userId="56c0cc265fef7f12" providerId="LiveId" clId="{871B63E1-5688-4BC9-A264-EFDDC7298B48}" dt="2025-07-12T16:18:46.323" v="192" actId="6549"/>
        <pc:sldMkLst>
          <pc:docMk/>
          <pc:sldMk cId="3383698067" sldId="342"/>
        </pc:sldMkLst>
      </pc:sldChg>
      <pc:sldChg chg="modSp mod">
        <pc:chgData name="嘉展 張" userId="56c0cc265fef7f12" providerId="LiveId" clId="{871B63E1-5688-4BC9-A264-EFDDC7298B48}" dt="2025-07-12T16:18:38.828" v="187" actId="6549"/>
        <pc:sldMkLst>
          <pc:docMk/>
          <pc:sldMk cId="345017411" sldId="343"/>
        </pc:sldMkLst>
      </pc:sldChg>
      <pc:sldChg chg="modSp mod">
        <pc:chgData name="嘉展 張" userId="56c0cc265fef7f12" providerId="LiveId" clId="{871B63E1-5688-4BC9-A264-EFDDC7298B48}" dt="2025-07-11T23:21:28.196" v="125" actId="15"/>
        <pc:sldMkLst>
          <pc:docMk/>
          <pc:sldMk cId="3752334464" sldId="345"/>
        </pc:sldMkLst>
      </pc:sldChg>
      <pc:sldChg chg="modSp mod">
        <pc:chgData name="嘉展 張" userId="56c0cc265fef7f12" providerId="LiveId" clId="{871B63E1-5688-4BC9-A264-EFDDC7298B48}" dt="2025-07-11T23:22:00.820" v="130" actId="15"/>
        <pc:sldMkLst>
          <pc:docMk/>
          <pc:sldMk cId="1115666099" sldId="346"/>
        </pc:sldMkLst>
      </pc:sldChg>
      <pc:sldChg chg="modSp mod">
        <pc:chgData name="嘉展 張" userId="56c0cc265fef7f12" providerId="LiveId" clId="{871B63E1-5688-4BC9-A264-EFDDC7298B48}" dt="2025-07-11T23:22:18.321" v="133"/>
        <pc:sldMkLst>
          <pc:docMk/>
          <pc:sldMk cId="3822570613" sldId="347"/>
        </pc:sldMkLst>
      </pc:sldChg>
      <pc:sldChg chg="modSp mod">
        <pc:chgData name="嘉展 張" userId="56c0cc265fef7f12" providerId="LiveId" clId="{871B63E1-5688-4BC9-A264-EFDDC7298B48}" dt="2025-07-11T23:20:59.511" v="121" actId="207"/>
        <pc:sldMkLst>
          <pc:docMk/>
          <pc:sldMk cId="732333138" sldId="351"/>
        </pc:sldMkLst>
      </pc:sldChg>
      <pc:sldChg chg="modSp mod">
        <pc:chgData name="嘉展 張" userId="56c0cc265fef7f12" providerId="LiveId" clId="{871B63E1-5688-4BC9-A264-EFDDC7298B48}" dt="2025-07-11T23:22:37.686" v="135" actId="15"/>
        <pc:sldMkLst>
          <pc:docMk/>
          <pc:sldMk cId="2503062332" sldId="354"/>
        </pc:sldMkLst>
      </pc:sldChg>
      <pc:sldChg chg="modSp mod">
        <pc:chgData name="嘉展 張" userId="56c0cc265fef7f12" providerId="LiveId" clId="{871B63E1-5688-4BC9-A264-EFDDC7298B48}" dt="2025-07-11T23:22:54.190" v="138"/>
        <pc:sldMkLst>
          <pc:docMk/>
          <pc:sldMk cId="2169278876" sldId="355"/>
        </pc:sldMkLst>
      </pc:sldChg>
      <pc:sldChg chg="modSp mod">
        <pc:chgData name="嘉展 張" userId="56c0cc265fef7f12" providerId="LiveId" clId="{871B63E1-5688-4BC9-A264-EFDDC7298B48}" dt="2025-07-11T23:21:47.926" v="128"/>
        <pc:sldMkLst>
          <pc:docMk/>
          <pc:sldMk cId="4193172206" sldId="358"/>
        </pc:sldMkLst>
      </pc:sldChg>
      <pc:sldChg chg="modSp mod">
        <pc:chgData name="嘉展 張" userId="56c0cc265fef7f12" providerId="LiveId" clId="{871B63E1-5688-4BC9-A264-EFDDC7298B48}" dt="2025-07-11T23:21:01.265" v="122" actId="207"/>
        <pc:sldMkLst>
          <pc:docMk/>
          <pc:sldMk cId="3585428774" sldId="359"/>
        </pc:sldMkLst>
      </pc:sldChg>
      <pc:sldChg chg="del">
        <pc:chgData name="嘉展 張" userId="56c0cc265fef7f12" providerId="LiveId" clId="{871B63E1-5688-4BC9-A264-EFDDC7298B48}" dt="2025-07-11T23:21:07.059" v="123" actId="47"/>
        <pc:sldMkLst>
          <pc:docMk/>
          <pc:sldMk cId="771378846" sldId="361"/>
        </pc:sldMkLst>
      </pc:sldChg>
      <pc:sldChg chg="add">
        <pc:chgData name="嘉展 張" userId="56c0cc265fef7f12" providerId="LiveId" clId="{871B63E1-5688-4BC9-A264-EFDDC7298B48}" dt="2025-07-11T23:18:10.223" v="57"/>
        <pc:sldMkLst>
          <pc:docMk/>
          <pc:sldMk cId="2643400217" sldId="362"/>
        </pc:sldMkLst>
      </pc:sldChg>
      <pc:sldChg chg="add">
        <pc:chgData name="嘉展 張" userId="56c0cc265fef7f12" providerId="LiveId" clId="{871B63E1-5688-4BC9-A264-EFDDC7298B48}" dt="2025-07-11T23:20:56.187" v="120"/>
        <pc:sldMkLst>
          <pc:docMk/>
          <pc:sldMk cId="1308011151" sldId="363"/>
        </pc:sldMkLst>
      </pc:sldChg>
      <pc:sldMasterChg chg="modSldLayout">
        <pc:chgData name="嘉展 張" userId="56c0cc265fef7f12" providerId="LiveId" clId="{871B63E1-5688-4BC9-A264-EFDDC7298B48}" dt="2025-08-20T12:40:35.280" v="193"/>
        <pc:sldMasterMkLst>
          <pc:docMk/>
          <pc:sldMasterMk cId="2733321511" sldId="2147483688"/>
        </pc:sldMasterMkLst>
        <pc:sldLayoutChg chg="modSp">
          <pc:chgData name="嘉展 張" userId="56c0cc265fef7f12" providerId="LiveId" clId="{871B63E1-5688-4BC9-A264-EFDDC7298B48}" dt="2025-08-20T12:40:35.280" v="193"/>
          <pc:sldLayoutMkLst>
            <pc:docMk/>
            <pc:sldMasterMk cId="2733321511" sldId="2147483688"/>
            <pc:sldLayoutMk cId="810264706" sldId="2147483689"/>
          </pc:sldLayoutMkLst>
          <pc:spChg chg="mod">
            <ac:chgData name="嘉展 張" userId="56c0cc265fef7f12" providerId="LiveId" clId="{871B63E1-5688-4BC9-A264-EFDDC7298B48}" dt="2025-08-20T12:40:35.280" v="193"/>
            <ac:spMkLst>
              <pc:docMk/>
              <pc:sldMasterMk cId="2733321511" sldId="2147483688"/>
              <pc:sldLayoutMk cId="810264706" sldId="2147483689"/>
              <ac:spMk id="19" creationId="{3F54C1E6-3D7F-502D-6C15-E0DC042557B2}"/>
            </ac:spMkLst>
          </pc:spChg>
        </pc:sldLayoutChg>
        <pc:sldLayoutChg chg="modSp mod">
          <pc:chgData name="嘉展 張" userId="56c0cc265fef7f12" providerId="LiveId" clId="{871B63E1-5688-4BC9-A264-EFDDC7298B48}" dt="2025-07-11T23:18:41.043" v="80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8C17DC2B-5918-4C2A-ABAD-E0796C8BEBAA}"/>
    <pc:docChg chg="undo custSel addSld delSld modSld modMainMaster">
      <pc:chgData name="嘉展 張" userId="56c0cc265fef7f12" providerId="LiveId" clId="{8C17DC2B-5918-4C2A-ABAD-E0796C8BEBAA}" dt="2025-07-09T09:31:06.934" v="373" actId="2711"/>
      <pc:docMkLst>
        <pc:docMk/>
      </pc:docMkLst>
      <pc:sldChg chg="modSp mod">
        <pc:chgData name="嘉展 張" userId="56c0cc265fef7f12" providerId="LiveId" clId="{8C17DC2B-5918-4C2A-ABAD-E0796C8BEBAA}" dt="2025-07-09T09:14:09.580" v="41"/>
        <pc:sldMkLst>
          <pc:docMk/>
          <pc:sldMk cId="1698366788" sldId="274"/>
        </pc:sldMkLst>
      </pc:sldChg>
      <pc:sldChg chg="modSp mod">
        <pc:chgData name="嘉展 張" userId="56c0cc265fef7f12" providerId="LiveId" clId="{8C17DC2B-5918-4C2A-ABAD-E0796C8BEBAA}" dt="2025-07-09T09:23:28.904" v="31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C17DC2B-5918-4C2A-ABAD-E0796C8BEBAA}" dt="2025-07-09T09:31:06.934" v="373" actId="2711"/>
        <pc:sldMkLst>
          <pc:docMk/>
          <pc:sldMk cId="3383698067" sldId="342"/>
        </pc:sldMkLst>
      </pc:sldChg>
      <pc:sldChg chg="modSp mod">
        <pc:chgData name="嘉展 張" userId="56c0cc265fef7f12" providerId="LiveId" clId="{8C17DC2B-5918-4C2A-ABAD-E0796C8BEBAA}" dt="2025-07-09T09:29:41.625" v="352" actId="20577"/>
        <pc:sldMkLst>
          <pc:docMk/>
          <pc:sldMk cId="345017411" sldId="343"/>
        </pc:sldMkLst>
      </pc:sldChg>
      <pc:sldChg chg="modSp mod">
        <pc:chgData name="嘉展 張" userId="56c0cc265fef7f12" providerId="LiveId" clId="{8C17DC2B-5918-4C2A-ABAD-E0796C8BEBAA}" dt="2025-07-09T09:25:12.609" v="320" actId="15"/>
        <pc:sldMkLst>
          <pc:docMk/>
          <pc:sldMk cId="3752334464" sldId="345"/>
        </pc:sldMkLst>
      </pc:sldChg>
      <pc:sldChg chg="modSp mod">
        <pc:chgData name="嘉展 張" userId="56c0cc265fef7f12" providerId="LiveId" clId="{8C17DC2B-5918-4C2A-ABAD-E0796C8BEBAA}" dt="2025-07-09T09:26:11.378" v="327" actId="15"/>
        <pc:sldMkLst>
          <pc:docMk/>
          <pc:sldMk cId="1115666099" sldId="346"/>
        </pc:sldMkLst>
      </pc:sldChg>
      <pc:sldChg chg="modSp mod">
        <pc:chgData name="嘉展 張" userId="56c0cc265fef7f12" providerId="LiveId" clId="{8C17DC2B-5918-4C2A-ABAD-E0796C8BEBAA}" dt="2025-07-09T09:26:39.415" v="331" actId="20577"/>
        <pc:sldMkLst>
          <pc:docMk/>
          <pc:sldMk cId="3822570613" sldId="347"/>
        </pc:sldMkLst>
      </pc:sldChg>
      <pc:sldChg chg="modSp mod">
        <pc:chgData name="嘉展 張" userId="56c0cc265fef7f12" providerId="LiveId" clId="{8C17DC2B-5918-4C2A-ABAD-E0796C8BEBAA}" dt="2025-07-09T09:19:45.557" v="174" actId="6549"/>
        <pc:sldMkLst>
          <pc:docMk/>
          <pc:sldMk cId="732333138" sldId="351"/>
        </pc:sldMkLst>
      </pc:sldChg>
      <pc:sldChg chg="modSp mod">
        <pc:chgData name="嘉展 張" userId="56c0cc265fef7f12" providerId="LiveId" clId="{8C17DC2B-5918-4C2A-ABAD-E0796C8BEBAA}" dt="2025-07-09T09:27:03.141" v="333" actId="15"/>
        <pc:sldMkLst>
          <pc:docMk/>
          <pc:sldMk cId="2503062332" sldId="354"/>
        </pc:sldMkLst>
      </pc:sldChg>
      <pc:sldChg chg="modSp mod">
        <pc:chgData name="嘉展 張" userId="56c0cc265fef7f12" providerId="LiveId" clId="{8C17DC2B-5918-4C2A-ABAD-E0796C8BEBAA}" dt="2025-07-09T09:28:04.992" v="336"/>
        <pc:sldMkLst>
          <pc:docMk/>
          <pc:sldMk cId="2169278876" sldId="355"/>
        </pc:sldMkLst>
      </pc:sldChg>
      <pc:sldChg chg="del">
        <pc:chgData name="嘉展 張" userId="56c0cc265fef7f12" providerId="LiveId" clId="{8C17DC2B-5918-4C2A-ABAD-E0796C8BEBAA}" dt="2025-07-09T09:20:12.217" v="177" actId="47"/>
        <pc:sldMkLst>
          <pc:docMk/>
          <pc:sldMk cId="3052656619" sldId="356"/>
        </pc:sldMkLst>
      </pc:sldChg>
      <pc:sldChg chg="del">
        <pc:chgData name="嘉展 張" userId="56c0cc265fef7f12" providerId="LiveId" clId="{8C17DC2B-5918-4C2A-ABAD-E0796C8BEBAA}" dt="2025-07-09T09:21:06.418" v="281" actId="47"/>
        <pc:sldMkLst>
          <pc:docMk/>
          <pc:sldMk cId="185642437" sldId="357"/>
        </pc:sldMkLst>
      </pc:sldChg>
      <pc:sldChg chg="modSp mod">
        <pc:chgData name="嘉展 張" userId="56c0cc265fef7f12" providerId="LiveId" clId="{8C17DC2B-5918-4C2A-ABAD-E0796C8BEBAA}" dt="2025-07-09T09:25:48.444" v="325" actId="207"/>
        <pc:sldMkLst>
          <pc:docMk/>
          <pc:sldMk cId="4193172206" sldId="358"/>
        </pc:sldMkLst>
      </pc:sldChg>
      <pc:sldChg chg="modSp add mod">
        <pc:chgData name="嘉展 張" userId="56c0cc265fef7f12" providerId="LiveId" clId="{8C17DC2B-5918-4C2A-ABAD-E0796C8BEBAA}" dt="2025-07-09T09:19:57.814" v="176" actId="207"/>
        <pc:sldMkLst>
          <pc:docMk/>
          <pc:sldMk cId="3585428774" sldId="359"/>
        </pc:sldMkLst>
      </pc:sldChg>
      <pc:sldChg chg="add">
        <pc:chgData name="嘉展 張" userId="56c0cc265fef7f12" providerId="LiveId" clId="{8C17DC2B-5918-4C2A-ABAD-E0796C8BEBAA}" dt="2025-07-09T09:23:26.053" v="317"/>
        <pc:sldMkLst>
          <pc:docMk/>
          <pc:sldMk cId="1907735413" sldId="360"/>
        </pc:sldMkLst>
      </pc:sldChg>
      <pc:sldMasterChg chg="modSldLayout">
        <pc:chgData name="嘉展 張" userId="56c0cc265fef7f12" providerId="LiveId" clId="{8C17DC2B-5918-4C2A-ABAD-E0796C8BEBAA}" dt="2025-07-09T09:18:08.998" v="120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C17DC2B-5918-4C2A-ABAD-E0796C8BEBAA}" dt="2025-07-09T09:18:08.998" v="120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0BB0EFE5-82D4-4395-89A8-40A71B510EC6}"/>
    <pc:docChg chg="undo custSel addSld delSld modSld modMainMaster">
      <pc:chgData name="嘉展 張" userId="56c0cc265fef7f12" providerId="LiveId" clId="{0BB0EFE5-82D4-4395-89A8-40A71B510EC6}" dt="2025-07-10T11:02:24.083" v="259" actId="108"/>
      <pc:docMkLst>
        <pc:docMk/>
      </pc:docMkLst>
      <pc:sldChg chg="modSp mod">
        <pc:chgData name="嘉展 張" userId="56c0cc265fef7f12" providerId="LiveId" clId="{0BB0EFE5-82D4-4395-89A8-40A71B510EC6}" dt="2025-07-10T08:46:27.999" v="29"/>
        <pc:sldMkLst>
          <pc:docMk/>
          <pc:sldMk cId="1698366788" sldId="274"/>
        </pc:sldMkLst>
      </pc:sldChg>
      <pc:sldChg chg="modSp mod">
        <pc:chgData name="嘉展 張" userId="56c0cc265fef7f12" providerId="LiveId" clId="{0BB0EFE5-82D4-4395-89A8-40A71B510EC6}" dt="2025-07-10T10:47:54.091" v="120" actId="207"/>
        <pc:sldMkLst>
          <pc:docMk/>
          <pc:sldMk cId="3676040206" sldId="336"/>
        </pc:sldMkLst>
      </pc:sldChg>
      <pc:sldChg chg="modSp mod">
        <pc:chgData name="嘉展 張" userId="56c0cc265fef7f12" providerId="LiveId" clId="{0BB0EFE5-82D4-4395-89A8-40A71B510EC6}" dt="2025-07-10T11:02:24.083" v="259" actId="108"/>
        <pc:sldMkLst>
          <pc:docMk/>
          <pc:sldMk cId="3383698067" sldId="342"/>
        </pc:sldMkLst>
      </pc:sldChg>
      <pc:sldChg chg="modSp mod">
        <pc:chgData name="嘉展 張" userId="56c0cc265fef7f12" providerId="LiveId" clId="{0BB0EFE5-82D4-4395-89A8-40A71B510EC6}" dt="2025-07-10T10:59:58.793" v="190" actId="20577"/>
        <pc:sldMkLst>
          <pc:docMk/>
          <pc:sldMk cId="345017411" sldId="343"/>
        </pc:sldMkLst>
      </pc:sldChg>
      <pc:sldChg chg="modSp mod">
        <pc:chgData name="嘉展 張" userId="56c0cc265fef7f12" providerId="LiveId" clId="{0BB0EFE5-82D4-4395-89A8-40A71B510EC6}" dt="2025-07-10T10:53:44.580" v="152" actId="15"/>
        <pc:sldMkLst>
          <pc:docMk/>
          <pc:sldMk cId="3752334464" sldId="345"/>
        </pc:sldMkLst>
      </pc:sldChg>
      <pc:sldChg chg="modSp mod">
        <pc:chgData name="嘉展 張" userId="56c0cc265fef7f12" providerId="LiveId" clId="{0BB0EFE5-82D4-4395-89A8-40A71B510EC6}" dt="2025-07-10T10:55:02.259" v="162" actId="15"/>
        <pc:sldMkLst>
          <pc:docMk/>
          <pc:sldMk cId="1115666099" sldId="346"/>
        </pc:sldMkLst>
      </pc:sldChg>
      <pc:sldChg chg="modSp mod">
        <pc:chgData name="嘉展 張" userId="56c0cc265fef7f12" providerId="LiveId" clId="{0BB0EFE5-82D4-4395-89A8-40A71B510EC6}" dt="2025-07-10T10:55:31.608" v="165"/>
        <pc:sldMkLst>
          <pc:docMk/>
          <pc:sldMk cId="3822570613" sldId="347"/>
        </pc:sldMkLst>
      </pc:sldChg>
      <pc:sldChg chg="modSp mod">
        <pc:chgData name="嘉展 張" userId="56c0cc265fef7f12" providerId="LiveId" clId="{0BB0EFE5-82D4-4395-89A8-40A71B510EC6}" dt="2025-07-10T09:31:21.243" v="73"/>
        <pc:sldMkLst>
          <pc:docMk/>
          <pc:sldMk cId="732333138" sldId="351"/>
        </pc:sldMkLst>
      </pc:sldChg>
      <pc:sldChg chg="modSp mod">
        <pc:chgData name="嘉展 張" userId="56c0cc265fef7f12" providerId="LiveId" clId="{0BB0EFE5-82D4-4395-89A8-40A71B510EC6}" dt="2025-07-10T10:57:53.903" v="167" actId="15"/>
        <pc:sldMkLst>
          <pc:docMk/>
          <pc:sldMk cId="2503062332" sldId="354"/>
        </pc:sldMkLst>
      </pc:sldChg>
      <pc:sldChg chg="modSp mod">
        <pc:chgData name="嘉展 張" userId="56c0cc265fef7f12" providerId="LiveId" clId="{0BB0EFE5-82D4-4395-89A8-40A71B510EC6}" dt="2025-07-10T10:58:11.544" v="170"/>
        <pc:sldMkLst>
          <pc:docMk/>
          <pc:sldMk cId="2169278876" sldId="355"/>
        </pc:sldMkLst>
      </pc:sldChg>
      <pc:sldChg chg="modSp mod">
        <pc:chgData name="嘉展 張" userId="56c0cc265fef7f12" providerId="LiveId" clId="{0BB0EFE5-82D4-4395-89A8-40A71B510EC6}" dt="2025-07-10T10:54:17.972" v="160" actId="20577"/>
        <pc:sldMkLst>
          <pc:docMk/>
          <pc:sldMk cId="4193172206" sldId="358"/>
        </pc:sldMkLst>
      </pc:sldChg>
      <pc:sldChg chg="modSp mod">
        <pc:chgData name="嘉展 張" userId="56c0cc265fef7f12" providerId="LiveId" clId="{0BB0EFE5-82D4-4395-89A8-40A71B510EC6}" dt="2025-07-10T10:45:23.104" v="91" actId="207"/>
        <pc:sldMkLst>
          <pc:docMk/>
          <pc:sldMk cId="3585428774" sldId="359"/>
        </pc:sldMkLst>
      </pc:sldChg>
      <pc:sldChg chg="del">
        <pc:chgData name="嘉展 張" userId="56c0cc265fef7f12" providerId="LiveId" clId="{0BB0EFE5-82D4-4395-89A8-40A71B510EC6}" dt="2025-07-10T10:48:02.987" v="121" actId="47"/>
        <pc:sldMkLst>
          <pc:docMk/>
          <pc:sldMk cId="1907735413" sldId="360"/>
        </pc:sldMkLst>
      </pc:sldChg>
      <pc:sldChg chg="add">
        <pc:chgData name="嘉展 張" userId="56c0cc265fef7f12" providerId="LiveId" clId="{0BB0EFE5-82D4-4395-89A8-40A71B510EC6}" dt="2025-07-10T10:47:50.439" v="119"/>
        <pc:sldMkLst>
          <pc:docMk/>
          <pc:sldMk cId="771378846" sldId="361"/>
        </pc:sldMkLst>
      </pc:sldChg>
      <pc:sldMasterChg chg="modSldLayout">
        <pc:chgData name="嘉展 張" userId="56c0cc265fef7f12" providerId="LiveId" clId="{0BB0EFE5-82D4-4395-89A8-40A71B510EC6}" dt="2025-07-10T10:53:10.532" v="150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0BB0EFE5-82D4-4395-89A8-40A71B510EC6}" dt="2025-07-10T10:53:10.532" v="150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2025/8/23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DC74E-647B-1FF2-12C4-7C3985D7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1699944-76AB-F4BC-F8E6-3EB4D6D00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6329B01-FD6F-157A-FCFC-908C425E9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4910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A7699-53C6-3D24-1327-D8AFF5E1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CE896B4-7672-2DB4-016B-FD48DB5AFA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9F26C9A-1BFC-937A-2043-C200CCB9FF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0904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7597-FF5B-0CAE-F6A1-C3843FD65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CC54064-BE1A-341C-0F8D-C7D3C1BF1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EA74B8A-7B05-A2AA-1935-FAB8D29739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0347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E8CC-7B8B-9464-8E7D-EF091EED3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19CF645-243C-6F0F-6577-6A7624F01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CD5320A-121E-F406-00D0-F6F93B438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60163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5468-5212-06C2-1093-089D532F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7D9929-8008-244F-F7A1-B41948405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56B6BE-7444-4031-D537-371867FF1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38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6B379-66A6-8293-506C-29E51887A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9A3887-4357-E0FE-7DDD-A2FAFC324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37AB0E6-6396-E25F-0096-5941418CD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8784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B7A30-65F5-F307-F947-3AF5E5699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75CCFE1-FE59-28BB-632F-D0631A054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D56A0B9-A29A-0EC6-B3CF-3CC7F8CDF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5039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817C-F287-F065-8882-D7A4DE98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DAC0BE-EE20-BA6B-0516-1B9B0FE6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8B431F-7A24-FB64-CF33-07FADF830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0618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8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2952115" y="355598"/>
            <a:ext cx="80808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友達の片思い</a:t>
            </a:r>
            <a:endParaRPr kumimoji="1" lang="en-US" altLang="ja-JP" sz="28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第八課</a:t>
            </a: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ながら（も）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～みたい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を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にする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決して～ない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～かける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など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vs.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でも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～とする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～ようとする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～って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～ばよかったのに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08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友達の片思い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第八課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609A3-14AB-0A95-F2C9-46D9AFEC7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F7BB4E96-6DE2-42B9-D76A-6C1DFD3412D9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彼は</a:t>
            </a:r>
            <a:r>
              <a:rPr lang="ja-JP" altLang="en-US" sz="4800" u="sng" dirty="0"/>
              <a:t>　　　　　　　　　　　　　　　　　　　　　　　</a:t>
            </a:r>
            <a:r>
              <a:rPr lang="ja-JP" altLang="en-US" sz="4800" dirty="0"/>
              <a:t>、毎月海外旅行に行っている。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この絵、まるで</a:t>
            </a: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ね。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子どものころ、空き地</a:t>
            </a: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ことがあります。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彼はどんなに失敗しても、決して</a:t>
            </a: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この仕事はまだ</a:t>
            </a: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から、後で続きをしよう。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44229E1-ED9E-890B-87E0-037B5C5A4076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2AB87494-6C02-2849-8A41-133895391394}"/>
              </a:ext>
            </a:extLst>
          </p:cNvPr>
          <p:cNvSpPr txBox="1"/>
          <p:nvPr/>
        </p:nvSpPr>
        <p:spPr>
          <a:xfrm>
            <a:off x="2785418" y="11621279"/>
            <a:ext cx="18151123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決して～ない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～を～にする　</a:t>
            </a:r>
            <a:r>
              <a:rPr lang="en-US" altLang="ja-JP" sz="4800" dirty="0"/>
              <a:t>/</a:t>
            </a:r>
            <a:r>
              <a:rPr lang="ja-JP" altLang="en-US" sz="4800" dirty="0"/>
              <a:t>　ながらも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～みたい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～かける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643400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B6528-C917-12E8-CFA2-9508A3F94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85391530-ECEE-F080-D623-C5EAD7C76FFB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彼は</a:t>
            </a:r>
            <a:r>
              <a:rPr lang="ja-JP" altLang="en-US" sz="4800" u="sng" dirty="0"/>
              <a:t>　　　　　　　　　　　　　　　　　　　　　　　</a:t>
            </a:r>
            <a:r>
              <a:rPr lang="ja-JP" altLang="en-US" sz="4800" dirty="0"/>
              <a:t>、毎月海外旅行に行っている。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この絵、まるで</a:t>
            </a: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ね。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子どものころ、空き地</a:t>
            </a: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ことがあります。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彼はどんなに失敗しても、決して</a:t>
            </a: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。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4800" dirty="0"/>
              <a:t>この仕事はまだ</a:t>
            </a:r>
            <a:r>
              <a:rPr lang="ja-JP" altLang="en-US" sz="4800" u="sng" dirty="0"/>
              <a:t>　　　　　　　　　　　　　　　　　　　　　　</a:t>
            </a:r>
            <a:r>
              <a:rPr lang="ja-JP" altLang="en-US" sz="4800" dirty="0"/>
              <a:t>から、後で続きをしよう。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C41452B-A771-420C-C748-DAB3FB6C18D7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2905C8A4-D6EA-A147-018D-D3024F2CDFC1}"/>
              </a:ext>
            </a:extLst>
          </p:cNvPr>
          <p:cNvSpPr txBox="1"/>
          <p:nvPr/>
        </p:nvSpPr>
        <p:spPr>
          <a:xfrm>
            <a:off x="4207459" y="2635362"/>
            <a:ext cx="57358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お金がないながらも　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641BE382-E0E9-7BA3-CC67-4A29723A0967}"/>
              </a:ext>
            </a:extLst>
          </p:cNvPr>
          <p:cNvSpPr txBox="1"/>
          <p:nvPr/>
        </p:nvSpPr>
        <p:spPr>
          <a:xfrm>
            <a:off x="6226048" y="4155430"/>
            <a:ext cx="41793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写真みたいだ　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05DF14CC-237B-B525-4106-A53E81BBBFDD}"/>
              </a:ext>
            </a:extLst>
          </p:cNvPr>
          <p:cNvSpPr txBox="1"/>
          <p:nvPr/>
        </p:nvSpPr>
        <p:spPr>
          <a:xfrm>
            <a:off x="7871155" y="5559214"/>
            <a:ext cx="39901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　を公園にした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7ABAB1C-7BAB-DEF2-1E76-314FFA4EEF98}"/>
              </a:ext>
            </a:extLst>
          </p:cNvPr>
          <p:cNvSpPr txBox="1"/>
          <p:nvPr/>
        </p:nvSpPr>
        <p:spPr>
          <a:xfrm>
            <a:off x="10447501" y="7079282"/>
            <a:ext cx="54569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あきらめようとしない</a:t>
            </a:r>
          </a:p>
        </p:txBody>
      </p:sp>
      <p:sp>
        <p:nvSpPr>
          <p:cNvPr id="8" name="文字方塊 6">
            <a:extLst>
              <a:ext uri="{FF2B5EF4-FFF2-40B4-BE49-F238E27FC236}">
                <a16:creationId xmlns:a16="http://schemas.microsoft.com/office/drawing/2014/main" id="{376054F7-6B2D-D4D4-1C8B-DCF12D3012EE}"/>
              </a:ext>
            </a:extLst>
          </p:cNvPr>
          <p:cNvSpPr txBox="1"/>
          <p:nvPr/>
        </p:nvSpPr>
        <p:spPr>
          <a:xfrm>
            <a:off x="6637846" y="8443256"/>
            <a:ext cx="41456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やりかけている</a:t>
            </a:r>
          </a:p>
        </p:txBody>
      </p:sp>
      <p:sp>
        <p:nvSpPr>
          <p:cNvPr id="10" name="文字方塊 5">
            <a:extLst>
              <a:ext uri="{FF2B5EF4-FFF2-40B4-BE49-F238E27FC236}">
                <a16:creationId xmlns:a16="http://schemas.microsoft.com/office/drawing/2014/main" id="{0394EE6D-8B2E-F75A-28A7-B17CA95405D2}"/>
              </a:ext>
            </a:extLst>
          </p:cNvPr>
          <p:cNvSpPr txBox="1"/>
          <p:nvPr/>
        </p:nvSpPr>
        <p:spPr>
          <a:xfrm>
            <a:off x="2785418" y="11621279"/>
            <a:ext cx="18151123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決して～ない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～を～にする　</a:t>
            </a:r>
            <a:r>
              <a:rPr lang="en-US" altLang="ja-JP" sz="4800" dirty="0"/>
              <a:t>/</a:t>
            </a:r>
            <a:r>
              <a:rPr lang="ja-JP" altLang="en-US" sz="4800" dirty="0"/>
              <a:t>　ながらも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～みたい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～かける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12774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0C21C-85F9-EEC0-824A-C85184207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23B2FCAC-CB63-0294-3B5A-618A59B35A57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　　</a:t>
            </a:r>
            <a:r>
              <a:rPr lang="ja-JP" altLang="en-US" sz="4800" dirty="0"/>
              <a:t>食べませんか。「など」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明日はバイトの面接があるから、今日は</a:t>
            </a:r>
            <a:r>
              <a:rPr lang="ja-JP" altLang="en-US" sz="4800" u="sng" dirty="0"/>
              <a:t>　　　　　　　　　　　　　　　　</a:t>
            </a:r>
            <a:r>
              <a:rPr lang="ja-JP" altLang="en-US" sz="4800" dirty="0"/>
              <a:t>。「とする」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　</a:t>
            </a:r>
            <a:r>
              <a:rPr lang="ja-JP" altLang="en-US" sz="4800" dirty="0"/>
              <a:t>時、先生に呼び止められた。「～ようとする」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　　　　　　　　　　</a:t>
            </a:r>
            <a:r>
              <a:rPr lang="ja-JP" altLang="en-US" sz="4800" dirty="0"/>
              <a:t>彼が言っていた。「～って」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あのとき、もっと素直に</a:t>
            </a:r>
            <a:r>
              <a:rPr lang="ja-JP" altLang="en-US" sz="4800" u="sng" dirty="0"/>
              <a:t>　　　　　　　　　　　　　　　　</a:t>
            </a:r>
            <a:r>
              <a:rPr lang="en-US" altLang="ja-JP" sz="4800" dirty="0"/>
              <a:t>……</a:t>
            </a:r>
            <a:r>
              <a:rPr lang="ja-JP" altLang="en-US" sz="4800" dirty="0"/>
              <a:t>。「～ばよかったのに」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92E2CED-FFF6-F9AA-5655-6337EEDE98B1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5564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46B35-AA9C-F0C1-7B9C-9C8499394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10B03C59-5F50-9038-F54C-6FE444FF1D7C}"/>
              </a:ext>
            </a:extLst>
          </p:cNvPr>
          <p:cNvSpPr txBox="1"/>
          <p:nvPr/>
        </p:nvSpPr>
        <p:spPr>
          <a:xfrm>
            <a:off x="1041143" y="2344617"/>
            <a:ext cx="22301713" cy="7260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　　</a:t>
            </a:r>
            <a:r>
              <a:rPr lang="ja-JP" altLang="en-US" sz="4800" dirty="0"/>
              <a:t>食べませんか。「など」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明日はバイトの面接があるから、今日は</a:t>
            </a:r>
            <a:r>
              <a:rPr lang="ja-JP" altLang="en-US" sz="4800" u="sng" dirty="0"/>
              <a:t>　　　　　　　　　　　　　　　　</a:t>
            </a:r>
            <a:r>
              <a:rPr lang="ja-JP" altLang="en-US" sz="4800" dirty="0"/>
              <a:t>。「とする」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　</a:t>
            </a:r>
            <a:r>
              <a:rPr lang="ja-JP" altLang="en-US" sz="4800" dirty="0"/>
              <a:t>時、先生に呼び止められた。「～ようとする」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　　　　　　　　　　</a:t>
            </a:r>
            <a:r>
              <a:rPr lang="ja-JP" altLang="en-US" sz="4800" dirty="0"/>
              <a:t>彼が言っていた。「～って」</a:t>
            </a:r>
          </a:p>
          <a:p>
            <a:pPr marL="914400" indent="-914400">
              <a:lnSpc>
                <a:spcPct val="200000"/>
              </a:lnSpc>
              <a:buFont typeface="+mj-lt"/>
              <a:buAutoNum type="arabicPeriod" startAt="6"/>
            </a:pPr>
            <a:r>
              <a:rPr lang="ja-JP" altLang="en-US" sz="4800" dirty="0"/>
              <a:t>あのとき、もっと素直に</a:t>
            </a:r>
            <a:r>
              <a:rPr lang="ja-JP" altLang="en-US" sz="4800" u="sng" dirty="0"/>
              <a:t>　　　　　　　　　　　　　　　　</a:t>
            </a:r>
            <a:r>
              <a:rPr lang="en-US" altLang="ja-JP" sz="4800" dirty="0"/>
              <a:t>……</a:t>
            </a:r>
            <a:r>
              <a:rPr lang="ja-JP" altLang="en-US" sz="4800" dirty="0"/>
              <a:t>。「～ばよかったのに」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BA04951-4F01-32EF-E28F-D7EEEDE89374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6">
            <a:extLst>
              <a:ext uri="{FF2B5EF4-FFF2-40B4-BE49-F238E27FC236}">
                <a16:creationId xmlns:a16="http://schemas.microsoft.com/office/drawing/2014/main" id="{0E729216-2AEA-0CE2-7557-EFD9EEA8F0F7}"/>
              </a:ext>
            </a:extLst>
          </p:cNvPr>
          <p:cNvSpPr txBox="1"/>
          <p:nvPr/>
        </p:nvSpPr>
        <p:spPr>
          <a:xfrm>
            <a:off x="3439363" y="2778107"/>
            <a:ext cx="25266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寿司など</a:t>
            </a:r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8EC6C774-1532-4643-97E5-E0F1985C93FF}"/>
              </a:ext>
            </a:extLst>
          </p:cNvPr>
          <p:cNvSpPr txBox="1"/>
          <p:nvPr/>
        </p:nvSpPr>
        <p:spPr>
          <a:xfrm>
            <a:off x="12729667" y="4098402"/>
            <a:ext cx="39244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早く寝るとする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F432E298-F3CE-0535-B07D-7A6418C7F5B8}"/>
              </a:ext>
            </a:extLst>
          </p:cNvPr>
          <p:cNvSpPr txBox="1"/>
          <p:nvPr/>
        </p:nvSpPr>
        <p:spPr>
          <a:xfrm>
            <a:off x="2232355" y="5731235"/>
            <a:ext cx="32832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帰ろうとした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DD9EF156-CAA9-04AC-967A-761742A1D0A5}"/>
              </a:ext>
            </a:extLst>
          </p:cNvPr>
          <p:cNvSpPr txBox="1"/>
          <p:nvPr/>
        </p:nvSpPr>
        <p:spPr>
          <a:xfrm>
            <a:off x="2232355" y="7153768"/>
            <a:ext cx="44502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もう終わったって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111A7C1-DDC4-883F-367E-C5E3E291F82F}"/>
              </a:ext>
            </a:extLst>
          </p:cNvPr>
          <p:cNvSpPr txBox="1"/>
          <p:nvPr/>
        </p:nvSpPr>
        <p:spPr>
          <a:xfrm>
            <a:off x="8194243" y="8535695"/>
            <a:ext cx="58464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rgbClr val="1C85C9"/>
                </a:solidFill>
              </a:rPr>
              <a:t>話せばよかったのに　</a:t>
            </a:r>
            <a:endParaRPr kumimoji="1" lang="ja-JP" altLang="en-US" sz="4800" b="1" dirty="0">
              <a:solidFill>
                <a:srgbClr val="1C85C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011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2514-EE97-0466-C267-A86BF7F1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45A33E10-0925-FAFA-4123-4161606352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F0A653-E125-10F4-6790-C8025C1EBB43}"/>
              </a:ext>
            </a:extLst>
          </p:cNvPr>
          <p:cNvSpPr txBox="1"/>
          <p:nvPr/>
        </p:nvSpPr>
        <p:spPr>
          <a:xfrm>
            <a:off x="1041143" y="2048947"/>
            <a:ext cx="22301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中谷さんが最近気になっている人は、どこで知り合った人ですか。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375233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86629-D459-37DB-FF59-12980ED2C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09D2EFBA-A6CD-CA14-0243-3CB99AB2B3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42E57B-1BE0-21FA-52A0-358900141028}"/>
              </a:ext>
            </a:extLst>
          </p:cNvPr>
          <p:cNvSpPr txBox="1"/>
          <p:nvPr/>
        </p:nvSpPr>
        <p:spPr>
          <a:xfrm>
            <a:off x="1041143" y="2048947"/>
            <a:ext cx="223017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中谷さんが最近気になっている人は、どこで知り合った人ですか。</a:t>
            </a:r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正解：通勤電車の中で知り合った。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387907C-4FF0-D60B-5B22-CC1EE6A1DD01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本文には「中谷さんに好きな人ができた。通勤電車で知り合ったそうだ。」とある。</a:t>
            </a:r>
          </a:p>
        </p:txBody>
      </p:sp>
    </p:spTree>
    <p:extLst>
      <p:ext uri="{BB962C8B-B14F-4D97-AF65-F5344CB8AC3E}">
        <p14:creationId xmlns:p14="http://schemas.microsoft.com/office/powerpoint/2010/main" val="4193172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F076D3C2-E036-1E0D-8390-8EEEFA171CC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496C4D5-B9D6-E310-239F-160421EC28E2}"/>
              </a:ext>
            </a:extLst>
          </p:cNvPr>
          <p:cNvSpPr txBox="1"/>
          <p:nvPr/>
        </p:nvSpPr>
        <p:spPr>
          <a:xfrm>
            <a:off x="1041143" y="2048947"/>
            <a:ext cx="22301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中谷さんが恋に臆病になった理由は何ですか。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B8881DE8-02EF-A5E2-CC8D-D896560461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CF0AAA5-7B5F-5A35-EF73-2142F862E9C8}"/>
              </a:ext>
            </a:extLst>
          </p:cNvPr>
          <p:cNvSpPr txBox="1"/>
          <p:nvPr/>
        </p:nvSpPr>
        <p:spPr>
          <a:xfrm>
            <a:off x="1041143" y="2048947"/>
            <a:ext cx="223017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中谷さんが恋に臆病になった理由は何ですか。</a:t>
            </a:r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正解：以前の恋人との別れ方がよくなかったから。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0AB3AB-6369-0CED-A7A5-8957EC06D562}"/>
              </a:ext>
            </a:extLst>
          </p:cNvPr>
          <p:cNvSpPr txBox="1"/>
          <p:nvPr/>
        </p:nvSpPr>
        <p:spPr>
          <a:xfrm>
            <a:off x="1043652" y="10049322"/>
            <a:ext cx="22299204" cy="3289875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「中谷さんの前の恋人について話してくれた。別れ話は電話一本で済まされてしまった」とあり、それが原因で「かなり臆病になってしまったようだ」。</a:t>
            </a: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AD0DF-F148-030A-E787-01BC071B8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799AC63F-4E3A-7313-1C16-D1B7A79CFA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AC26312-FBD9-3B79-0374-AB60D7095939}"/>
              </a:ext>
            </a:extLst>
          </p:cNvPr>
          <p:cNvSpPr txBox="1"/>
          <p:nvPr/>
        </p:nvSpPr>
        <p:spPr>
          <a:xfrm>
            <a:off x="1041143" y="2048947"/>
            <a:ext cx="22301713" cy="8460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）あなたは誰かに「片思い」したことがありますか。そのとき、どんな気持ちでしたか。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）あなたは占いを信じますか。恋愛運や運勢を見たことがありますか。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）あなたは友達が恋の相談をしてきたら、どんなアドバイスをしますか。</a:t>
            </a:r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553734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BC2-4FF8-13B8-2B87-4C59F230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D0DC7B53-0103-E1A0-F1F3-15DFF822DA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讀解練習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11F5A94-0B0C-504F-DC25-BE08E6B5923F}"/>
              </a:ext>
            </a:extLst>
          </p:cNvPr>
          <p:cNvSpPr txBox="1"/>
          <p:nvPr/>
        </p:nvSpPr>
        <p:spPr>
          <a:xfrm>
            <a:off x="1041143" y="2048947"/>
            <a:ext cx="22301713" cy="8460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問題３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）あなたは誰かに「片思い」したことがありますか。そのとき、どんな気持ちでしたか。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）あなたは占いを信じますか。恋愛運や運勢を見たことがありますか。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）あなたは友達が恋の相談をしてきたら、どんなアドバイスをしますか。</a:t>
            </a:r>
            <a:endParaRPr lang="en-US" altLang="ja-JP" sz="4800" b="1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id="{D5192F68-A867-B47C-5B64-0C0D35ED3408}"/>
              </a:ext>
            </a:extLst>
          </p:cNvPr>
          <p:cNvSpPr txBox="1"/>
          <p:nvPr/>
        </p:nvSpPr>
        <p:spPr>
          <a:xfrm>
            <a:off x="1591055" y="4667043"/>
            <a:ext cx="189109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はい、あります。相手を見るだけで緊張して、話しかけられませんでした。</a:t>
            </a:r>
          </a:p>
        </p:txBody>
      </p:sp>
      <p:sp>
        <p:nvSpPr>
          <p:cNvPr id="4" name="文字方塊 1">
            <a:extLst>
              <a:ext uri="{FF2B5EF4-FFF2-40B4-BE49-F238E27FC236}">
                <a16:creationId xmlns:a16="http://schemas.microsoft.com/office/drawing/2014/main" id="{802FED8E-7ABD-8E91-035A-7DF446802FCB}"/>
              </a:ext>
            </a:extLst>
          </p:cNvPr>
          <p:cNvSpPr txBox="1"/>
          <p:nvPr/>
        </p:nvSpPr>
        <p:spPr>
          <a:xfrm>
            <a:off x="1591055" y="7933256"/>
            <a:ext cx="183899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はい、雑誌で占いを見たことがあります。でもあまり信じてはいません。</a:t>
            </a:r>
          </a:p>
        </p:txBody>
      </p:sp>
      <p:sp>
        <p:nvSpPr>
          <p:cNvPr id="5" name="文字方塊 1">
            <a:extLst>
              <a:ext uri="{FF2B5EF4-FFF2-40B4-BE49-F238E27FC236}">
                <a16:creationId xmlns:a16="http://schemas.microsoft.com/office/drawing/2014/main" id="{829BF672-06BB-304C-2E9F-559C779B315A}"/>
              </a:ext>
            </a:extLst>
          </p:cNvPr>
          <p:cNvSpPr txBox="1"/>
          <p:nvPr/>
        </p:nvSpPr>
        <p:spPr>
          <a:xfrm>
            <a:off x="1591055" y="11199469"/>
            <a:ext cx="146277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とりあえず勇気を出して話しかけてみるように勧めます。</a:t>
            </a:r>
          </a:p>
        </p:txBody>
      </p:sp>
    </p:spTree>
    <p:extLst>
      <p:ext uri="{BB962C8B-B14F-4D97-AF65-F5344CB8AC3E}">
        <p14:creationId xmlns:p14="http://schemas.microsoft.com/office/powerpoint/2010/main" val="2503062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2911401"/>
            <a:ext cx="22301713" cy="7712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他完全沒有想要道歉的意思。（～ようとしない）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我剛喝了一半的咖啡就去接電話了。（～かける）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要是早點跟她說就好了。（～ばよかったのに）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我正要出門的時候，突然下起雨來。（～ようとしたとき）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8820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1.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他完全沒有想要道歉的意思。（～ようとしない）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彼は全く謝ろうとしません。</a:t>
            </a:r>
          </a:p>
          <a:p>
            <a:pPr marL="914400" indent="-914400">
              <a:lnSpc>
                <a:spcPct val="150000"/>
              </a:lnSpc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我剛喝了一半的咖啡就去接電話了。（～かける）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飲みかけのコーヒーを置いて、電話を取りに行きました。</a:t>
            </a:r>
          </a:p>
          <a:p>
            <a:pPr marL="914400" indent="-914400">
              <a:lnSpc>
                <a:spcPct val="150000"/>
              </a:lnSpc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要是早點跟她說就好了。（～ばよかったのに）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もっと早く彼女に話せばよかったのに。</a:t>
            </a:r>
          </a:p>
          <a:p>
            <a:pPr marL="914400" indent="-914400">
              <a:lnSpc>
                <a:spcPct val="150000"/>
              </a:lnSpc>
              <a:buAutoNum type="arabicPeriod" startAt="4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我正要出門的時候，突然下起雨來</a:t>
            </a:r>
            <a:r>
              <a:rPr lang="ja-JP" altLang="en-US" sz="4800" b="1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。（～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ようとしたとき）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出かけようとしたとき、急に雨が降り出しました。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1046</TotalTime>
  <Words>1367</Words>
  <Application>Microsoft Office PowerPoint</Application>
  <PresentationFormat>ユーザー設定</PresentationFormat>
  <Paragraphs>105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Gen Jyuu GothicL Bold</vt:lpstr>
      <vt:lpstr>SimSun</vt:lpstr>
      <vt:lpstr>Microsoft JhengHei Light</vt:lpstr>
      <vt:lpstr>Wingdings 2</vt:lpstr>
      <vt:lpstr>Calibri</vt:lpstr>
      <vt:lpstr>Gen Jyuu Gothic Bold</vt:lpstr>
      <vt:lpstr>Microsoft JhengHei</vt:lpstr>
      <vt:lpstr>BIZ UDGothic</vt:lpstr>
      <vt:lpstr>BIZ UDPGothic</vt:lpstr>
      <vt:lpstr>HGPSoeiKakugothicUB</vt:lpstr>
      <vt:lpstr>Arial</vt:lpstr>
      <vt:lpstr>Microsoft Yahei</vt:lpstr>
      <vt:lpstr>Calibri Light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2025-08-23T06:07:33Z</dcterms:modified>
</cp:coreProperties>
</file>