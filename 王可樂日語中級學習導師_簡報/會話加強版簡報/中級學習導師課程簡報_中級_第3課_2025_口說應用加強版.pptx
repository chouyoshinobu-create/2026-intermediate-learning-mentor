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35" r:id="rId3"/>
    <p:sldId id="351" r:id="rId4"/>
    <p:sldId id="336" r:id="rId5"/>
    <p:sldId id="352" r:id="rId6"/>
    <p:sldId id="328" r:id="rId7"/>
    <p:sldId id="345" r:id="rId8"/>
    <p:sldId id="346" r:id="rId9"/>
    <p:sldId id="347" r:id="rId10"/>
    <p:sldId id="348" r:id="rId11"/>
    <p:sldId id="353" r:id="rId12"/>
    <p:sldId id="342" r:id="rId13"/>
    <p:sldId id="343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3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9D30F9EA-1107-45C0-83E2-3AF09B4FFE2F}"/>
    <pc:docChg chg="modMainMaster">
      <pc:chgData name="嘉展 張" userId="56c0cc265fef7f12" providerId="LiveId" clId="{9D30F9EA-1107-45C0-83E2-3AF09B4FFE2F}" dt="2025-08-20T12:39:05.519" v="1"/>
      <pc:docMkLst>
        <pc:docMk/>
      </pc:docMkLst>
      <pc:sldMasterChg chg="modSldLayout">
        <pc:chgData name="嘉展 張" userId="56c0cc265fef7f12" providerId="LiveId" clId="{9D30F9EA-1107-45C0-83E2-3AF09B4FFE2F}" dt="2025-08-20T12:39:05.519" v="1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9D30F9EA-1107-45C0-83E2-3AF09B4FFE2F}" dt="2025-08-20T12:39:05.519" v="1"/>
          <pc:sldLayoutMkLst>
            <pc:docMk/>
            <pc:sldMasterMk cId="2733321511" sldId="2147483688"/>
            <pc:sldLayoutMk cId="810264706" sldId="2147483689"/>
          </pc:sldLayoutMkLst>
        </pc:sldLayoutChg>
      </pc:sldMasterChg>
    </pc:docChg>
  </pc:docChgLst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59.783" v="1614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450EC307-3940-4B37-AA33-F223698E967A}"/>
    <pc:docChg chg="undo redo custSel addSld delSld modSld">
      <pc:chgData name="嘉展 張" userId="56c0cc265fef7f12" providerId="LiveId" clId="{450EC307-3940-4B37-AA33-F223698E967A}" dt="2025-08-23T06:10:13.519" v="608"/>
      <pc:docMkLst>
        <pc:docMk/>
      </pc:docMkLst>
      <pc:sldChg chg="addSp delSp modSp mod">
        <pc:chgData name="嘉展 張" userId="56c0cc265fef7f12" providerId="LiveId" clId="{450EC307-3940-4B37-AA33-F223698E967A}" dt="2025-08-23T06:09:50.165" v="598" actId="20577"/>
        <pc:sldMkLst>
          <pc:docMk/>
          <pc:sldMk cId="516855969" sldId="328"/>
        </pc:sldMkLst>
      </pc:sldChg>
      <pc:sldChg chg="addSp modSp mod">
        <pc:chgData name="嘉展 張" userId="56c0cc265fef7f12" providerId="LiveId" clId="{450EC307-3940-4B37-AA33-F223698E967A}" dt="2025-08-21T08:57:46.554" v="225" actId="115"/>
        <pc:sldMkLst>
          <pc:docMk/>
          <pc:sldMk cId="1652940647" sldId="335"/>
        </pc:sldMkLst>
      </pc:sldChg>
      <pc:sldChg chg="modSp mod">
        <pc:chgData name="嘉展 張" userId="56c0cc265fef7f12" providerId="LiveId" clId="{450EC307-3940-4B37-AA33-F223698E967A}" dt="2025-08-21T12:07:10.963" v="476" actId="20577"/>
        <pc:sldMkLst>
          <pc:docMk/>
          <pc:sldMk cId="3676040206" sldId="336"/>
        </pc:sldMkLst>
      </pc:sldChg>
      <pc:sldChg chg="add del">
        <pc:chgData name="嘉展 張" userId="56c0cc265fef7f12" providerId="LiveId" clId="{450EC307-3940-4B37-AA33-F223698E967A}" dt="2025-08-21T12:03:58.647" v="372" actId="47"/>
        <pc:sldMkLst>
          <pc:docMk/>
          <pc:sldMk cId="2128628793" sldId="337"/>
        </pc:sldMkLst>
      </pc:sldChg>
      <pc:sldChg chg="addSp delSp modSp mod">
        <pc:chgData name="嘉展 張" userId="56c0cc265fef7f12" providerId="LiveId" clId="{450EC307-3940-4B37-AA33-F223698E967A}" dt="2025-08-23T06:09:57.521" v="600"/>
        <pc:sldMkLst>
          <pc:docMk/>
          <pc:sldMk cId="3752334464" sldId="345"/>
        </pc:sldMkLst>
      </pc:sldChg>
      <pc:sldChg chg="addSp delSp modSp mod">
        <pc:chgData name="嘉展 張" userId="56c0cc265fef7f12" providerId="LiveId" clId="{450EC307-3940-4B37-AA33-F223698E967A}" dt="2025-08-23T06:10:01.380" v="602"/>
        <pc:sldMkLst>
          <pc:docMk/>
          <pc:sldMk cId="1115666099" sldId="346"/>
        </pc:sldMkLst>
      </pc:sldChg>
      <pc:sldChg chg="addSp delSp modSp mod">
        <pc:chgData name="嘉展 張" userId="56c0cc265fef7f12" providerId="LiveId" clId="{450EC307-3940-4B37-AA33-F223698E967A}" dt="2025-08-23T06:10:06.924" v="604"/>
        <pc:sldMkLst>
          <pc:docMk/>
          <pc:sldMk cId="3822570613" sldId="347"/>
        </pc:sldMkLst>
      </pc:sldChg>
      <pc:sldChg chg="addSp delSp modSp mod">
        <pc:chgData name="嘉展 張" userId="56c0cc265fef7f12" providerId="LiveId" clId="{450EC307-3940-4B37-AA33-F223698E967A}" dt="2025-08-23T06:10:10.520" v="606"/>
        <pc:sldMkLst>
          <pc:docMk/>
          <pc:sldMk cId="2652490174" sldId="348"/>
        </pc:sldMkLst>
      </pc:sldChg>
      <pc:sldChg chg="del">
        <pc:chgData name="嘉展 張" userId="56c0cc265fef7f12" providerId="LiveId" clId="{450EC307-3940-4B37-AA33-F223698E967A}" dt="2025-08-21T12:22:26.988" v="550" actId="47"/>
        <pc:sldMkLst>
          <pc:docMk/>
          <pc:sldMk cId="2056490660" sldId="349"/>
        </pc:sldMkLst>
      </pc:sldChg>
      <pc:sldChg chg="add del">
        <pc:chgData name="嘉展 張" userId="56c0cc265fef7f12" providerId="LiveId" clId="{450EC307-3940-4B37-AA33-F223698E967A}" dt="2025-08-21T12:15:11.308" v="537" actId="47"/>
        <pc:sldMkLst>
          <pc:docMk/>
          <pc:sldMk cId="1893602695" sldId="350"/>
        </pc:sldMkLst>
      </pc:sldChg>
      <pc:sldChg chg="addSp modSp add mod">
        <pc:chgData name="嘉展 張" userId="56c0cc265fef7f12" providerId="LiveId" clId="{450EC307-3940-4B37-AA33-F223698E967A}" dt="2025-08-21T12:03:30.630" v="369" actId="1076"/>
        <pc:sldMkLst>
          <pc:docMk/>
          <pc:sldMk cId="1785051109" sldId="351"/>
        </pc:sldMkLst>
      </pc:sldChg>
      <pc:sldChg chg="addSp modSp add mod">
        <pc:chgData name="嘉展 張" userId="56c0cc265fef7f12" providerId="LiveId" clId="{450EC307-3940-4B37-AA33-F223698E967A}" dt="2025-08-21T12:15:13.273" v="540" actId="20577"/>
        <pc:sldMkLst>
          <pc:docMk/>
          <pc:sldMk cId="2530779841" sldId="352"/>
        </pc:sldMkLst>
      </pc:sldChg>
      <pc:sldChg chg="addSp delSp modSp add mod">
        <pc:chgData name="嘉展 張" userId="56c0cc265fef7f12" providerId="LiveId" clId="{450EC307-3940-4B37-AA33-F223698E967A}" dt="2025-08-23T06:10:13.519" v="608"/>
        <pc:sldMkLst>
          <pc:docMk/>
          <pc:sldMk cId="2244255151" sldId="353"/>
        </pc:sldMkLst>
      </pc:sldChg>
    </pc:docChg>
  </pc:docChgLst>
  <pc:docChgLst>
    <pc:chgData name="嘉展 張" userId="56c0cc265fef7f12" providerId="LiveId" clId="{7EEE00D1-EFBD-4B01-BD1A-2946350CC1E9}"/>
    <pc:docChg chg="undo custSel modSld">
      <pc:chgData name="嘉展 張" userId="56c0cc265fef7f12" providerId="LiveId" clId="{7EEE00D1-EFBD-4B01-BD1A-2946350CC1E9}" dt="2025-08-21T07:42:16.347" v="52" actId="6549"/>
      <pc:docMkLst>
        <pc:docMk/>
      </pc:docMkLst>
      <pc:sldChg chg="modSp mod">
        <pc:chgData name="嘉展 張" userId="56c0cc265fef7f12" providerId="LiveId" clId="{7EEE00D1-EFBD-4B01-BD1A-2946350CC1E9}" dt="2025-08-21T07:41:58.877" v="19" actId="6549"/>
        <pc:sldMkLst>
          <pc:docMk/>
          <pc:sldMk cId="516855969" sldId="328"/>
        </pc:sldMkLst>
      </pc:sldChg>
      <pc:sldChg chg="modSp mod">
        <pc:chgData name="嘉展 張" userId="56c0cc265fef7f12" providerId="LiveId" clId="{7EEE00D1-EFBD-4B01-BD1A-2946350CC1E9}" dt="2025-08-21T07:42:16.347" v="52" actId="6549"/>
        <pc:sldMkLst>
          <pc:docMk/>
          <pc:sldMk cId="3752334464" sldId="345"/>
        </pc:sldMkLst>
      </pc:sldChg>
    </pc:docChg>
  </pc:docChgLst>
  <pc:docChgLst>
    <pc:chgData name="嘉展 張" userId="56c0cc265fef7f12" providerId="LiveId" clId="{9EFC1317-6306-48EB-9B4B-2FDE30204D08}"/>
    <pc:docChg chg="modSld">
      <pc:chgData name="嘉展 張" userId="56c0cc265fef7f12" providerId="LiveId" clId="{9EFC1317-6306-48EB-9B4B-2FDE30204D08}" dt="2025-10-22T03:50:02.791" v="8" actId="20577"/>
      <pc:docMkLst>
        <pc:docMk/>
      </pc:docMkLst>
      <pc:sldChg chg="modSp mod">
        <pc:chgData name="嘉展 張" userId="56c0cc265fef7f12" providerId="LiveId" clId="{9EFC1317-6306-48EB-9B4B-2FDE30204D08}" dt="2025-10-22T03:50:02.791" v="8" actId="20577"/>
        <pc:sldMkLst>
          <pc:docMk/>
          <pc:sldMk cId="1652940647" sldId="335"/>
        </pc:sldMkLst>
        <pc:spChg chg="mod">
          <ac:chgData name="嘉展 張" userId="56c0cc265fef7f12" providerId="LiveId" clId="{9EFC1317-6306-48EB-9B4B-2FDE30204D08}" dt="2025-10-22T03:50:02.791" v="8" actId="20577"/>
          <ac:spMkLst>
            <pc:docMk/>
            <pc:sldMk cId="1652940647" sldId="335"/>
            <ac:spMk id="9" creationId="{72E42168-F293-28CE-AB77-19C9FA4F9121}"/>
          </ac:spMkLst>
        </pc:spChg>
      </pc:sldChg>
      <pc:sldChg chg="modSp mod">
        <pc:chgData name="嘉展 張" userId="56c0cc265fef7f12" providerId="LiveId" clId="{9EFC1317-6306-48EB-9B4B-2FDE30204D08}" dt="2025-10-22T03:49:28.171" v="2" actId="20577"/>
        <pc:sldMkLst>
          <pc:docMk/>
          <pc:sldMk cId="1785051109" sldId="351"/>
        </pc:sldMkLst>
        <pc:spChg chg="mod">
          <ac:chgData name="嘉展 張" userId="56c0cc265fef7f12" providerId="LiveId" clId="{9EFC1317-6306-48EB-9B4B-2FDE30204D08}" dt="2025-10-22T03:49:28.171" v="2" actId="20577"/>
          <ac:spMkLst>
            <pc:docMk/>
            <pc:sldMk cId="1785051109" sldId="351"/>
            <ac:spMk id="9" creationId="{70638522-E0A4-F1C5-80A4-CE52F7BF73A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84972-CFB7-106B-7451-91573232A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6F8FD00-AEC8-4AD1-3591-69A9B506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BACD59-E2F1-EA33-4090-0B4101A21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5667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82997-9E75-6948-9C7E-BBAEDCD5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C25594B-0E1F-7CB8-B6FA-BDC2CEECE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F056F3-5D4D-33B0-5A29-68B75F18A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5426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F4579-EC49-74F7-731C-CF35115D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56E8282-F896-AF4E-2FE7-D71647B80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0342D6-751C-5997-C484-428A8A459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0578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4B62A-E8B5-BC4E-4521-79A7BDD0F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D6E163B-9542-3BAB-516D-7FF62C1CD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88890F7-99BF-5B00-1AE0-D04E9742F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7630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3AFA-50C9-AF72-D66C-23F38297B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A3DB228-14A9-DFE1-B221-C17D35B90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0DADDF-B9CF-61E7-07C3-B19DBE62F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26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5468-5212-06C2-1093-089D532F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7D9929-8008-244F-F7A1-B4194840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56B6BE-7444-4031-D537-371867FF1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8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595CE-CF67-61FD-CB4C-B63D34627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A20079C-C412-63DF-0062-7A01942C5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ED3E415-FCC6-E4AE-0897-15A4F46C3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2906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7819F-A323-1F00-64F6-754EE5347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4B815F4-5ADD-DFD9-38F2-98229C87C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217817E-B527-98AD-227C-FAE75870C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6223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  <a:endParaRPr lang="ja-JP" altLang="en-US" sz="4200" b="1" i="0" u="none" strike="noStrike" kern="1200" cap="none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 Bold" panose="020B0602020203020207" pitchFamily="50" charset="-128"/>
              <a:ea typeface="Gen Jyuu Gothic Bold" panose="020B0602020203020207" pitchFamily="50" charset="-128"/>
              <a:cs typeface="Gen Jyuu Gothic Bold" panose="020B0602020203020207" pitchFamily="50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3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2952115" y="355598"/>
            <a:ext cx="80808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手作りケーキ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第三課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～め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「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は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が」的四種句型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～はずだ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vs.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～べきだ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～そうになった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～と言えば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で（動作進行的人數）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～には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～らしい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～といい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せっかく～から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</a:t>
            </a:r>
            <a:r>
              <a:rPr kumimoji="1" lang="en-US" altLang="ja-JP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3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手作りケーキ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第三課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0CA02-6040-19FB-9926-42184DF9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248F616-1C94-3A9A-02A1-F91DA92F33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2E42168-F293-28CE-AB77-19C9FA4F9121}"/>
              </a:ext>
            </a:extLst>
          </p:cNvPr>
          <p:cNvSpPr txBox="1"/>
          <p:nvPr/>
        </p:nvSpPr>
        <p:spPr>
          <a:xfrm>
            <a:off x="1183163" y="1656387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このコートは少し</a:t>
            </a:r>
            <a:r>
              <a:rPr lang="ja-JP" altLang="en-US" sz="4800" u="sng" dirty="0"/>
              <a:t>　　　　　　　　　　　</a:t>
            </a:r>
            <a:r>
              <a:rPr lang="ja-JP" altLang="en-US" sz="4800" dirty="0"/>
              <a:t>なので着やすいです。　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このバッグ</a:t>
            </a:r>
            <a:r>
              <a:rPr lang="ja-JP" altLang="en-US" sz="4800" u="sng" dirty="0"/>
              <a:t>　　　　　　　　　　　　</a:t>
            </a:r>
            <a:r>
              <a:rPr lang="ja-JP" altLang="en-US" sz="4800" dirty="0"/>
              <a:t>が高すぎる　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電車のドアが急に開いて、</a:t>
            </a:r>
            <a:r>
              <a:rPr lang="ja-JP" altLang="en-US" sz="4800" u="sng" dirty="0"/>
              <a:t>　　　　　　　　　　　　</a:t>
            </a:r>
            <a:r>
              <a:rPr lang="ja-JP" altLang="en-US" sz="4800" dirty="0"/>
              <a:t>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時間に遅れるなんて、約束した以上来る</a:t>
            </a:r>
            <a:r>
              <a:rPr lang="ja-JP" altLang="en-US" sz="4800" u="sng" dirty="0"/>
              <a:t>　　　　　　　　　　　　</a:t>
            </a:r>
            <a:r>
              <a:rPr lang="ja-JP" altLang="en-US" sz="4800" dirty="0"/>
              <a:t>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今度の打ち合わせはわたしと佐藤君、二人</a:t>
            </a:r>
            <a:r>
              <a:rPr lang="ja-JP" altLang="en-US" sz="4800" u="sng" dirty="0"/>
              <a:t>　　　　　　　　　　　　</a:t>
            </a:r>
            <a:r>
              <a:rPr lang="ja-JP" altLang="en-US" sz="4800" dirty="0"/>
              <a:t>出ます。</a:t>
            </a:r>
            <a:endParaRPr lang="en-US" altLang="ja-JP" sz="4800" dirty="0"/>
          </a:p>
        </p:txBody>
      </p:sp>
      <p:sp>
        <p:nvSpPr>
          <p:cNvPr id="2" name="文字方塊 5">
            <a:extLst>
              <a:ext uri="{FF2B5EF4-FFF2-40B4-BE49-F238E27FC236}">
                <a16:creationId xmlns:a16="http://schemas.microsoft.com/office/drawing/2014/main" id="{CF4B580D-D7FA-7D8F-2B8A-7BEE30854BEB}"/>
              </a:ext>
            </a:extLst>
          </p:cNvPr>
          <p:cNvSpPr txBox="1"/>
          <p:nvPr/>
        </p:nvSpPr>
        <p:spPr>
          <a:xfrm>
            <a:off x="4484901" y="11644114"/>
            <a:ext cx="14778405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～は～が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～そうになった　</a:t>
            </a:r>
            <a:r>
              <a:rPr lang="en-US" altLang="ja-JP" sz="4800" dirty="0"/>
              <a:t>/</a:t>
            </a:r>
            <a:r>
              <a:rPr lang="ja-JP" altLang="en-US" sz="4800" dirty="0"/>
              <a:t>　で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～め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～べきだ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65294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CE173-C750-8020-F743-8CC2F5E3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288E7F36-999E-ADDA-DEBF-83382E2481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0638522-E0A4-F1C5-80A4-CE52F7BF73A4}"/>
              </a:ext>
            </a:extLst>
          </p:cNvPr>
          <p:cNvSpPr txBox="1"/>
          <p:nvPr/>
        </p:nvSpPr>
        <p:spPr>
          <a:xfrm>
            <a:off x="1183163" y="1656387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このコートは少し</a:t>
            </a:r>
            <a:r>
              <a:rPr lang="ja-JP" altLang="en-US" sz="4800" u="sng" dirty="0"/>
              <a:t>　　　　　　　　　　　</a:t>
            </a:r>
            <a:r>
              <a:rPr lang="ja-JP" altLang="en-US" sz="4800" dirty="0"/>
              <a:t>なので着やすいです。　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このバッグ</a:t>
            </a:r>
            <a:r>
              <a:rPr lang="ja-JP" altLang="en-US" sz="4800" u="sng" dirty="0"/>
              <a:t>　　　　　　　　　　　　</a:t>
            </a:r>
            <a:r>
              <a:rPr lang="ja-JP" altLang="en-US" sz="4800" dirty="0"/>
              <a:t>が高すぎる　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電車のドアが急に開いて、</a:t>
            </a:r>
            <a:r>
              <a:rPr lang="ja-JP" altLang="en-US" sz="4800" u="sng" dirty="0"/>
              <a:t>　　　　　　　　　　　　</a:t>
            </a:r>
            <a:r>
              <a:rPr lang="ja-JP" altLang="en-US" sz="4800" dirty="0"/>
              <a:t>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時間に遅れるなんて、約束した以上来る</a:t>
            </a:r>
            <a:r>
              <a:rPr lang="ja-JP" altLang="en-US" sz="4800" u="sng" dirty="0"/>
              <a:t>　　　　　　　　　　　　</a:t>
            </a:r>
            <a:r>
              <a:rPr lang="ja-JP" altLang="en-US" sz="4800" dirty="0"/>
              <a:t>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今度の打ち合わせはわたしと佐藤君、二人</a:t>
            </a:r>
            <a:r>
              <a:rPr lang="ja-JP" altLang="en-US" sz="4800" u="sng" dirty="0"/>
              <a:t>　　　　　　　　　　　　</a:t>
            </a:r>
            <a:r>
              <a:rPr lang="ja-JP" altLang="en-US" sz="4800" dirty="0"/>
              <a:t>出ます。</a:t>
            </a:r>
            <a:endParaRPr lang="en-US" altLang="ja-JP" sz="4800" dirty="0"/>
          </a:p>
        </p:txBody>
      </p:sp>
      <p:sp>
        <p:nvSpPr>
          <p:cNvPr id="2" name="文字方塊 5">
            <a:extLst>
              <a:ext uri="{FF2B5EF4-FFF2-40B4-BE49-F238E27FC236}">
                <a16:creationId xmlns:a16="http://schemas.microsoft.com/office/drawing/2014/main" id="{3E83641A-DA0D-28BC-38CD-0DE176B46B43}"/>
              </a:ext>
            </a:extLst>
          </p:cNvPr>
          <p:cNvSpPr txBox="1"/>
          <p:nvPr/>
        </p:nvSpPr>
        <p:spPr>
          <a:xfrm>
            <a:off x="4484901" y="11644114"/>
            <a:ext cx="14778405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～は～が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～そうになった　</a:t>
            </a:r>
            <a:r>
              <a:rPr lang="en-US" altLang="ja-JP" sz="4800" dirty="0"/>
              <a:t>/</a:t>
            </a:r>
            <a:r>
              <a:rPr lang="ja-JP" altLang="en-US" sz="4800" dirty="0"/>
              <a:t>　で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～め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～べきだ</a:t>
            </a:r>
            <a:endParaRPr kumimoji="1" lang="ja-JP" altLang="en-US" sz="4800" dirty="0"/>
          </a:p>
        </p:txBody>
      </p:sp>
      <p:sp>
        <p:nvSpPr>
          <p:cNvPr id="3" name="文字方塊 6">
            <a:extLst>
              <a:ext uri="{FF2B5EF4-FFF2-40B4-BE49-F238E27FC236}">
                <a16:creationId xmlns:a16="http://schemas.microsoft.com/office/drawing/2014/main" id="{616A7773-7788-5C76-5B9D-9CD69F2B8D41}"/>
              </a:ext>
            </a:extLst>
          </p:cNvPr>
          <p:cNvSpPr txBox="1"/>
          <p:nvPr/>
        </p:nvSpPr>
        <p:spPr>
          <a:xfrm>
            <a:off x="6893533" y="2214097"/>
            <a:ext cx="1931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大きめ</a:t>
            </a: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007DE62A-F9DC-1670-1EF5-70841FAF0FF2}"/>
              </a:ext>
            </a:extLst>
          </p:cNvPr>
          <p:cNvSpPr txBox="1"/>
          <p:nvPr/>
        </p:nvSpPr>
        <p:spPr>
          <a:xfrm>
            <a:off x="4988560" y="4119927"/>
            <a:ext cx="48494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はデザインがいい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939BCF45-640F-FD51-4366-EDD7F4FEF55B}"/>
              </a:ext>
            </a:extLst>
          </p:cNvPr>
          <p:cNvSpPr txBox="1"/>
          <p:nvPr/>
        </p:nvSpPr>
        <p:spPr>
          <a:xfrm>
            <a:off x="9297757" y="5947897"/>
            <a:ext cx="45544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落ちそうになった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FFAF556D-96C8-2940-1F9B-4D735DE36CE1}"/>
              </a:ext>
            </a:extLst>
          </p:cNvPr>
          <p:cNvSpPr txBox="1"/>
          <p:nvPr/>
        </p:nvSpPr>
        <p:spPr>
          <a:xfrm>
            <a:off x="12837160" y="7762240"/>
            <a:ext cx="29658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べきだった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BDA466C-A4CA-D2D7-2E3E-55F536CF2309}"/>
              </a:ext>
            </a:extLst>
          </p:cNvPr>
          <p:cNvSpPr txBox="1"/>
          <p:nvPr/>
        </p:nvSpPr>
        <p:spPr>
          <a:xfrm>
            <a:off x="14742160" y="9566445"/>
            <a:ext cx="7425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で</a:t>
            </a:r>
          </a:p>
        </p:txBody>
      </p:sp>
    </p:spTree>
    <p:extLst>
      <p:ext uri="{BB962C8B-B14F-4D97-AF65-F5344CB8AC3E}">
        <p14:creationId xmlns:p14="http://schemas.microsoft.com/office/powerpoint/2010/main" val="1785051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9C232-8E7E-373C-6357-B83E851A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3E1321ED-A884-C297-CFB0-67F0C676076A}"/>
              </a:ext>
            </a:extLst>
          </p:cNvPr>
          <p:cNvSpPr txBox="1"/>
          <p:nvPr/>
        </p:nvSpPr>
        <p:spPr>
          <a:xfrm>
            <a:off x="1183163" y="3082851"/>
            <a:ext cx="22301713" cy="1087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わからないところがあったら、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。「といい」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韓国料理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キムチが有名ですね　。「と言えば」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　　　　　　　　　　　　　　　</a:t>
            </a:r>
            <a:r>
              <a:rPr lang="ja-JP" altLang="en-US" sz="4800" dirty="0"/>
              <a:t>時間が必要だ。「には」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子どもは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服を着たほうがいいと思う。「らしい」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から少しいようよ　。「せっかく」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endParaRPr lang="ja-JP" altLang="en-US" sz="4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A8A9AF6-D02B-8CD4-94E1-C846C64EEFE6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6040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554C4-4B9B-9650-0BC7-06BA9A43D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4FC1F0D-A239-0F48-DB84-9DD76F73E42B}"/>
              </a:ext>
            </a:extLst>
          </p:cNvPr>
          <p:cNvSpPr txBox="1"/>
          <p:nvPr/>
        </p:nvSpPr>
        <p:spPr>
          <a:xfrm>
            <a:off x="1183163" y="3082851"/>
            <a:ext cx="22301713" cy="1087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わからないところがあったら、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。「といい」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韓国料理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キムチが有名ですね　。「と言えば」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　　　　　　　　　　　　　　　</a:t>
            </a:r>
            <a:r>
              <a:rPr lang="ja-JP" altLang="en-US" sz="4800" dirty="0"/>
              <a:t>時間が必要だ。「には」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子どもは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服を着たほうがいいと思う。「らしい」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から少しいようよ　。「せっかく」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endParaRPr lang="ja-JP" altLang="en-US" sz="4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9B70E09-E5E2-EC1F-B2E1-112DC08D1D1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6">
            <a:extLst>
              <a:ext uri="{FF2B5EF4-FFF2-40B4-BE49-F238E27FC236}">
                <a16:creationId xmlns:a16="http://schemas.microsoft.com/office/drawing/2014/main" id="{B3F74C58-9C23-DFFC-6F21-4C0C616E4B07}"/>
              </a:ext>
            </a:extLst>
          </p:cNvPr>
          <p:cNvSpPr txBox="1"/>
          <p:nvPr/>
        </p:nvSpPr>
        <p:spPr>
          <a:xfrm>
            <a:off x="10428536" y="3699997"/>
            <a:ext cx="35269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ググるといい</a:t>
            </a: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00B88B11-48A1-09FE-12AA-39F4D3CF6DFC}"/>
              </a:ext>
            </a:extLst>
          </p:cNvPr>
          <p:cNvSpPr txBox="1"/>
          <p:nvPr/>
        </p:nvSpPr>
        <p:spPr>
          <a:xfrm>
            <a:off x="5894874" y="5528797"/>
            <a:ext cx="24545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と言えば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BDC2D240-7BC9-9589-02B3-BBFB73343101}"/>
              </a:ext>
            </a:extLst>
          </p:cNvPr>
          <p:cNvSpPr txBox="1"/>
          <p:nvPr/>
        </p:nvSpPr>
        <p:spPr>
          <a:xfrm>
            <a:off x="3044562" y="7356207"/>
            <a:ext cx="66543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rgbClr val="1C85C9"/>
                </a:solidFill>
              </a:rPr>
              <a:t>新しい仕事に慣れる</a:t>
            </a:r>
            <a:r>
              <a:rPr kumimoji="1" lang="ja-JP" altLang="en-US" sz="4800" b="1" dirty="0">
                <a:solidFill>
                  <a:srgbClr val="1C85C9"/>
                </a:solidFill>
              </a:rPr>
              <a:t>には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A968FD8F-F2B8-0D63-A3ED-777FC9922598}"/>
              </a:ext>
            </a:extLst>
          </p:cNvPr>
          <p:cNvSpPr txBox="1"/>
          <p:nvPr/>
        </p:nvSpPr>
        <p:spPr>
          <a:xfrm>
            <a:off x="5149304" y="9183617"/>
            <a:ext cx="34884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子どもらしい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3088A3D-BFFB-B10F-F762-54AF6E90F6D0}"/>
              </a:ext>
            </a:extLst>
          </p:cNvPr>
          <p:cNvSpPr txBox="1"/>
          <p:nvPr/>
        </p:nvSpPr>
        <p:spPr>
          <a:xfrm>
            <a:off x="2310854" y="11011027"/>
            <a:ext cx="52036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せっかく海まで来た</a:t>
            </a:r>
          </a:p>
        </p:txBody>
      </p:sp>
    </p:spTree>
    <p:extLst>
      <p:ext uri="{BB962C8B-B14F-4D97-AF65-F5344CB8AC3E}">
        <p14:creationId xmlns:p14="http://schemas.microsoft.com/office/powerpoint/2010/main" val="2530779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FCCD7-BC46-61BF-A726-6DB5636E6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A0A9A7DD-4824-32B1-92C5-83661D5721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8AA8811-97ED-1E56-2010-AD0EF50A02EA}"/>
              </a:ext>
            </a:extLst>
          </p:cNvPr>
          <p:cNvSpPr txBox="1"/>
          <p:nvPr/>
        </p:nvSpPr>
        <p:spPr>
          <a:xfrm>
            <a:off x="1183163" y="3082851"/>
            <a:ext cx="223017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問題１</a:t>
            </a:r>
          </a:p>
          <a:p>
            <a:pPr>
              <a:lnSpc>
                <a:spcPct val="150000"/>
              </a:lnSpc>
              <a:buNone/>
            </a:pPr>
            <a:r>
              <a:rPr lang="ja-JP" altLang="en-US" sz="4800" dirty="0"/>
              <a:t>中谷さんがチョコレートケーキを持ってきたことについて、コウさん（筆者）はどう思いましたか。</a:t>
            </a:r>
            <a:endParaRPr lang="en-US" altLang="ja-JP" sz="4800" dirty="0"/>
          </a:p>
          <a:p>
            <a:pPr>
              <a:lnSpc>
                <a:spcPct val="150000"/>
              </a:lnSpc>
            </a:pP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516855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2514-EE97-0466-C267-A86BF7F1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76C0BFA-88EA-2889-E4AA-B79CEF3B7D79}"/>
              </a:ext>
            </a:extLst>
          </p:cNvPr>
          <p:cNvSpPr txBox="1"/>
          <p:nvPr/>
        </p:nvSpPr>
        <p:spPr>
          <a:xfrm>
            <a:off x="1183163" y="3082851"/>
            <a:ext cx="223017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問題１</a:t>
            </a:r>
          </a:p>
          <a:p>
            <a:pPr>
              <a:lnSpc>
                <a:spcPct val="150000"/>
              </a:lnSpc>
              <a:buNone/>
            </a:pPr>
            <a:r>
              <a:rPr lang="ja-JP" altLang="en-US" sz="4800" dirty="0"/>
              <a:t>中谷さんがチョコレートケーキを持ってきたことについて、コウさん（筆者）はどう思いましたか。</a:t>
            </a:r>
            <a:endParaRPr lang="en-US" altLang="ja-JP" sz="4800" dirty="0"/>
          </a:p>
          <a:p>
            <a:pPr lvl="1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正解：料理が苦手な中谷さんがケーキを作ったことに驚いた。</a:t>
            </a:r>
            <a:endParaRPr lang="en-US" altLang="ja-JP" sz="4800" dirty="0">
              <a:solidFill>
                <a:srgbClr val="1C85C9"/>
              </a:solidFill>
            </a:endParaRPr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2E4D65C-88C5-2B53-5C50-C6995B266059}"/>
              </a:ext>
            </a:extLst>
          </p:cNvPr>
          <p:cNvSpPr txBox="1"/>
          <p:nvPr/>
        </p:nvSpPr>
        <p:spPr>
          <a:xfrm>
            <a:off x="1185672" y="1002134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「中谷さんは料理が苦手なはずです。」という描写から、</a:t>
            </a:r>
            <a:r>
              <a:rPr lang="en-US" altLang="ja-JP" sz="4800" dirty="0"/>
              <a:t>C</a:t>
            </a:r>
            <a:r>
              <a:rPr lang="ja-JP" altLang="en-US" sz="4800" dirty="0"/>
              <a:t>が正しい。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E68FFDF7-06FE-3C0E-A5E5-DC09798D990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233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7A1BEF9D-AEE7-B80F-AC0A-FC3098D38003}"/>
              </a:ext>
            </a:extLst>
          </p:cNvPr>
          <p:cNvSpPr txBox="1"/>
          <p:nvPr/>
        </p:nvSpPr>
        <p:spPr>
          <a:xfrm>
            <a:off x="1183163" y="3082851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問題２</a:t>
            </a:r>
          </a:p>
          <a:p>
            <a:pPr>
              <a:lnSpc>
                <a:spcPct val="150000"/>
              </a:lnSpc>
              <a:buNone/>
            </a:pPr>
            <a:r>
              <a:rPr lang="ja-JP" altLang="en-US" sz="4800" dirty="0"/>
              <a:t>中谷さんがケーキを炊飯器で作った理由は何ですか。</a:t>
            </a:r>
            <a:endParaRPr lang="en-US" altLang="ja-JP" sz="4800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316ECF4-84B2-0416-B6B7-AC4464EB4665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791972DE-32A1-4F65-4F05-A0720EBE7D72}"/>
              </a:ext>
            </a:extLst>
          </p:cNvPr>
          <p:cNvSpPr txBox="1"/>
          <p:nvPr/>
        </p:nvSpPr>
        <p:spPr>
          <a:xfrm>
            <a:off x="1183163" y="3082851"/>
            <a:ext cx="223017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問題２</a:t>
            </a:r>
          </a:p>
          <a:p>
            <a:pPr>
              <a:lnSpc>
                <a:spcPct val="150000"/>
              </a:lnSpc>
              <a:buNone/>
            </a:pPr>
            <a:r>
              <a:rPr lang="ja-JP" altLang="en-US" sz="4800" dirty="0"/>
              <a:t>中谷さんがケーキを炊飯器で作った理由は何ですか。</a:t>
            </a:r>
            <a:endParaRPr lang="en-US" altLang="ja-JP" sz="4800" dirty="0"/>
          </a:p>
          <a:p>
            <a:pPr lvl="1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正解：買った炊飯器を有効に使いたかったから。</a:t>
            </a:r>
            <a:endParaRPr lang="en-US" altLang="ja-JP" sz="4800" b="1" dirty="0">
              <a:solidFill>
                <a:srgbClr val="1C85C9"/>
              </a:solidFill>
            </a:endParaRPr>
          </a:p>
          <a:p>
            <a:pPr>
              <a:lnSpc>
                <a:spcPct val="150000"/>
              </a:lnSpc>
            </a:pP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99D7CA2-E01E-EF9A-3A96-A250130CADCE}"/>
              </a:ext>
            </a:extLst>
          </p:cNvPr>
          <p:cNvSpPr txBox="1"/>
          <p:nvPr/>
        </p:nvSpPr>
        <p:spPr>
          <a:xfrm>
            <a:off x="1185672" y="1002134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「せっかく炊飯器を買ったんだから、ちゃんと使おうと思って。」と本文に明記。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427E9710-2546-F932-A2D7-C03F677D8D66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F9413-1E46-C93C-F4C8-1E4033CEB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E567368A-DCF2-5747-4802-FD4DFD36BEE9}"/>
              </a:ext>
            </a:extLst>
          </p:cNvPr>
          <p:cNvSpPr txBox="1"/>
          <p:nvPr/>
        </p:nvSpPr>
        <p:spPr>
          <a:xfrm>
            <a:off x="1183163" y="3082851"/>
            <a:ext cx="22301713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問題３</a:t>
            </a:r>
          </a:p>
          <a:p>
            <a:pPr>
              <a:lnSpc>
                <a:spcPct val="150000"/>
              </a:lnSpc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）あなたはケーキを作ったことがありますか。</a:t>
            </a:r>
            <a:endParaRPr lang="en-US" altLang="ja-JP" sz="4800" dirty="0"/>
          </a:p>
          <a:p>
            <a:pPr>
              <a:lnSpc>
                <a:spcPct val="150000"/>
              </a:lnSpc>
              <a:buNone/>
            </a:pPr>
            <a:endParaRPr lang="en-US" altLang="ja-JP" sz="4800" b="1" dirty="0"/>
          </a:p>
          <a:p>
            <a:pPr>
              <a:lnSpc>
                <a:spcPct val="150000"/>
              </a:lnSpc>
              <a:buNone/>
            </a:pPr>
            <a:endParaRPr lang="en-US" altLang="ja-JP" sz="4800" b="1" dirty="0"/>
          </a:p>
          <a:p>
            <a:pPr>
              <a:lnSpc>
                <a:spcPct val="150000"/>
              </a:lnSpc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）誰と一緒に食べましたか。／どんなときに食べたいですか。</a:t>
            </a:r>
            <a:endParaRPr lang="en-US" altLang="ja-JP" sz="4800" dirty="0"/>
          </a:p>
          <a:p>
            <a:pPr>
              <a:lnSpc>
                <a:spcPct val="150000"/>
              </a:lnSpc>
              <a:buNone/>
            </a:pPr>
            <a:endParaRPr lang="en-US" altLang="ja-JP" sz="4800" b="1" dirty="0"/>
          </a:p>
          <a:p>
            <a:pPr>
              <a:lnSpc>
                <a:spcPct val="150000"/>
              </a:lnSpc>
              <a:buNone/>
            </a:pPr>
            <a:endParaRPr lang="en-US" altLang="ja-JP" sz="4800" b="1" dirty="0"/>
          </a:p>
          <a:p>
            <a:pPr>
              <a:lnSpc>
                <a:spcPct val="150000"/>
              </a:lnSpc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）本文で一番おもしろいと思ったことは何ですか。</a:t>
            </a:r>
            <a:endParaRPr lang="en-US" altLang="ja-JP" sz="4800" b="1" dirty="0"/>
          </a:p>
          <a:p>
            <a:endParaRPr lang="en-US" altLang="ja-JP" sz="4800" b="1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1923BD8-A3B3-9137-6011-8FB1EF382210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2490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F4EBC-88B7-ADE9-DB09-7D6E6F872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F3BADE3-78F8-2EB8-867F-8096C66EE426}"/>
              </a:ext>
            </a:extLst>
          </p:cNvPr>
          <p:cNvSpPr txBox="1"/>
          <p:nvPr/>
        </p:nvSpPr>
        <p:spPr>
          <a:xfrm>
            <a:off x="1183163" y="3082851"/>
            <a:ext cx="22301713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問題３</a:t>
            </a:r>
          </a:p>
          <a:p>
            <a:pPr>
              <a:lnSpc>
                <a:spcPct val="150000"/>
              </a:lnSpc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）あなたはケーキを作ったことがありますか。</a:t>
            </a:r>
            <a:endParaRPr lang="en-US" altLang="ja-JP" sz="4800" dirty="0"/>
          </a:p>
          <a:p>
            <a:pPr>
              <a:lnSpc>
                <a:spcPct val="150000"/>
              </a:lnSpc>
              <a:buNone/>
            </a:pPr>
            <a:endParaRPr lang="en-US" altLang="ja-JP" sz="4800" dirty="0"/>
          </a:p>
          <a:p>
            <a:pPr>
              <a:lnSpc>
                <a:spcPct val="150000"/>
              </a:lnSpc>
              <a:buNone/>
            </a:pPr>
            <a:endParaRPr lang="en-US" altLang="ja-JP" sz="4800" b="1" dirty="0"/>
          </a:p>
          <a:p>
            <a:pPr>
              <a:lnSpc>
                <a:spcPct val="150000"/>
              </a:lnSpc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）誰と一緒に食べましたか。／どんなときに食べたいですか。</a:t>
            </a:r>
            <a:endParaRPr lang="en-US" altLang="ja-JP" sz="4800" dirty="0"/>
          </a:p>
          <a:p>
            <a:pPr>
              <a:lnSpc>
                <a:spcPct val="150000"/>
              </a:lnSpc>
              <a:buNone/>
            </a:pPr>
            <a:endParaRPr lang="en-US" altLang="ja-JP" sz="4800" dirty="0"/>
          </a:p>
          <a:p>
            <a:pPr>
              <a:lnSpc>
                <a:spcPct val="150000"/>
              </a:lnSpc>
              <a:buNone/>
            </a:pPr>
            <a:endParaRPr lang="en-US" altLang="ja-JP" sz="4800" b="1" dirty="0"/>
          </a:p>
          <a:p>
            <a:pPr>
              <a:lnSpc>
                <a:spcPct val="150000"/>
              </a:lnSpc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）本文で一番おもしろいと思ったことは何ですか。</a:t>
            </a:r>
            <a:endParaRPr lang="en-US" altLang="ja-JP" sz="4800" b="1" dirty="0"/>
          </a:p>
          <a:p>
            <a:endParaRPr lang="en-US" altLang="ja-JP" sz="4800" b="1" dirty="0"/>
          </a:p>
        </p:txBody>
      </p:sp>
      <p:sp>
        <p:nvSpPr>
          <p:cNvPr id="2" name="文字方塊 6">
            <a:extLst>
              <a:ext uri="{FF2B5EF4-FFF2-40B4-BE49-F238E27FC236}">
                <a16:creationId xmlns:a16="http://schemas.microsoft.com/office/drawing/2014/main" id="{5A61AE76-70E5-C87E-387D-2C09CF9884A8}"/>
              </a:ext>
            </a:extLst>
          </p:cNvPr>
          <p:cNvSpPr txBox="1"/>
          <p:nvPr/>
        </p:nvSpPr>
        <p:spPr>
          <a:xfrm>
            <a:off x="1750060" y="5725214"/>
            <a:ext cx="155750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いいえ、まだ作ったことがありませんが、作ってみたいです。</a:t>
            </a:r>
          </a:p>
        </p:txBody>
      </p:sp>
      <p:sp>
        <p:nvSpPr>
          <p:cNvPr id="3" name="文字方塊 6">
            <a:extLst>
              <a:ext uri="{FF2B5EF4-FFF2-40B4-BE49-F238E27FC236}">
                <a16:creationId xmlns:a16="http://schemas.microsoft.com/office/drawing/2014/main" id="{8427E61A-2FC7-336B-A2B3-D66E8960E4F9}"/>
              </a:ext>
            </a:extLst>
          </p:cNvPr>
          <p:cNvSpPr txBox="1"/>
          <p:nvPr/>
        </p:nvSpPr>
        <p:spPr>
          <a:xfrm>
            <a:off x="1750060" y="9015694"/>
            <a:ext cx="103909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クリスマスや特別な日に食べたいです。</a:t>
            </a: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393E8972-43C2-8698-B8C0-AD3A819390C5}"/>
              </a:ext>
            </a:extLst>
          </p:cNvPr>
          <p:cNvSpPr txBox="1"/>
          <p:nvPr/>
        </p:nvSpPr>
        <p:spPr>
          <a:xfrm>
            <a:off x="1750060" y="12139286"/>
            <a:ext cx="158411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炊飯器でケーキを作れることが一番おもしろいと思いました。</a:t>
            </a: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DB36D2F2-00FF-33BC-4836-B8F712655F52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4255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12144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他從沒遲到過，應該是遇到什麼事了。</a:t>
            </a:r>
            <a:endParaRPr lang="en-US" altLang="zh-TW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Font typeface="+mj-lt"/>
              <a:buAutoNum type="arabicPeriod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差點就要把咖啡打翻了。</a:t>
            </a:r>
            <a:endParaRPr lang="en-US" altLang="zh-TW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Font typeface="+mj-lt"/>
              <a:buAutoNum type="arabicPeriod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3.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要去美國，必須取得簽證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Font typeface="+mj-lt"/>
              <a:buAutoNum type="arabicPeriod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好不容易才能見到老師，所以我一定要和他合照。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2911401"/>
            <a:ext cx="22301713" cy="13252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他從沒遲到過，應該是遇到什麼事了。</a:t>
            </a:r>
            <a:endParaRPr lang="en-US" altLang="zh-TW" sz="4800" b="1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4800" b="1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    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彼は今まで遅刻したことがないから、何かあったはずだ。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差點就要把咖啡打翻了。</a:t>
            </a:r>
            <a:endParaRPr lang="en-US" altLang="zh-TW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4800" b="1" dirty="0">
                <a:solidFill>
                  <a:srgbClr val="E46D4B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　　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コーヒーをこぼしそうになった。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3.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要去美國，必須取得簽證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　</a:t>
            </a:r>
            <a:r>
              <a:rPr lang="ja-JP" altLang="en-US" sz="4800" b="1" dirty="0">
                <a:solidFill>
                  <a:srgbClr val="E46D4B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　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アメリカに行くには、ビザを取らなければなりません。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好不容易才能見到老師，所以我一定要和他合照。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4800" dirty="0">
                <a:solidFill>
                  <a:srgbClr val="E46D4B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　　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せっかく先生に会えたから、一緒に写真を撮らなければならない。</a:t>
            </a:r>
            <a:endParaRPr lang="en-US" altLang="ja-JP" sz="4800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 marL="914400" indent="-914400">
              <a:lnSpc>
                <a:spcPct val="150000"/>
              </a:lnSpc>
              <a:buAutoNum type="arabicPeriod" startAt="2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831</TotalTime>
  <Words>819</Words>
  <Application>Microsoft Office PowerPoint</Application>
  <PresentationFormat>ユーザー設定</PresentationFormat>
  <Paragraphs>111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Gen Jyuu Gothic Bold</vt:lpstr>
      <vt:lpstr>Microsoft JhengHei</vt:lpstr>
      <vt:lpstr>Arial</vt:lpstr>
      <vt:lpstr>HGPSoeiKakugothicUB</vt:lpstr>
      <vt:lpstr>BIZ UDPGothic</vt:lpstr>
      <vt:lpstr>BIZ UDGothic</vt:lpstr>
      <vt:lpstr>SimSun</vt:lpstr>
      <vt:lpstr>Gen Jyuu GothicL Bold</vt:lpstr>
      <vt:lpstr>Microsoft Yahei</vt:lpstr>
      <vt:lpstr>Wingdings 2</vt:lpstr>
      <vt:lpstr>Calibri</vt:lpstr>
      <vt:lpstr>Microsoft JhengHei Light</vt:lpstr>
      <vt:lpstr>Calibri Light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2025-10-22T03:50:05Z</dcterms:modified>
</cp:coreProperties>
</file>