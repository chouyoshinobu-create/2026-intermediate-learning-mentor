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8" r:id="rId1"/>
  </p:sldMasterIdLst>
  <p:notesMasterIdLst>
    <p:notesMasterId r:id="rId16"/>
  </p:notesMasterIdLst>
  <p:handoutMasterIdLst>
    <p:handoutMasterId r:id="rId17"/>
  </p:handoutMasterIdLst>
  <p:sldIdLst>
    <p:sldId id="274" r:id="rId2"/>
    <p:sldId id="359" r:id="rId3"/>
    <p:sldId id="368" r:id="rId4"/>
    <p:sldId id="367" r:id="rId5"/>
    <p:sldId id="370" r:id="rId6"/>
    <p:sldId id="345" r:id="rId7"/>
    <p:sldId id="358" r:id="rId8"/>
    <p:sldId id="346" r:id="rId9"/>
    <p:sldId id="347" r:id="rId10"/>
    <p:sldId id="354" r:id="rId11"/>
    <p:sldId id="371" r:id="rId12"/>
    <p:sldId id="343" r:id="rId13"/>
    <p:sldId id="342" r:id="rId14"/>
    <p:sldId id="264" r:id="rId15"/>
  </p:sldIdLst>
  <p:sldSz cx="24384000" cy="13716000"/>
  <p:notesSz cx="6858000" cy="9144000"/>
  <p:embeddedFontLst>
    <p:embeddedFont>
      <p:font typeface="BIZ UDPGothic" panose="020B0400000000000000" pitchFamily="50" charset="-128"/>
      <p:regular r:id="rId18"/>
      <p:bold r:id="rId19"/>
    </p:embeddedFont>
    <p:embeddedFont>
      <p:font typeface="BIZ UDGothic" panose="020B0400000000000000" pitchFamily="49" charset="-128"/>
      <p:regular r:id="rId20"/>
      <p:bold r:id="rId21"/>
    </p:embeddedFont>
    <p:embeddedFont>
      <p:font typeface="Gen Jyuu GothicL Bold" panose="020B0600070205080204" charset="-128"/>
      <p:bold r:id="rId22"/>
    </p:embeddedFont>
    <p:embeddedFont>
      <p:font typeface="HGPSoeiKakugothicUB" panose="020B0900000000000000" pitchFamily="50" charset="-128"/>
      <p:regular r:id="rId23"/>
    </p:embeddedFont>
    <p:embeddedFont>
      <p:font typeface="Gen Jyuu Gothic Bold" panose="020B0602020203020207" pitchFamily="50" charset="-128"/>
      <p:bold r:id="rId24"/>
    </p:embeddedFont>
    <p:embeddedFont>
      <p:font typeface="Microsoft JhengHei" panose="020B0604030504040204" pitchFamily="34" charset="-120"/>
      <p:regular r:id="rId25"/>
      <p:bold r:id="rId26"/>
    </p:embeddedFont>
    <p:embeddedFont>
      <p:font typeface="Microsoft JhengHei Light" panose="020B0304030504040204" pitchFamily="34" charset="-120"/>
      <p:regular r:id="rId27"/>
    </p:embeddedFont>
    <p:embeddedFont>
      <p:font typeface="Microsoft Yahei" panose="020B0503020204020204" pitchFamily="34" charset="-122"/>
      <p:regular r:id="rId28"/>
      <p:bold r:id="rId29"/>
    </p:embeddedFont>
    <p:embeddedFont>
      <p:font typeface="Wingdings 2" panose="05020102010507070707" pitchFamily="18" charset="2"/>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r:id="rId31" roundtripDataSignature="AMtx7mgWneN2Aa4XZ32EnoSuaD2gv1ski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85C9"/>
    <a:srgbClr val="2289CB"/>
    <a:srgbClr val="288CCC"/>
    <a:srgbClr val="E46D4B"/>
    <a:srgbClr val="F2F2F2"/>
    <a:srgbClr val="3B3838"/>
    <a:srgbClr val="EF8759"/>
    <a:srgbClr val="000000"/>
    <a:srgbClr val="7F7F7F"/>
    <a:srgbClr val="D8D09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A922950-AC2D-449C-BC4C-BDC974086792}" v="54" dt="2025-08-23T09:51:10.857"/>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中等深淺樣式 3 - 輔色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6D9F66E-5EB9-4882-86FB-DCBF35E3C3E4}" styleName="中等深淺樣式 4 - 輔色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637" autoAdjust="0"/>
    <p:restoredTop sz="94660"/>
  </p:normalViewPr>
  <p:slideViewPr>
    <p:cSldViewPr snapToGrid="0">
      <p:cViewPr varScale="1">
        <p:scale>
          <a:sx n="53" d="100"/>
          <a:sy n="53" d="100"/>
        </p:scale>
        <p:origin x="156" y="150"/>
      </p:cViewPr>
      <p:guideLst/>
    </p:cSldViewPr>
  </p:slideViewPr>
  <p:notesTextViewPr>
    <p:cViewPr>
      <p:scale>
        <a:sx n="1" d="1"/>
        <a:sy n="1" d="1"/>
      </p:scale>
      <p:origin x="0" y="0"/>
    </p:cViewPr>
  </p:notesTextViewPr>
  <p:notesViewPr>
    <p:cSldViewPr snapToGrid="0">
      <p:cViewPr>
        <p:scale>
          <a:sx n="1" d="2"/>
          <a:sy n="1" d="2"/>
        </p:scale>
        <p:origin x="4632" y="105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21" Type="http://schemas.openxmlformats.org/officeDocument/2006/relationships/font" Target="fonts/font4.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5" Type="http://schemas.openxmlformats.org/officeDocument/2006/relationships/font" Target="fonts/font8.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3.fntdata"/><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font" Target="fonts/font11.fntdata"/><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font" Target="fonts/font2.fntdata"/><Relationship Id="rId3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嘉展 張" userId="56c0cc265fef7f12" providerId="LiveId" clId="{8CA08C88-E041-4BF4-B019-A40154E7E714}"/>
    <pc:docChg chg="modMainMaster">
      <pc:chgData name="嘉展 張" userId="56c0cc265fef7f12" providerId="LiveId" clId="{8CA08C88-E041-4BF4-B019-A40154E7E714}" dt="2025-08-20T12:41:07.909" v="0"/>
      <pc:docMkLst>
        <pc:docMk/>
      </pc:docMkLst>
      <pc:sldMasterChg chg="modSldLayout">
        <pc:chgData name="嘉展 張" userId="56c0cc265fef7f12" providerId="LiveId" clId="{8CA08C88-E041-4BF4-B019-A40154E7E714}" dt="2025-08-20T12:41:07.909" v="0"/>
        <pc:sldMasterMkLst>
          <pc:docMk/>
          <pc:sldMasterMk cId="2733321511" sldId="2147483688"/>
        </pc:sldMasterMkLst>
        <pc:sldLayoutChg chg="modSp">
          <pc:chgData name="嘉展 張" userId="56c0cc265fef7f12" providerId="LiveId" clId="{8CA08C88-E041-4BF4-B019-A40154E7E714}" dt="2025-08-20T12:41:07.909" v="0"/>
          <pc:sldLayoutMkLst>
            <pc:docMk/>
            <pc:sldMasterMk cId="2733321511" sldId="2147483688"/>
            <pc:sldLayoutMk cId="810264706" sldId="2147483689"/>
          </pc:sldLayoutMkLst>
          <pc:spChg chg="mod">
            <ac:chgData name="嘉展 張" userId="56c0cc265fef7f12" providerId="LiveId" clId="{8CA08C88-E041-4BF4-B019-A40154E7E714}" dt="2025-08-20T12:41:07.909" v="0"/>
            <ac:spMkLst>
              <pc:docMk/>
              <pc:sldMasterMk cId="2733321511" sldId="2147483688"/>
              <pc:sldLayoutMk cId="810264706" sldId="2147483689"/>
              <ac:spMk id="19" creationId="{3F54C1E6-3D7F-502D-6C15-E0DC042557B2}"/>
            </ac:spMkLst>
          </pc:spChg>
        </pc:sldLayoutChg>
      </pc:sldMasterChg>
    </pc:docChg>
  </pc:docChgLst>
  <pc:docChgLst>
    <pc:chgData name="嘉展 張" userId="56c0cc265fef7f12" providerId="LiveId" clId="{B8F15BBE-A2E8-4DCB-B8C2-722EEBD073BE}"/>
    <pc:docChg chg="undo redo custSel addSld delSld modSld modMainMaster">
      <pc:chgData name="嘉展 張" userId="56c0cc265fef7f12" providerId="LiveId" clId="{B8F15BBE-A2E8-4DCB-B8C2-722EEBD073BE}" dt="2025-07-11T23:37:36.079" v="211" actId="20577"/>
      <pc:docMkLst>
        <pc:docMk/>
      </pc:docMkLst>
      <pc:sldChg chg="modSp mod">
        <pc:chgData name="嘉展 張" userId="56c0cc265fef7f12" providerId="LiveId" clId="{B8F15BBE-A2E8-4DCB-B8C2-722EEBD073BE}" dt="2025-07-11T23:28:13.859" v="20"/>
        <pc:sldMkLst>
          <pc:docMk/>
          <pc:sldMk cId="1698366788" sldId="274"/>
        </pc:sldMkLst>
      </pc:sldChg>
      <pc:sldChg chg="modSp mod">
        <pc:chgData name="嘉展 張" userId="56c0cc265fef7f12" providerId="LiveId" clId="{B8F15BBE-A2E8-4DCB-B8C2-722EEBD073BE}" dt="2025-07-11T23:32:06.872" v="132" actId="15"/>
        <pc:sldMkLst>
          <pc:docMk/>
          <pc:sldMk cId="3752334464" sldId="345"/>
        </pc:sldMkLst>
      </pc:sldChg>
      <pc:sldChg chg="modSp mod">
        <pc:chgData name="嘉展 張" userId="56c0cc265fef7f12" providerId="LiveId" clId="{B8F15BBE-A2E8-4DCB-B8C2-722EEBD073BE}" dt="2025-07-11T23:33:18.044" v="143" actId="15"/>
        <pc:sldMkLst>
          <pc:docMk/>
          <pc:sldMk cId="1115666099" sldId="346"/>
        </pc:sldMkLst>
      </pc:sldChg>
      <pc:sldChg chg="modSp mod">
        <pc:chgData name="嘉展 張" userId="56c0cc265fef7f12" providerId="LiveId" clId="{B8F15BBE-A2E8-4DCB-B8C2-722EEBD073BE}" dt="2025-07-11T23:33:38.101" v="146"/>
        <pc:sldMkLst>
          <pc:docMk/>
          <pc:sldMk cId="3822570613" sldId="347"/>
        </pc:sldMkLst>
      </pc:sldChg>
      <pc:sldChg chg="modSp mod">
        <pc:chgData name="嘉展 張" userId="56c0cc265fef7f12" providerId="LiveId" clId="{B8F15BBE-A2E8-4DCB-B8C2-722EEBD073BE}" dt="2025-07-11T23:31:50.127" v="130" actId="207"/>
        <pc:sldMkLst>
          <pc:docMk/>
          <pc:sldMk cId="732333138" sldId="351"/>
        </pc:sldMkLst>
      </pc:sldChg>
      <pc:sldChg chg="modSp mod">
        <pc:chgData name="嘉展 張" userId="56c0cc265fef7f12" providerId="LiveId" clId="{B8F15BBE-A2E8-4DCB-B8C2-722EEBD073BE}" dt="2025-07-11T23:33:49.051" v="148" actId="15"/>
        <pc:sldMkLst>
          <pc:docMk/>
          <pc:sldMk cId="2503062332" sldId="354"/>
        </pc:sldMkLst>
      </pc:sldChg>
      <pc:sldChg chg="modSp mod">
        <pc:chgData name="嘉展 張" userId="56c0cc265fef7f12" providerId="LiveId" clId="{B8F15BBE-A2E8-4DCB-B8C2-722EEBD073BE}" dt="2025-07-11T23:34:13.940" v="153"/>
        <pc:sldMkLst>
          <pc:docMk/>
          <pc:sldMk cId="2169278876" sldId="355"/>
        </pc:sldMkLst>
      </pc:sldChg>
      <pc:sldChg chg="modSp mod">
        <pc:chgData name="嘉展 張" userId="56c0cc265fef7f12" providerId="LiveId" clId="{B8F15BBE-A2E8-4DCB-B8C2-722EEBD073BE}" dt="2025-07-11T23:32:58.322" v="141" actId="6549"/>
        <pc:sldMkLst>
          <pc:docMk/>
          <pc:sldMk cId="4193172206" sldId="358"/>
        </pc:sldMkLst>
      </pc:sldChg>
      <pc:sldChg chg="modSp mod">
        <pc:chgData name="嘉展 張" userId="56c0cc265fef7f12" providerId="LiveId" clId="{B8F15BBE-A2E8-4DCB-B8C2-722EEBD073BE}" dt="2025-07-11T23:29:58.509" v="83" actId="207"/>
        <pc:sldMkLst>
          <pc:docMk/>
          <pc:sldMk cId="3585428774" sldId="359"/>
        </pc:sldMkLst>
      </pc:sldChg>
      <pc:sldChg chg="del">
        <pc:chgData name="嘉展 張" userId="56c0cc265fef7f12" providerId="LiveId" clId="{B8F15BBE-A2E8-4DCB-B8C2-722EEBD073BE}" dt="2025-07-11T23:29:53.142" v="81" actId="47"/>
        <pc:sldMkLst>
          <pc:docMk/>
          <pc:sldMk cId="2643400217" sldId="362"/>
        </pc:sldMkLst>
      </pc:sldChg>
      <pc:sldChg chg="del">
        <pc:chgData name="嘉展 張" userId="56c0cc265fef7f12" providerId="LiveId" clId="{B8F15BBE-A2E8-4DCB-B8C2-722EEBD073BE}" dt="2025-07-11T23:31:42.132" v="129" actId="47"/>
        <pc:sldMkLst>
          <pc:docMk/>
          <pc:sldMk cId="1308011151" sldId="363"/>
        </pc:sldMkLst>
      </pc:sldChg>
      <pc:sldChg chg="add">
        <pc:chgData name="嘉展 張" userId="56c0cc265fef7f12" providerId="LiveId" clId="{B8F15BBE-A2E8-4DCB-B8C2-722EEBD073BE}" dt="2025-07-11T23:29:54.524" v="82"/>
        <pc:sldMkLst>
          <pc:docMk/>
          <pc:sldMk cId="2901890192" sldId="364"/>
        </pc:sldMkLst>
      </pc:sldChg>
      <pc:sldChg chg="add">
        <pc:chgData name="嘉展 張" userId="56c0cc265fef7f12" providerId="LiveId" clId="{B8F15BBE-A2E8-4DCB-B8C2-722EEBD073BE}" dt="2025-07-11T23:31:40.443" v="128"/>
        <pc:sldMkLst>
          <pc:docMk/>
          <pc:sldMk cId="4208653585" sldId="365"/>
        </pc:sldMkLst>
      </pc:sldChg>
      <pc:sldChg chg="addSp delSp modSp add del mod">
        <pc:chgData name="嘉展 張" userId="56c0cc265fef7f12" providerId="LiveId" clId="{B8F15BBE-A2E8-4DCB-B8C2-722EEBD073BE}" dt="2025-07-11T23:35:29.456" v="171" actId="47"/>
        <pc:sldMkLst>
          <pc:docMk/>
          <pc:sldMk cId="2529413341" sldId="366"/>
        </pc:sldMkLst>
      </pc:sldChg>
    </pc:docChg>
  </pc:docChgLst>
  <pc:docChgLst>
    <pc:chgData name="嘉展 張" userId="56c0cc265fef7f12" providerId="LiveId" clId="{4409F9D8-FA24-44EF-8020-254A52CDBD6B}"/>
    <pc:docChg chg="undo custSel addSld delSld modSld modMainMaster">
      <pc:chgData name="嘉展 張" userId="56c0cc265fef7f12" providerId="LiveId" clId="{4409F9D8-FA24-44EF-8020-254A52CDBD6B}" dt="2025-07-12T16:18:00.910" v="201" actId="6549"/>
      <pc:docMkLst>
        <pc:docMk/>
      </pc:docMkLst>
      <pc:sldChg chg="modSp mod">
        <pc:chgData name="嘉展 張" userId="56c0cc265fef7f12" providerId="LiveId" clId="{4409F9D8-FA24-44EF-8020-254A52CDBD6B}" dt="2025-07-11T23:40:58.792" v="23" actId="20577"/>
        <pc:sldMkLst>
          <pc:docMk/>
          <pc:sldMk cId="1698366788" sldId="274"/>
        </pc:sldMkLst>
      </pc:sldChg>
      <pc:sldChg chg="modSp mod">
        <pc:chgData name="嘉展 張" userId="56c0cc265fef7f12" providerId="LiveId" clId="{4409F9D8-FA24-44EF-8020-254A52CDBD6B}" dt="2025-07-12T16:18:00.910" v="201" actId="6549"/>
        <pc:sldMkLst>
          <pc:docMk/>
          <pc:sldMk cId="3383698067" sldId="342"/>
        </pc:sldMkLst>
      </pc:sldChg>
      <pc:sldChg chg="modSp mod">
        <pc:chgData name="嘉展 張" userId="56c0cc265fef7f12" providerId="LiveId" clId="{4409F9D8-FA24-44EF-8020-254A52CDBD6B}" dt="2025-07-12T16:17:52.712" v="197" actId="6549"/>
        <pc:sldMkLst>
          <pc:docMk/>
          <pc:sldMk cId="345017411" sldId="343"/>
        </pc:sldMkLst>
      </pc:sldChg>
      <pc:sldChg chg="modSp mod">
        <pc:chgData name="嘉展 張" userId="56c0cc265fef7f12" providerId="LiveId" clId="{4409F9D8-FA24-44EF-8020-254A52CDBD6B}" dt="2025-07-11T23:44:45.539" v="120" actId="15"/>
        <pc:sldMkLst>
          <pc:docMk/>
          <pc:sldMk cId="3752334464" sldId="345"/>
        </pc:sldMkLst>
      </pc:sldChg>
      <pc:sldChg chg="modSp mod">
        <pc:chgData name="嘉展 張" userId="56c0cc265fef7f12" providerId="LiveId" clId="{4409F9D8-FA24-44EF-8020-254A52CDBD6B}" dt="2025-07-11T23:45:23.356" v="127" actId="15"/>
        <pc:sldMkLst>
          <pc:docMk/>
          <pc:sldMk cId="1115666099" sldId="346"/>
        </pc:sldMkLst>
      </pc:sldChg>
      <pc:sldChg chg="modSp mod">
        <pc:chgData name="嘉展 張" userId="56c0cc265fef7f12" providerId="LiveId" clId="{4409F9D8-FA24-44EF-8020-254A52CDBD6B}" dt="2025-07-11T23:45:47.305" v="131"/>
        <pc:sldMkLst>
          <pc:docMk/>
          <pc:sldMk cId="3822570613" sldId="347"/>
        </pc:sldMkLst>
      </pc:sldChg>
      <pc:sldChg chg="modSp mod">
        <pc:chgData name="嘉展 張" userId="56c0cc265fef7f12" providerId="LiveId" clId="{4409F9D8-FA24-44EF-8020-254A52CDBD6B}" dt="2025-07-11T23:44:22.209" v="117" actId="207"/>
        <pc:sldMkLst>
          <pc:docMk/>
          <pc:sldMk cId="732333138" sldId="351"/>
        </pc:sldMkLst>
      </pc:sldChg>
      <pc:sldChg chg="modSp mod">
        <pc:chgData name="嘉展 張" userId="56c0cc265fef7f12" providerId="LiveId" clId="{4409F9D8-FA24-44EF-8020-254A52CDBD6B}" dt="2025-07-11T23:46:02.119" v="133" actId="15"/>
        <pc:sldMkLst>
          <pc:docMk/>
          <pc:sldMk cId="2503062332" sldId="354"/>
        </pc:sldMkLst>
      </pc:sldChg>
      <pc:sldChg chg="modSp mod">
        <pc:chgData name="嘉展 張" userId="56c0cc265fef7f12" providerId="LiveId" clId="{4409F9D8-FA24-44EF-8020-254A52CDBD6B}" dt="2025-07-11T23:46:21.269" v="136"/>
        <pc:sldMkLst>
          <pc:docMk/>
          <pc:sldMk cId="2169278876" sldId="355"/>
        </pc:sldMkLst>
      </pc:sldChg>
      <pc:sldChg chg="modSp mod">
        <pc:chgData name="嘉展 張" userId="56c0cc265fef7f12" providerId="LiveId" clId="{4409F9D8-FA24-44EF-8020-254A52CDBD6B}" dt="2025-07-11T23:45:10.882" v="125" actId="6549"/>
        <pc:sldMkLst>
          <pc:docMk/>
          <pc:sldMk cId="4193172206" sldId="358"/>
        </pc:sldMkLst>
      </pc:sldChg>
      <pc:sldChg chg="modSp mod">
        <pc:chgData name="嘉展 張" userId="56c0cc265fef7f12" providerId="LiveId" clId="{4409F9D8-FA24-44EF-8020-254A52CDBD6B}" dt="2025-07-12T15:30:04.703" v="186" actId="20577"/>
        <pc:sldMkLst>
          <pc:docMk/>
          <pc:sldMk cId="3585428774" sldId="359"/>
        </pc:sldMkLst>
      </pc:sldChg>
      <pc:sldChg chg="del">
        <pc:chgData name="嘉展 張" userId="56c0cc265fef7f12" providerId="LiveId" clId="{4409F9D8-FA24-44EF-8020-254A52CDBD6B}" dt="2025-07-11T23:43:08.834" v="79" actId="47"/>
        <pc:sldMkLst>
          <pc:docMk/>
          <pc:sldMk cId="2901890192" sldId="364"/>
        </pc:sldMkLst>
      </pc:sldChg>
      <pc:sldChg chg="del">
        <pc:chgData name="嘉展 張" userId="56c0cc265fef7f12" providerId="LiveId" clId="{4409F9D8-FA24-44EF-8020-254A52CDBD6B}" dt="2025-07-11T23:44:29.335" v="118" actId="47"/>
        <pc:sldMkLst>
          <pc:docMk/>
          <pc:sldMk cId="4208653585" sldId="365"/>
        </pc:sldMkLst>
      </pc:sldChg>
      <pc:sldChg chg="modSp add mod">
        <pc:chgData name="嘉展 張" userId="56c0cc265fef7f12" providerId="LiveId" clId="{4409F9D8-FA24-44EF-8020-254A52CDBD6B}" dt="2025-07-12T15:30:18.422" v="193" actId="20577"/>
        <pc:sldMkLst>
          <pc:docMk/>
          <pc:sldMk cId="3330119125" sldId="366"/>
        </pc:sldMkLst>
      </pc:sldChg>
      <pc:sldChg chg="add">
        <pc:chgData name="嘉展 張" userId="56c0cc265fef7f12" providerId="LiveId" clId="{4409F9D8-FA24-44EF-8020-254A52CDBD6B}" dt="2025-07-11T23:44:15.134" v="116"/>
        <pc:sldMkLst>
          <pc:docMk/>
          <pc:sldMk cId="1800767988" sldId="367"/>
        </pc:sldMkLst>
      </pc:sldChg>
      <pc:sldMasterChg chg="modSldLayout">
        <pc:chgData name="嘉展 張" userId="56c0cc265fef7f12" providerId="LiveId" clId="{4409F9D8-FA24-44EF-8020-254A52CDBD6B}" dt="2025-07-11T23:41:22.191" v="34" actId="6549"/>
        <pc:sldMasterMkLst>
          <pc:docMk/>
          <pc:sldMasterMk cId="2733321511" sldId="2147483688"/>
        </pc:sldMasterMkLst>
        <pc:sldLayoutChg chg="modSp mod">
          <pc:chgData name="嘉展 張" userId="56c0cc265fef7f12" providerId="LiveId" clId="{4409F9D8-FA24-44EF-8020-254A52CDBD6B}" dt="2025-07-11T23:41:22.191" v="34" actId="6549"/>
          <pc:sldLayoutMkLst>
            <pc:docMk/>
            <pc:sldMasterMk cId="2733321511" sldId="2147483688"/>
            <pc:sldLayoutMk cId="2749409723" sldId="2147483690"/>
          </pc:sldLayoutMkLst>
        </pc:sldLayoutChg>
      </pc:sldMasterChg>
    </pc:docChg>
  </pc:docChgLst>
  <pc:docChgLst>
    <pc:chgData name="嘉展 張" userId="56c0cc265fef7f12" providerId="LiveId" clId="{7F69A522-7DAF-4A02-BC46-5EFA4FA51996}"/>
    <pc:docChg chg="undo redo custSel addSld delSld modSld sldOrd modMainMaster">
      <pc:chgData name="嘉展 張" userId="56c0cc265fef7f12" providerId="LiveId" clId="{7F69A522-7DAF-4A02-BC46-5EFA4FA51996}" dt="2025-07-07T11:43:59.783" v="1614" actId="20577"/>
      <pc:docMkLst>
        <pc:docMk/>
      </pc:docMkLst>
      <pc:sldChg chg="addSp modSp mod">
        <pc:chgData name="嘉展 張" userId="56c0cc265fef7f12" providerId="LiveId" clId="{7F69A522-7DAF-4A02-BC46-5EFA4FA51996}" dt="2025-07-07T07:12:49.739" v="133" actId="6549"/>
        <pc:sldMkLst>
          <pc:docMk/>
          <pc:sldMk cId="1698366788" sldId="274"/>
        </pc:sldMkLst>
      </pc:sldChg>
      <pc:sldChg chg="modSp mod">
        <pc:chgData name="嘉展 張" userId="56c0cc265fef7f12" providerId="LiveId" clId="{7F69A522-7DAF-4A02-BC46-5EFA4FA51996}" dt="2025-07-07T10:47:32.083" v="879" actId="15"/>
        <pc:sldMkLst>
          <pc:docMk/>
          <pc:sldMk cId="516855969" sldId="328"/>
        </pc:sldMkLst>
      </pc:sldChg>
      <pc:sldChg chg="del">
        <pc:chgData name="嘉展 張" userId="56c0cc265fef7f12" providerId="LiveId" clId="{7F69A522-7DAF-4A02-BC46-5EFA4FA51996}" dt="2025-07-07T10:48:34.374" v="888" actId="47"/>
        <pc:sldMkLst>
          <pc:docMk/>
          <pc:sldMk cId="1848417769" sldId="329"/>
        </pc:sldMkLst>
      </pc:sldChg>
      <pc:sldChg chg="del">
        <pc:chgData name="嘉展 張" userId="56c0cc265fef7f12" providerId="LiveId" clId="{7F69A522-7DAF-4A02-BC46-5EFA4FA51996}" dt="2025-07-07T10:48:34.374" v="888" actId="47"/>
        <pc:sldMkLst>
          <pc:docMk/>
          <pc:sldMk cId="725604826" sldId="330"/>
        </pc:sldMkLst>
      </pc:sldChg>
      <pc:sldChg chg="modSp mod">
        <pc:chgData name="嘉展 張" userId="56c0cc265fef7f12" providerId="LiveId" clId="{7F69A522-7DAF-4A02-BC46-5EFA4FA51996}" dt="2025-07-07T07:34:37.926" v="646" actId="20577"/>
        <pc:sldMkLst>
          <pc:docMk/>
          <pc:sldMk cId="1652940647" sldId="335"/>
        </pc:sldMkLst>
      </pc:sldChg>
      <pc:sldChg chg="modSp mod">
        <pc:chgData name="嘉展 張" userId="56c0cc265fef7f12" providerId="LiveId" clId="{7F69A522-7DAF-4A02-BC46-5EFA4FA51996}" dt="2025-07-07T10:41:39.183" v="813" actId="20577"/>
        <pc:sldMkLst>
          <pc:docMk/>
          <pc:sldMk cId="3676040206" sldId="336"/>
        </pc:sldMkLst>
      </pc:sldChg>
      <pc:sldChg chg="modSp mod">
        <pc:chgData name="嘉展 張" userId="56c0cc265fef7f12" providerId="LiveId" clId="{7F69A522-7DAF-4A02-BC46-5EFA4FA51996}" dt="2025-07-07T07:37:27.551" v="655"/>
        <pc:sldMkLst>
          <pc:docMk/>
          <pc:sldMk cId="2128628793" sldId="337"/>
        </pc:sldMkLst>
      </pc:sldChg>
      <pc:sldChg chg="del">
        <pc:chgData name="嘉展 張" userId="56c0cc265fef7f12" providerId="LiveId" clId="{7F69A522-7DAF-4A02-BC46-5EFA4FA51996}" dt="2025-07-07T07:14:28.904" v="169" actId="47"/>
        <pc:sldMkLst>
          <pc:docMk/>
          <pc:sldMk cId="4036497139" sldId="338"/>
        </pc:sldMkLst>
      </pc:sldChg>
      <pc:sldChg chg="modSp del mod">
        <pc:chgData name="嘉展 張" userId="56c0cc265fef7f12" providerId="LiveId" clId="{7F69A522-7DAF-4A02-BC46-5EFA4FA51996}" dt="2025-07-07T10:47:46.757" v="882" actId="47"/>
        <pc:sldMkLst>
          <pc:docMk/>
          <pc:sldMk cId="2939669483" sldId="339"/>
        </pc:sldMkLst>
      </pc:sldChg>
      <pc:sldChg chg="del">
        <pc:chgData name="嘉展 張" userId="56c0cc265fef7f12" providerId="LiveId" clId="{7F69A522-7DAF-4A02-BC46-5EFA4FA51996}" dt="2025-07-07T10:48:34.374" v="888" actId="47"/>
        <pc:sldMkLst>
          <pc:docMk/>
          <pc:sldMk cId="1195771477" sldId="340"/>
        </pc:sldMkLst>
      </pc:sldChg>
      <pc:sldChg chg="del">
        <pc:chgData name="嘉展 張" userId="56c0cc265fef7f12" providerId="LiveId" clId="{7F69A522-7DAF-4A02-BC46-5EFA4FA51996}" dt="2025-07-07T10:48:34.374" v="888" actId="47"/>
        <pc:sldMkLst>
          <pc:docMk/>
          <pc:sldMk cId="3653896156" sldId="341"/>
        </pc:sldMkLst>
      </pc:sldChg>
      <pc:sldChg chg="modSp mod">
        <pc:chgData name="嘉展 張" userId="56c0cc265fef7f12" providerId="LiveId" clId="{7F69A522-7DAF-4A02-BC46-5EFA4FA51996}" dt="2025-07-07T11:43:59.783" v="1614" actId="20577"/>
        <pc:sldMkLst>
          <pc:docMk/>
          <pc:sldMk cId="3383698067" sldId="342"/>
        </pc:sldMkLst>
      </pc:sldChg>
      <pc:sldChg chg="modSp mod">
        <pc:chgData name="嘉展 張" userId="56c0cc265fef7f12" providerId="LiveId" clId="{7F69A522-7DAF-4A02-BC46-5EFA4FA51996}" dt="2025-07-07T11:43:47.461" v="1596" actId="20577"/>
        <pc:sldMkLst>
          <pc:docMk/>
          <pc:sldMk cId="345017411" sldId="343"/>
        </pc:sldMkLst>
      </pc:sldChg>
      <pc:sldChg chg="modSp add mod">
        <pc:chgData name="嘉展 張" userId="56c0cc265fef7f12" providerId="LiveId" clId="{7F69A522-7DAF-4A02-BC46-5EFA4FA51996}" dt="2025-07-07T10:42:22.726" v="848" actId="207"/>
        <pc:sldMkLst>
          <pc:docMk/>
          <pc:sldMk cId="919750547" sldId="344"/>
        </pc:sldMkLst>
      </pc:sldChg>
      <pc:sldChg chg="add del">
        <pc:chgData name="嘉展 張" userId="56c0cc265fef7f12" providerId="LiveId" clId="{7F69A522-7DAF-4A02-BC46-5EFA4FA51996}" dt="2025-07-07T10:47:26.562" v="877" actId="47"/>
        <pc:sldMkLst>
          <pc:docMk/>
          <pc:sldMk cId="1590898524" sldId="345"/>
        </pc:sldMkLst>
      </pc:sldChg>
      <pc:sldChg chg="addSp modSp add del">
        <pc:chgData name="嘉展 張" userId="56c0cc265fef7f12" providerId="LiveId" clId="{7F69A522-7DAF-4A02-BC46-5EFA4FA51996}" dt="2025-07-07T10:46:57.549" v="873"/>
        <pc:sldMkLst>
          <pc:docMk/>
          <pc:sldMk cId="2963216146" sldId="345"/>
        </pc:sldMkLst>
      </pc:sldChg>
      <pc:sldChg chg="addSp modSp add mod">
        <pc:chgData name="嘉展 張" userId="56c0cc265fef7f12" providerId="LiveId" clId="{7F69A522-7DAF-4A02-BC46-5EFA4FA51996}" dt="2025-07-07T10:48:51.726" v="905" actId="20577"/>
        <pc:sldMkLst>
          <pc:docMk/>
          <pc:sldMk cId="3752334464" sldId="345"/>
        </pc:sldMkLst>
      </pc:sldChg>
      <pc:sldChg chg="modSp add mod ord">
        <pc:chgData name="嘉展 張" userId="56c0cc265fef7f12" providerId="LiveId" clId="{7F69A522-7DAF-4A02-BC46-5EFA4FA51996}" dt="2025-07-07T10:50:38.949" v="944" actId="20577"/>
        <pc:sldMkLst>
          <pc:docMk/>
          <pc:sldMk cId="1115666099" sldId="346"/>
        </pc:sldMkLst>
      </pc:sldChg>
      <pc:sldChg chg="add del">
        <pc:chgData name="嘉展 張" userId="56c0cc265fef7f12" providerId="LiveId" clId="{7F69A522-7DAF-4A02-BC46-5EFA4FA51996}" dt="2025-07-07T10:48:34.374" v="888" actId="47"/>
        <pc:sldMkLst>
          <pc:docMk/>
          <pc:sldMk cId="2840440202" sldId="346"/>
        </pc:sldMkLst>
      </pc:sldChg>
      <pc:sldChg chg="addSp modSp add mod">
        <pc:chgData name="嘉展 張" userId="56c0cc265fef7f12" providerId="LiveId" clId="{7F69A522-7DAF-4A02-BC46-5EFA4FA51996}" dt="2025-07-07T10:51:30.889" v="950" actId="20577"/>
        <pc:sldMkLst>
          <pc:docMk/>
          <pc:sldMk cId="3822570613" sldId="347"/>
        </pc:sldMkLst>
      </pc:sldChg>
      <pc:sldChg chg="modSp add mod ord">
        <pc:chgData name="嘉展 張" userId="56c0cc265fef7f12" providerId="LiveId" clId="{7F69A522-7DAF-4A02-BC46-5EFA4FA51996}" dt="2025-07-07T10:52:46.104" v="983" actId="6549"/>
        <pc:sldMkLst>
          <pc:docMk/>
          <pc:sldMk cId="2652490174" sldId="348"/>
        </pc:sldMkLst>
      </pc:sldChg>
      <pc:sldChg chg="addSp modSp add mod">
        <pc:chgData name="嘉展 張" userId="56c0cc265fef7f12" providerId="LiveId" clId="{7F69A522-7DAF-4A02-BC46-5EFA4FA51996}" dt="2025-07-07T10:53:10.646" v="989" actId="207"/>
        <pc:sldMkLst>
          <pc:docMk/>
          <pc:sldMk cId="2056490660" sldId="349"/>
        </pc:sldMkLst>
      </pc:sldChg>
      <pc:sldChg chg="modSp add del mod">
        <pc:chgData name="嘉展 張" userId="56c0cc265fef7f12" providerId="LiveId" clId="{7F69A522-7DAF-4A02-BC46-5EFA4FA51996}" dt="2025-07-07T11:43:02.907" v="1552" actId="47"/>
        <pc:sldMkLst>
          <pc:docMk/>
          <pc:sldMk cId="1303398649" sldId="350"/>
        </pc:sldMkLst>
      </pc:sldChg>
      <pc:sldMasterChg chg="modSldLayout">
        <pc:chgData name="嘉展 張" userId="56c0cc265fef7f12" providerId="LiveId" clId="{7F69A522-7DAF-4A02-BC46-5EFA4FA51996}" dt="2025-07-07T06:57:29.419" v="122" actId="20577"/>
        <pc:sldMasterMkLst>
          <pc:docMk/>
          <pc:sldMasterMk cId="2733321511" sldId="2147483688"/>
        </pc:sldMasterMkLst>
        <pc:sldLayoutChg chg="delSp mod">
          <pc:chgData name="嘉展 張" userId="56c0cc265fef7f12" providerId="LiveId" clId="{7F69A522-7DAF-4A02-BC46-5EFA4FA51996}" dt="2025-07-07T04:33:12.003" v="0" actId="21"/>
          <pc:sldLayoutMkLst>
            <pc:docMk/>
            <pc:sldMasterMk cId="2733321511" sldId="2147483688"/>
            <pc:sldLayoutMk cId="810264706" sldId="2147483689"/>
          </pc:sldLayoutMkLst>
        </pc:sldLayoutChg>
        <pc:sldLayoutChg chg="modSp mod">
          <pc:chgData name="嘉展 張" userId="56c0cc265fef7f12" providerId="LiveId" clId="{7F69A522-7DAF-4A02-BC46-5EFA4FA51996}" dt="2025-07-07T06:57:29.419" v="122" actId="20577"/>
          <pc:sldLayoutMkLst>
            <pc:docMk/>
            <pc:sldMasterMk cId="2733321511" sldId="2147483688"/>
            <pc:sldLayoutMk cId="2749409723" sldId="2147483690"/>
          </pc:sldLayoutMkLst>
        </pc:sldLayoutChg>
      </pc:sldMasterChg>
    </pc:docChg>
  </pc:docChgLst>
  <pc:docChgLst>
    <pc:chgData name="嘉展 張" userId="56c0cc265fef7f12" providerId="LiveId" clId="{CA2D70FC-5C55-47B2-99B4-B3F2BD8F9BEE}"/>
    <pc:docChg chg="undo custSel addSld delSld modSld sldOrd modMainMaster">
      <pc:chgData name="嘉展 張" userId="56c0cc265fef7f12" providerId="LiveId" clId="{CA2D70FC-5C55-47B2-99B4-B3F2BD8F9BEE}" dt="2025-07-09T09:08:13.713" v="221" actId="207"/>
      <pc:docMkLst>
        <pc:docMk/>
      </pc:docMkLst>
      <pc:sldChg chg="modSp mod">
        <pc:chgData name="嘉展 張" userId="56c0cc265fef7f12" providerId="LiveId" clId="{CA2D70FC-5C55-47B2-99B4-B3F2BD8F9BEE}" dt="2025-07-09T08:53:37.299" v="38"/>
        <pc:sldMkLst>
          <pc:docMk/>
          <pc:sldMk cId="1698366788" sldId="274"/>
        </pc:sldMkLst>
      </pc:sldChg>
      <pc:sldChg chg="modSp mod">
        <pc:chgData name="嘉展 張" userId="56c0cc265fef7f12" providerId="LiveId" clId="{CA2D70FC-5C55-47B2-99B4-B3F2BD8F9BEE}" dt="2025-07-09T09:00:47.384" v="157" actId="207"/>
        <pc:sldMkLst>
          <pc:docMk/>
          <pc:sldMk cId="3676040206" sldId="336"/>
        </pc:sldMkLst>
      </pc:sldChg>
      <pc:sldChg chg="del">
        <pc:chgData name="嘉展 張" userId="56c0cc265fef7f12" providerId="LiveId" clId="{CA2D70FC-5C55-47B2-99B4-B3F2BD8F9BEE}" dt="2025-07-09T08:58:04.032" v="107" actId="47"/>
        <pc:sldMkLst>
          <pc:docMk/>
          <pc:sldMk cId="2128628793" sldId="337"/>
        </pc:sldMkLst>
      </pc:sldChg>
      <pc:sldChg chg="modSp mod">
        <pc:chgData name="嘉展 張" userId="56c0cc265fef7f12" providerId="LiveId" clId="{CA2D70FC-5C55-47B2-99B4-B3F2BD8F9BEE}" dt="2025-07-09T09:07:36.283" v="220" actId="20577"/>
        <pc:sldMkLst>
          <pc:docMk/>
          <pc:sldMk cId="3383698067" sldId="342"/>
        </pc:sldMkLst>
      </pc:sldChg>
      <pc:sldChg chg="modSp mod ord">
        <pc:chgData name="嘉展 張" userId="56c0cc265fef7f12" providerId="LiveId" clId="{CA2D70FC-5C55-47B2-99B4-B3F2BD8F9BEE}" dt="2025-07-09T09:07:28.375" v="218" actId="20577"/>
        <pc:sldMkLst>
          <pc:docMk/>
          <pc:sldMk cId="345017411" sldId="343"/>
        </pc:sldMkLst>
      </pc:sldChg>
      <pc:sldChg chg="modSp mod">
        <pc:chgData name="嘉展 張" userId="56c0cc265fef7f12" providerId="LiveId" clId="{CA2D70FC-5C55-47B2-99B4-B3F2BD8F9BEE}" dt="2025-07-09T09:01:08.659" v="159" actId="15"/>
        <pc:sldMkLst>
          <pc:docMk/>
          <pc:sldMk cId="3752334464" sldId="345"/>
        </pc:sldMkLst>
      </pc:sldChg>
      <pc:sldChg chg="modSp mod">
        <pc:chgData name="嘉展 張" userId="56c0cc265fef7f12" providerId="LiveId" clId="{CA2D70FC-5C55-47B2-99B4-B3F2BD8F9BEE}" dt="2025-07-09T09:03:30.405" v="167" actId="15"/>
        <pc:sldMkLst>
          <pc:docMk/>
          <pc:sldMk cId="1115666099" sldId="346"/>
        </pc:sldMkLst>
      </pc:sldChg>
      <pc:sldChg chg="modSp mod">
        <pc:chgData name="嘉展 張" userId="56c0cc265fef7f12" providerId="LiveId" clId="{CA2D70FC-5C55-47B2-99B4-B3F2BD8F9BEE}" dt="2025-07-09T09:04:04.880" v="171"/>
        <pc:sldMkLst>
          <pc:docMk/>
          <pc:sldMk cId="3822570613" sldId="347"/>
        </pc:sldMkLst>
      </pc:sldChg>
      <pc:sldChg chg="modSp mod">
        <pc:chgData name="嘉展 張" userId="56c0cc265fef7f12" providerId="LiveId" clId="{CA2D70FC-5C55-47B2-99B4-B3F2BD8F9BEE}" dt="2025-07-09T08:58:00.156" v="106" actId="207"/>
        <pc:sldMkLst>
          <pc:docMk/>
          <pc:sldMk cId="732333138" sldId="351"/>
        </pc:sldMkLst>
      </pc:sldChg>
      <pc:sldChg chg="del">
        <pc:chgData name="嘉展 張" userId="56c0cc265fef7f12" providerId="LiveId" clId="{CA2D70FC-5C55-47B2-99B4-B3F2BD8F9BEE}" dt="2025-07-09T08:59:58.138" v="140" actId="47"/>
        <pc:sldMkLst>
          <pc:docMk/>
          <pc:sldMk cId="838783306" sldId="352"/>
        </pc:sldMkLst>
      </pc:sldChg>
      <pc:sldChg chg="del">
        <pc:chgData name="嘉展 張" userId="56c0cc265fef7f12" providerId="LiveId" clId="{CA2D70FC-5C55-47B2-99B4-B3F2BD8F9BEE}" dt="2025-07-09T09:01:18.660" v="162" actId="47"/>
        <pc:sldMkLst>
          <pc:docMk/>
          <pc:sldMk cId="1406075394" sldId="353"/>
        </pc:sldMkLst>
      </pc:sldChg>
      <pc:sldChg chg="modSp mod">
        <pc:chgData name="嘉展 張" userId="56c0cc265fef7f12" providerId="LiveId" clId="{CA2D70FC-5C55-47B2-99B4-B3F2BD8F9BEE}" dt="2025-07-09T09:04:26.024" v="173" actId="15"/>
        <pc:sldMkLst>
          <pc:docMk/>
          <pc:sldMk cId="2503062332" sldId="354"/>
        </pc:sldMkLst>
      </pc:sldChg>
      <pc:sldChg chg="modSp mod">
        <pc:chgData name="嘉展 張" userId="56c0cc265fef7f12" providerId="LiveId" clId="{CA2D70FC-5C55-47B2-99B4-B3F2BD8F9BEE}" dt="2025-07-09T09:04:52.828" v="176"/>
        <pc:sldMkLst>
          <pc:docMk/>
          <pc:sldMk cId="2169278876" sldId="355"/>
        </pc:sldMkLst>
      </pc:sldChg>
      <pc:sldChg chg="add">
        <pc:chgData name="嘉展 張" userId="56c0cc265fef7f12" providerId="LiveId" clId="{CA2D70FC-5C55-47B2-99B4-B3F2BD8F9BEE}" dt="2025-07-09T08:57:55.575" v="105"/>
        <pc:sldMkLst>
          <pc:docMk/>
          <pc:sldMk cId="3052656619" sldId="356"/>
        </pc:sldMkLst>
      </pc:sldChg>
      <pc:sldChg chg="add">
        <pc:chgData name="嘉展 張" userId="56c0cc265fef7f12" providerId="LiveId" clId="{CA2D70FC-5C55-47B2-99B4-B3F2BD8F9BEE}" dt="2025-07-09T09:00:43.843" v="156"/>
        <pc:sldMkLst>
          <pc:docMk/>
          <pc:sldMk cId="185642437" sldId="357"/>
        </pc:sldMkLst>
      </pc:sldChg>
      <pc:sldChg chg="addSp modSp add mod">
        <pc:chgData name="嘉展 張" userId="56c0cc265fef7f12" providerId="LiveId" clId="{CA2D70FC-5C55-47B2-99B4-B3F2BD8F9BEE}" dt="2025-07-09T09:08:13.713" v="221" actId="207"/>
        <pc:sldMkLst>
          <pc:docMk/>
          <pc:sldMk cId="4193172206" sldId="358"/>
        </pc:sldMkLst>
      </pc:sldChg>
      <pc:sldMasterChg chg="modSldLayout">
        <pc:chgData name="嘉展 張" userId="56c0cc265fef7f12" providerId="LiveId" clId="{CA2D70FC-5C55-47B2-99B4-B3F2BD8F9BEE}" dt="2025-07-09T08:54:19.509" v="64" actId="20577"/>
        <pc:sldMasterMkLst>
          <pc:docMk/>
          <pc:sldMasterMk cId="2733321511" sldId="2147483688"/>
        </pc:sldMasterMkLst>
        <pc:sldLayoutChg chg="modSp mod">
          <pc:chgData name="嘉展 張" userId="56c0cc265fef7f12" providerId="LiveId" clId="{CA2D70FC-5C55-47B2-99B4-B3F2BD8F9BEE}" dt="2025-07-09T08:54:19.509" v="64" actId="20577"/>
          <pc:sldLayoutMkLst>
            <pc:docMk/>
            <pc:sldMasterMk cId="2733321511" sldId="2147483688"/>
            <pc:sldLayoutMk cId="2749409723" sldId="2147483690"/>
          </pc:sldLayoutMkLst>
        </pc:sldLayoutChg>
      </pc:sldMasterChg>
    </pc:docChg>
  </pc:docChgLst>
  <pc:docChgLst>
    <pc:chgData name="嘉展 張" userId="56c0cc265fef7f12" providerId="LiveId" clId="{FC3B12ED-B978-4741-8F4E-ACC995148FC2}"/>
    <pc:docChg chg="undo custSel modSld">
      <pc:chgData name="嘉展 張" userId="56c0cc265fef7f12" providerId="LiveId" clId="{FC3B12ED-B978-4741-8F4E-ACC995148FC2}" dt="2025-07-07T04:22:08.380" v="43" actId="207"/>
      <pc:docMkLst>
        <pc:docMk/>
      </pc:docMkLst>
      <pc:sldChg chg="addSp delSp modSp mod">
        <pc:chgData name="嘉展 張" userId="56c0cc265fef7f12" providerId="LiveId" clId="{FC3B12ED-B978-4741-8F4E-ACC995148FC2}" dt="2025-07-07T04:20:44.928" v="23" actId="207"/>
        <pc:sldMkLst>
          <pc:docMk/>
          <pc:sldMk cId="0" sldId="264"/>
        </pc:sldMkLst>
      </pc:sldChg>
      <pc:sldChg chg="modSp mod">
        <pc:chgData name="嘉展 張" userId="56c0cc265fef7f12" providerId="LiveId" clId="{FC3B12ED-B978-4741-8F4E-ACC995148FC2}" dt="2025-07-07T04:19:17.917" v="6" actId="207"/>
        <pc:sldMkLst>
          <pc:docMk/>
          <pc:sldMk cId="516855969" sldId="328"/>
        </pc:sldMkLst>
      </pc:sldChg>
      <pc:sldChg chg="modSp mod">
        <pc:chgData name="嘉展 張" userId="56c0cc265fef7f12" providerId="LiveId" clId="{FC3B12ED-B978-4741-8F4E-ACC995148FC2}" dt="2025-07-07T04:19:30.362" v="10" actId="207"/>
        <pc:sldMkLst>
          <pc:docMk/>
          <pc:sldMk cId="1848417769" sldId="329"/>
        </pc:sldMkLst>
      </pc:sldChg>
      <pc:sldChg chg="modSp mod">
        <pc:chgData name="嘉展 張" userId="56c0cc265fef7f12" providerId="LiveId" clId="{FC3B12ED-B978-4741-8F4E-ACC995148FC2}" dt="2025-07-07T04:19:24.576" v="8" actId="207"/>
        <pc:sldMkLst>
          <pc:docMk/>
          <pc:sldMk cId="725604826" sldId="330"/>
        </pc:sldMkLst>
      </pc:sldChg>
      <pc:sldChg chg="modSp mod">
        <pc:chgData name="嘉展 張" userId="56c0cc265fef7f12" providerId="LiveId" clId="{FC3B12ED-B978-4741-8F4E-ACC995148FC2}" dt="2025-07-07T04:18:57.079" v="0" actId="207"/>
        <pc:sldMkLst>
          <pc:docMk/>
          <pc:sldMk cId="1652940647" sldId="335"/>
        </pc:sldMkLst>
      </pc:sldChg>
      <pc:sldChg chg="modSp mod">
        <pc:chgData name="嘉展 張" userId="56c0cc265fef7f12" providerId="LiveId" clId="{FC3B12ED-B978-4741-8F4E-ACC995148FC2}" dt="2025-07-07T04:19:06.457" v="2" actId="207"/>
        <pc:sldMkLst>
          <pc:docMk/>
          <pc:sldMk cId="3676040206" sldId="336"/>
        </pc:sldMkLst>
      </pc:sldChg>
      <pc:sldChg chg="modSp mod">
        <pc:chgData name="嘉展 張" userId="56c0cc265fef7f12" providerId="LiveId" clId="{FC3B12ED-B978-4741-8F4E-ACC995148FC2}" dt="2025-07-07T04:22:08.380" v="43" actId="207"/>
        <pc:sldMkLst>
          <pc:docMk/>
          <pc:sldMk cId="2128628793" sldId="337"/>
        </pc:sldMkLst>
      </pc:sldChg>
      <pc:sldChg chg="modSp mod">
        <pc:chgData name="嘉展 張" userId="56c0cc265fef7f12" providerId="LiveId" clId="{FC3B12ED-B978-4741-8F4E-ACC995148FC2}" dt="2025-07-07T04:21:51.077" v="38" actId="207"/>
        <pc:sldMkLst>
          <pc:docMk/>
          <pc:sldMk cId="4036497139" sldId="338"/>
        </pc:sldMkLst>
      </pc:sldChg>
      <pc:sldChg chg="modSp mod">
        <pc:chgData name="嘉展 張" userId="56c0cc265fef7f12" providerId="LiveId" clId="{FC3B12ED-B978-4741-8F4E-ACC995148FC2}" dt="2025-07-07T04:21:32.640" v="32" actId="207"/>
        <pc:sldMkLst>
          <pc:docMk/>
          <pc:sldMk cId="2939669483" sldId="339"/>
        </pc:sldMkLst>
      </pc:sldChg>
      <pc:sldChg chg="modSp mod">
        <pc:chgData name="嘉展 張" userId="56c0cc265fef7f12" providerId="LiveId" clId="{FC3B12ED-B978-4741-8F4E-ACC995148FC2}" dt="2025-07-07T04:21:07.627" v="27" actId="207"/>
        <pc:sldMkLst>
          <pc:docMk/>
          <pc:sldMk cId="1195771477" sldId="340"/>
        </pc:sldMkLst>
      </pc:sldChg>
      <pc:sldChg chg="modSp mod">
        <pc:chgData name="嘉展 張" userId="56c0cc265fef7f12" providerId="LiveId" clId="{FC3B12ED-B978-4741-8F4E-ACC995148FC2}" dt="2025-07-07T04:21:24.340" v="30" actId="207"/>
        <pc:sldMkLst>
          <pc:docMk/>
          <pc:sldMk cId="3653896156" sldId="341"/>
        </pc:sldMkLst>
      </pc:sldChg>
      <pc:sldChg chg="modSp mod">
        <pc:chgData name="嘉展 張" userId="56c0cc265fef7f12" providerId="LiveId" clId="{FC3B12ED-B978-4741-8F4E-ACC995148FC2}" dt="2025-07-07T04:19:43.171" v="12" actId="207"/>
        <pc:sldMkLst>
          <pc:docMk/>
          <pc:sldMk cId="3383698067" sldId="342"/>
        </pc:sldMkLst>
      </pc:sldChg>
      <pc:sldChg chg="modSp mod">
        <pc:chgData name="嘉展 張" userId="56c0cc265fef7f12" providerId="LiveId" clId="{FC3B12ED-B978-4741-8F4E-ACC995148FC2}" dt="2025-07-07T04:20:00.157" v="17" actId="207"/>
        <pc:sldMkLst>
          <pc:docMk/>
          <pc:sldMk cId="345017411" sldId="343"/>
        </pc:sldMkLst>
      </pc:sldChg>
    </pc:docChg>
  </pc:docChgLst>
  <pc:docChgLst>
    <pc:chgData name="嘉展 張" userId="56c0cc265fef7f12" providerId="LiveId" clId="{CA922950-AC2D-449C-BC4C-BDC974086792}"/>
    <pc:docChg chg="undo custSel addSld delSld modSld">
      <pc:chgData name="嘉展 張" userId="56c0cc265fef7f12" providerId="LiveId" clId="{CA922950-AC2D-449C-BC4C-BDC974086792}" dt="2025-08-23T09:53:38.520" v="508"/>
      <pc:docMkLst>
        <pc:docMk/>
      </pc:docMkLst>
      <pc:sldChg chg="modSp mod">
        <pc:chgData name="嘉展 張" userId="56c0cc265fef7f12" providerId="LiveId" clId="{CA922950-AC2D-449C-BC4C-BDC974086792}" dt="2025-08-23T09:46:39.910" v="423" actId="6549"/>
        <pc:sldMkLst>
          <pc:docMk/>
          <pc:sldMk cId="3752334464" sldId="345"/>
        </pc:sldMkLst>
        <pc:spChg chg="mod">
          <ac:chgData name="嘉展 張" userId="56c0cc265fef7f12" providerId="LiveId" clId="{CA922950-AC2D-449C-BC4C-BDC974086792}" dt="2025-08-23T09:46:39.910" v="423" actId="6549"/>
          <ac:spMkLst>
            <pc:docMk/>
            <pc:sldMk cId="3752334464" sldId="345"/>
            <ac:spMk id="3" creationId="{28F0A653-E125-10F4-6790-C8025C1EBB43}"/>
          </ac:spMkLst>
        </pc:spChg>
      </pc:sldChg>
      <pc:sldChg chg="modSp mod">
        <pc:chgData name="嘉展 張" userId="56c0cc265fef7f12" providerId="LiveId" clId="{CA922950-AC2D-449C-BC4C-BDC974086792}" dt="2025-08-23T09:46:59.915" v="456" actId="20577"/>
        <pc:sldMkLst>
          <pc:docMk/>
          <pc:sldMk cId="1115666099" sldId="346"/>
        </pc:sldMkLst>
        <pc:spChg chg="mod">
          <ac:chgData name="嘉展 張" userId="56c0cc265fef7f12" providerId="LiveId" clId="{CA922950-AC2D-449C-BC4C-BDC974086792}" dt="2025-08-23T09:46:59.915" v="456" actId="20577"/>
          <ac:spMkLst>
            <pc:docMk/>
            <pc:sldMk cId="1115666099" sldId="346"/>
            <ac:spMk id="2" creationId="{B496C4D5-B9D6-E310-239F-160421EC28E2}"/>
          </ac:spMkLst>
        </pc:spChg>
      </pc:sldChg>
      <pc:sldChg chg="modSp mod">
        <pc:chgData name="嘉展 張" userId="56c0cc265fef7f12" providerId="LiveId" clId="{CA922950-AC2D-449C-BC4C-BDC974086792}" dt="2025-08-23T09:47:47.816" v="485" actId="6549"/>
        <pc:sldMkLst>
          <pc:docMk/>
          <pc:sldMk cId="3822570613" sldId="347"/>
        </pc:sldMkLst>
        <pc:spChg chg="mod">
          <ac:chgData name="嘉展 張" userId="56c0cc265fef7f12" providerId="LiveId" clId="{CA922950-AC2D-449C-BC4C-BDC974086792}" dt="2025-08-23T09:47:47.816" v="485" actId="6549"/>
          <ac:spMkLst>
            <pc:docMk/>
            <pc:sldMk cId="3822570613" sldId="347"/>
            <ac:spMk id="4" creationId="{7CF0AAA5-7B5F-5A35-EF73-2142F862E9C8}"/>
          </ac:spMkLst>
        </pc:spChg>
      </pc:sldChg>
      <pc:sldChg chg="del">
        <pc:chgData name="嘉展 張" userId="56c0cc265fef7f12" providerId="LiveId" clId="{CA922950-AC2D-449C-BC4C-BDC974086792}" dt="2025-08-23T09:32:21.245" v="178" actId="47"/>
        <pc:sldMkLst>
          <pc:docMk/>
          <pc:sldMk cId="732333138" sldId="351"/>
        </pc:sldMkLst>
      </pc:sldChg>
      <pc:sldChg chg="modSp mod">
        <pc:chgData name="嘉展 張" userId="56c0cc265fef7f12" providerId="LiveId" clId="{CA922950-AC2D-449C-BC4C-BDC974086792}" dt="2025-08-23T09:50:28.812" v="497" actId="20577"/>
        <pc:sldMkLst>
          <pc:docMk/>
          <pc:sldMk cId="2503062332" sldId="354"/>
        </pc:sldMkLst>
        <pc:spChg chg="mod">
          <ac:chgData name="嘉展 張" userId="56c0cc265fef7f12" providerId="LiveId" clId="{CA922950-AC2D-449C-BC4C-BDC974086792}" dt="2025-08-23T09:50:28.812" v="497" actId="20577"/>
          <ac:spMkLst>
            <pc:docMk/>
            <pc:sldMk cId="2503062332" sldId="354"/>
            <ac:spMk id="2" creationId="{811F5A94-0B0C-504F-DC25-BE08E6B5923F}"/>
          </ac:spMkLst>
        </pc:spChg>
      </pc:sldChg>
      <pc:sldChg chg="del">
        <pc:chgData name="嘉展 張" userId="56c0cc265fef7f12" providerId="LiveId" clId="{CA922950-AC2D-449C-BC4C-BDC974086792}" dt="2025-08-23T09:50:44.370" v="499" actId="47"/>
        <pc:sldMkLst>
          <pc:docMk/>
          <pc:sldMk cId="2169278876" sldId="355"/>
        </pc:sldMkLst>
      </pc:sldChg>
      <pc:sldChg chg="modSp mod">
        <pc:chgData name="嘉展 張" userId="56c0cc265fef7f12" providerId="LiveId" clId="{CA922950-AC2D-449C-BC4C-BDC974086792}" dt="2025-08-23T09:46:48.591" v="442" actId="20577"/>
        <pc:sldMkLst>
          <pc:docMk/>
          <pc:sldMk cId="4193172206" sldId="358"/>
        </pc:sldMkLst>
        <pc:spChg chg="mod">
          <ac:chgData name="嘉展 張" userId="56c0cc265fef7f12" providerId="LiveId" clId="{CA922950-AC2D-449C-BC4C-BDC974086792}" dt="2025-08-23T09:46:48.591" v="442" actId="20577"/>
          <ac:spMkLst>
            <pc:docMk/>
            <pc:sldMk cId="4193172206" sldId="358"/>
            <ac:spMk id="3" creationId="{CE42E57B-1BE0-21FA-52A0-358900141028}"/>
          </ac:spMkLst>
        </pc:spChg>
      </pc:sldChg>
      <pc:sldChg chg="addSp modSp mod">
        <pc:chgData name="嘉展 張" userId="56c0cc265fef7f12" providerId="LiveId" clId="{CA922950-AC2D-449C-BC4C-BDC974086792}" dt="2025-08-23T09:09:42.268" v="150" actId="20577"/>
        <pc:sldMkLst>
          <pc:docMk/>
          <pc:sldMk cId="3585428774" sldId="359"/>
        </pc:sldMkLst>
        <pc:spChg chg="add mod">
          <ac:chgData name="嘉展 張" userId="56c0cc265fef7f12" providerId="LiveId" clId="{CA922950-AC2D-449C-BC4C-BDC974086792}" dt="2025-08-23T09:00:02.453" v="103" actId="20577"/>
          <ac:spMkLst>
            <pc:docMk/>
            <pc:sldMk cId="3585428774" sldId="359"/>
            <ac:spMk id="3" creationId="{981ED912-4ED1-7E32-1A5A-23F946A11FCE}"/>
          </ac:spMkLst>
        </pc:spChg>
        <pc:spChg chg="mod">
          <ac:chgData name="嘉展 張" userId="56c0cc265fef7f12" providerId="LiveId" clId="{CA922950-AC2D-449C-BC4C-BDC974086792}" dt="2025-08-23T09:09:42.268" v="150" actId="20577"/>
          <ac:spMkLst>
            <pc:docMk/>
            <pc:sldMk cId="3585428774" sldId="359"/>
            <ac:spMk id="9" creationId="{9755469E-80FB-6066-BBDC-2B5FD43DC006}"/>
          </ac:spMkLst>
        </pc:spChg>
      </pc:sldChg>
      <pc:sldChg chg="addSp modSp del mod">
        <pc:chgData name="嘉展 張" userId="56c0cc265fef7f12" providerId="LiveId" clId="{CA922950-AC2D-449C-BC4C-BDC974086792}" dt="2025-08-23T09:32:14.442" v="177" actId="47"/>
        <pc:sldMkLst>
          <pc:docMk/>
          <pc:sldMk cId="3330119125" sldId="366"/>
        </pc:sldMkLst>
        <pc:spChg chg="add mod">
          <ac:chgData name="嘉展 張" userId="56c0cc265fef7f12" providerId="LiveId" clId="{CA922950-AC2D-449C-BC4C-BDC974086792}" dt="2025-08-23T08:23:22.501" v="1"/>
          <ac:spMkLst>
            <pc:docMk/>
            <pc:sldMk cId="3330119125" sldId="366"/>
            <ac:spMk id="3" creationId="{F67ABBF2-5E1E-1328-8A7D-EE780365F718}"/>
          </ac:spMkLst>
        </pc:spChg>
        <pc:spChg chg="mod">
          <ac:chgData name="嘉展 張" userId="56c0cc265fef7f12" providerId="LiveId" clId="{CA922950-AC2D-449C-BC4C-BDC974086792}" dt="2025-08-23T08:57:20.688" v="89" actId="20577"/>
          <ac:spMkLst>
            <pc:docMk/>
            <pc:sldMk cId="3330119125" sldId="366"/>
            <ac:spMk id="9" creationId="{374FD597-BCE7-00A6-7D60-23419FE434AC}"/>
          </ac:spMkLst>
        </pc:spChg>
      </pc:sldChg>
      <pc:sldChg chg="modSp mod">
        <pc:chgData name="嘉展 張" userId="56c0cc265fef7f12" providerId="LiveId" clId="{CA922950-AC2D-449C-BC4C-BDC974086792}" dt="2025-08-23T09:42:48.992" v="380" actId="14100"/>
        <pc:sldMkLst>
          <pc:docMk/>
          <pc:sldMk cId="1800767988" sldId="367"/>
        </pc:sldMkLst>
        <pc:spChg chg="mod">
          <ac:chgData name="嘉展 張" userId="56c0cc265fef7f12" providerId="LiveId" clId="{CA922950-AC2D-449C-BC4C-BDC974086792}" dt="2025-08-23T09:42:48.992" v="380" actId="14100"/>
          <ac:spMkLst>
            <pc:docMk/>
            <pc:sldMk cId="1800767988" sldId="367"/>
            <ac:spMk id="9" creationId="{559D7839-D03F-10EA-2525-B6A548DB4893}"/>
          </ac:spMkLst>
        </pc:spChg>
      </pc:sldChg>
      <pc:sldChg chg="addSp modSp add mod">
        <pc:chgData name="嘉展 張" userId="56c0cc265fef7f12" providerId="LiveId" clId="{CA922950-AC2D-449C-BC4C-BDC974086792}" dt="2025-08-23T09:31:23.870" v="176" actId="1076"/>
        <pc:sldMkLst>
          <pc:docMk/>
          <pc:sldMk cId="619488032" sldId="368"/>
        </pc:sldMkLst>
        <pc:spChg chg="add mod">
          <ac:chgData name="嘉展 張" userId="56c0cc265fef7f12" providerId="LiveId" clId="{CA922950-AC2D-449C-BC4C-BDC974086792}" dt="2025-08-23T09:06:59.281" v="124" actId="20577"/>
          <ac:spMkLst>
            <pc:docMk/>
            <pc:sldMk cId="619488032" sldId="368"/>
            <ac:spMk id="4" creationId="{D88DA06B-63C0-F60F-710B-3DE7FDB9F7D7}"/>
          </ac:spMkLst>
        </pc:spChg>
        <pc:spChg chg="add mod">
          <ac:chgData name="嘉展 張" userId="56c0cc265fef7f12" providerId="LiveId" clId="{CA922950-AC2D-449C-BC4C-BDC974086792}" dt="2025-08-23T09:07:10.408" v="142" actId="20577"/>
          <ac:spMkLst>
            <pc:docMk/>
            <pc:sldMk cId="619488032" sldId="368"/>
            <ac:spMk id="5" creationId="{53F560E7-9E61-FDB6-FD4D-2FF9C22652C2}"/>
          </ac:spMkLst>
        </pc:spChg>
        <pc:spChg chg="add mod">
          <ac:chgData name="嘉展 張" userId="56c0cc265fef7f12" providerId="LiveId" clId="{CA922950-AC2D-449C-BC4C-BDC974086792}" dt="2025-08-23T09:08:42.309" v="145" actId="1076"/>
          <ac:spMkLst>
            <pc:docMk/>
            <pc:sldMk cId="619488032" sldId="368"/>
            <ac:spMk id="6" creationId="{A9FF2D9E-6C71-DA38-2240-249BD3C4AD68}"/>
          </ac:spMkLst>
        </pc:spChg>
        <pc:spChg chg="add mod">
          <ac:chgData name="嘉展 張" userId="56c0cc265fef7f12" providerId="LiveId" clId="{CA922950-AC2D-449C-BC4C-BDC974086792}" dt="2025-08-23T09:31:23.870" v="176" actId="1076"/>
          <ac:spMkLst>
            <pc:docMk/>
            <pc:sldMk cId="619488032" sldId="368"/>
            <ac:spMk id="7" creationId="{78E0AEC6-1973-DFCB-DF41-A56E4494B7EA}"/>
          </ac:spMkLst>
        </pc:spChg>
        <pc:spChg chg="add mod">
          <ac:chgData name="嘉展 張" userId="56c0cc265fef7f12" providerId="LiveId" clId="{CA922950-AC2D-449C-BC4C-BDC974086792}" dt="2025-08-23T09:31:18.180" v="175" actId="20577"/>
          <ac:spMkLst>
            <pc:docMk/>
            <pc:sldMk cId="619488032" sldId="368"/>
            <ac:spMk id="8" creationId="{49231DB9-3D6B-F228-F94F-FA7C70268B7A}"/>
          </ac:spMkLst>
        </pc:spChg>
        <pc:spChg chg="mod">
          <ac:chgData name="嘉展 張" userId="56c0cc265fef7f12" providerId="LiveId" clId="{CA922950-AC2D-449C-BC4C-BDC974086792}" dt="2025-08-23T09:09:54.517" v="151" actId="20577"/>
          <ac:spMkLst>
            <pc:docMk/>
            <pc:sldMk cId="619488032" sldId="368"/>
            <ac:spMk id="9" creationId="{8454199F-E36E-5757-0A74-17206689DD0A}"/>
          </ac:spMkLst>
        </pc:spChg>
      </pc:sldChg>
      <pc:sldChg chg="add del">
        <pc:chgData name="嘉展 張" userId="56c0cc265fef7f12" providerId="LiveId" clId="{CA922950-AC2D-449C-BC4C-BDC974086792}" dt="2025-08-23T09:46:33.257" v="420" actId="47"/>
        <pc:sldMkLst>
          <pc:docMk/>
          <pc:sldMk cId="2011038107" sldId="369"/>
        </pc:sldMkLst>
      </pc:sldChg>
      <pc:sldChg chg="addSp modSp add mod">
        <pc:chgData name="嘉展 張" userId="56c0cc265fef7f12" providerId="LiveId" clId="{CA922950-AC2D-449C-BC4C-BDC974086792}" dt="2025-08-23T09:46:25.305" v="419" actId="20577"/>
        <pc:sldMkLst>
          <pc:docMk/>
          <pc:sldMk cId="2946215609" sldId="370"/>
        </pc:sldMkLst>
        <pc:spChg chg="add mod">
          <ac:chgData name="嘉展 張" userId="56c0cc265fef7f12" providerId="LiveId" clId="{CA922950-AC2D-449C-BC4C-BDC974086792}" dt="2025-08-23T09:45:27.275" v="404" actId="20577"/>
          <ac:spMkLst>
            <pc:docMk/>
            <pc:sldMk cId="2946215609" sldId="370"/>
            <ac:spMk id="3" creationId="{01575324-D4B4-0D27-80E0-95E0F04820C9}"/>
          </ac:spMkLst>
        </pc:spChg>
        <pc:spChg chg="add mod">
          <ac:chgData name="嘉展 張" userId="56c0cc265fef7f12" providerId="LiveId" clId="{CA922950-AC2D-449C-BC4C-BDC974086792}" dt="2025-08-23T09:45:38.906" v="407" actId="20577"/>
          <ac:spMkLst>
            <pc:docMk/>
            <pc:sldMk cId="2946215609" sldId="370"/>
            <ac:spMk id="4" creationId="{84F102A4-682B-6259-435D-47FBC8ADCE06}"/>
          </ac:spMkLst>
        </pc:spChg>
        <pc:spChg chg="add mod">
          <ac:chgData name="嘉展 張" userId="56c0cc265fef7f12" providerId="LiveId" clId="{CA922950-AC2D-449C-BC4C-BDC974086792}" dt="2025-08-23T09:45:49.155" v="410" actId="20577"/>
          <ac:spMkLst>
            <pc:docMk/>
            <pc:sldMk cId="2946215609" sldId="370"/>
            <ac:spMk id="5" creationId="{2822D6DA-03A1-0CB7-13A7-DC5BB8D1DB50}"/>
          </ac:spMkLst>
        </pc:spChg>
        <pc:spChg chg="add mod">
          <ac:chgData name="嘉展 張" userId="56c0cc265fef7f12" providerId="LiveId" clId="{CA922950-AC2D-449C-BC4C-BDC974086792}" dt="2025-08-23T09:46:02.121" v="413" actId="20577"/>
          <ac:spMkLst>
            <pc:docMk/>
            <pc:sldMk cId="2946215609" sldId="370"/>
            <ac:spMk id="6" creationId="{8E6D97D8-8B68-A487-D57F-BF282981B13F}"/>
          </ac:spMkLst>
        </pc:spChg>
        <pc:spChg chg="add mod">
          <ac:chgData name="嘉展 張" userId="56c0cc265fef7f12" providerId="LiveId" clId="{CA922950-AC2D-449C-BC4C-BDC974086792}" dt="2025-08-23T09:46:12.048" v="415" actId="20577"/>
          <ac:spMkLst>
            <pc:docMk/>
            <pc:sldMk cId="2946215609" sldId="370"/>
            <ac:spMk id="7" creationId="{D819C72E-083C-8499-C3CD-C1CF2F7E0B01}"/>
          </ac:spMkLst>
        </pc:spChg>
        <pc:spChg chg="add mod">
          <ac:chgData name="嘉展 張" userId="56c0cc265fef7f12" providerId="LiveId" clId="{CA922950-AC2D-449C-BC4C-BDC974086792}" dt="2025-08-23T09:46:25.305" v="419" actId="20577"/>
          <ac:spMkLst>
            <pc:docMk/>
            <pc:sldMk cId="2946215609" sldId="370"/>
            <ac:spMk id="8" creationId="{611FC5FF-73FB-F895-0127-84CFC9A40C15}"/>
          </ac:spMkLst>
        </pc:spChg>
      </pc:sldChg>
      <pc:sldChg chg="addSp modSp add mod">
        <pc:chgData name="嘉展 張" userId="56c0cc265fef7f12" providerId="LiveId" clId="{CA922950-AC2D-449C-BC4C-BDC974086792}" dt="2025-08-23T09:53:38.520" v="508"/>
        <pc:sldMkLst>
          <pc:docMk/>
          <pc:sldMk cId="2851442113" sldId="371"/>
        </pc:sldMkLst>
        <pc:spChg chg="add mod">
          <ac:chgData name="嘉展 張" userId="56c0cc265fef7f12" providerId="LiveId" clId="{CA922950-AC2D-449C-BC4C-BDC974086792}" dt="2025-08-23T09:53:27.486" v="506"/>
          <ac:spMkLst>
            <pc:docMk/>
            <pc:sldMk cId="2851442113" sldId="371"/>
            <ac:spMk id="3" creationId="{68EC8BBB-BE7E-F6C7-F587-C98E24B6C8F6}"/>
          </ac:spMkLst>
        </pc:spChg>
        <pc:spChg chg="add mod">
          <ac:chgData name="嘉展 張" userId="56c0cc265fef7f12" providerId="LiveId" clId="{CA922950-AC2D-449C-BC4C-BDC974086792}" dt="2025-08-23T09:53:33.364" v="507"/>
          <ac:spMkLst>
            <pc:docMk/>
            <pc:sldMk cId="2851442113" sldId="371"/>
            <ac:spMk id="4" creationId="{7CF87703-38F2-28F7-8DE9-191D4B2BA6E3}"/>
          </ac:spMkLst>
        </pc:spChg>
        <pc:spChg chg="add mod">
          <ac:chgData name="嘉展 張" userId="56c0cc265fef7f12" providerId="LiveId" clId="{CA922950-AC2D-449C-BC4C-BDC974086792}" dt="2025-08-23T09:53:38.520" v="508"/>
          <ac:spMkLst>
            <pc:docMk/>
            <pc:sldMk cId="2851442113" sldId="371"/>
            <ac:spMk id="5" creationId="{BB38D5D9-A785-40AB-FBE0-1D2B951E915B}"/>
          </ac:spMkLst>
        </pc:spChg>
      </pc:sldChg>
    </pc:docChg>
  </pc:docChgLst>
  <pc:docChgLst>
    <pc:chgData name="嘉展 張" userId="56c0cc265fef7f12" providerId="LiveId" clId="{8C17DC2B-5918-4C2A-ABAD-E0796C8BEBAA}"/>
    <pc:docChg chg="undo custSel addSld delSld modSld modMainMaster">
      <pc:chgData name="嘉展 張" userId="56c0cc265fef7f12" providerId="LiveId" clId="{8C17DC2B-5918-4C2A-ABAD-E0796C8BEBAA}" dt="2025-07-09T09:31:06.934" v="373" actId="2711"/>
      <pc:docMkLst>
        <pc:docMk/>
      </pc:docMkLst>
      <pc:sldChg chg="modSp mod">
        <pc:chgData name="嘉展 張" userId="56c0cc265fef7f12" providerId="LiveId" clId="{8C17DC2B-5918-4C2A-ABAD-E0796C8BEBAA}" dt="2025-07-09T09:14:09.580" v="41"/>
        <pc:sldMkLst>
          <pc:docMk/>
          <pc:sldMk cId="1698366788" sldId="274"/>
        </pc:sldMkLst>
      </pc:sldChg>
      <pc:sldChg chg="modSp mod">
        <pc:chgData name="嘉展 張" userId="56c0cc265fef7f12" providerId="LiveId" clId="{8C17DC2B-5918-4C2A-ABAD-E0796C8BEBAA}" dt="2025-07-09T09:23:28.904" v="318" actId="207"/>
        <pc:sldMkLst>
          <pc:docMk/>
          <pc:sldMk cId="3676040206" sldId="336"/>
        </pc:sldMkLst>
      </pc:sldChg>
      <pc:sldChg chg="modSp mod">
        <pc:chgData name="嘉展 張" userId="56c0cc265fef7f12" providerId="LiveId" clId="{8C17DC2B-5918-4C2A-ABAD-E0796C8BEBAA}" dt="2025-07-09T09:31:06.934" v="373" actId="2711"/>
        <pc:sldMkLst>
          <pc:docMk/>
          <pc:sldMk cId="3383698067" sldId="342"/>
        </pc:sldMkLst>
      </pc:sldChg>
      <pc:sldChg chg="modSp mod">
        <pc:chgData name="嘉展 張" userId="56c0cc265fef7f12" providerId="LiveId" clId="{8C17DC2B-5918-4C2A-ABAD-E0796C8BEBAA}" dt="2025-07-09T09:29:41.625" v="352" actId="20577"/>
        <pc:sldMkLst>
          <pc:docMk/>
          <pc:sldMk cId="345017411" sldId="343"/>
        </pc:sldMkLst>
      </pc:sldChg>
      <pc:sldChg chg="modSp mod">
        <pc:chgData name="嘉展 張" userId="56c0cc265fef7f12" providerId="LiveId" clId="{8C17DC2B-5918-4C2A-ABAD-E0796C8BEBAA}" dt="2025-07-09T09:25:12.609" v="320" actId="15"/>
        <pc:sldMkLst>
          <pc:docMk/>
          <pc:sldMk cId="3752334464" sldId="345"/>
        </pc:sldMkLst>
      </pc:sldChg>
      <pc:sldChg chg="modSp mod">
        <pc:chgData name="嘉展 張" userId="56c0cc265fef7f12" providerId="LiveId" clId="{8C17DC2B-5918-4C2A-ABAD-E0796C8BEBAA}" dt="2025-07-09T09:26:11.378" v="327" actId="15"/>
        <pc:sldMkLst>
          <pc:docMk/>
          <pc:sldMk cId="1115666099" sldId="346"/>
        </pc:sldMkLst>
      </pc:sldChg>
      <pc:sldChg chg="modSp mod">
        <pc:chgData name="嘉展 張" userId="56c0cc265fef7f12" providerId="LiveId" clId="{8C17DC2B-5918-4C2A-ABAD-E0796C8BEBAA}" dt="2025-07-09T09:26:39.415" v="331" actId="20577"/>
        <pc:sldMkLst>
          <pc:docMk/>
          <pc:sldMk cId="3822570613" sldId="347"/>
        </pc:sldMkLst>
      </pc:sldChg>
      <pc:sldChg chg="modSp mod">
        <pc:chgData name="嘉展 張" userId="56c0cc265fef7f12" providerId="LiveId" clId="{8C17DC2B-5918-4C2A-ABAD-E0796C8BEBAA}" dt="2025-07-09T09:19:45.557" v="174" actId="6549"/>
        <pc:sldMkLst>
          <pc:docMk/>
          <pc:sldMk cId="732333138" sldId="351"/>
        </pc:sldMkLst>
      </pc:sldChg>
      <pc:sldChg chg="modSp mod">
        <pc:chgData name="嘉展 張" userId="56c0cc265fef7f12" providerId="LiveId" clId="{8C17DC2B-5918-4C2A-ABAD-E0796C8BEBAA}" dt="2025-07-09T09:27:03.141" v="333" actId="15"/>
        <pc:sldMkLst>
          <pc:docMk/>
          <pc:sldMk cId="2503062332" sldId="354"/>
        </pc:sldMkLst>
      </pc:sldChg>
      <pc:sldChg chg="modSp mod">
        <pc:chgData name="嘉展 張" userId="56c0cc265fef7f12" providerId="LiveId" clId="{8C17DC2B-5918-4C2A-ABAD-E0796C8BEBAA}" dt="2025-07-09T09:28:04.992" v="336"/>
        <pc:sldMkLst>
          <pc:docMk/>
          <pc:sldMk cId="2169278876" sldId="355"/>
        </pc:sldMkLst>
      </pc:sldChg>
      <pc:sldChg chg="del">
        <pc:chgData name="嘉展 張" userId="56c0cc265fef7f12" providerId="LiveId" clId="{8C17DC2B-5918-4C2A-ABAD-E0796C8BEBAA}" dt="2025-07-09T09:20:12.217" v="177" actId="47"/>
        <pc:sldMkLst>
          <pc:docMk/>
          <pc:sldMk cId="3052656619" sldId="356"/>
        </pc:sldMkLst>
      </pc:sldChg>
      <pc:sldChg chg="del">
        <pc:chgData name="嘉展 張" userId="56c0cc265fef7f12" providerId="LiveId" clId="{8C17DC2B-5918-4C2A-ABAD-E0796C8BEBAA}" dt="2025-07-09T09:21:06.418" v="281" actId="47"/>
        <pc:sldMkLst>
          <pc:docMk/>
          <pc:sldMk cId="185642437" sldId="357"/>
        </pc:sldMkLst>
      </pc:sldChg>
      <pc:sldChg chg="modSp mod">
        <pc:chgData name="嘉展 張" userId="56c0cc265fef7f12" providerId="LiveId" clId="{8C17DC2B-5918-4C2A-ABAD-E0796C8BEBAA}" dt="2025-07-09T09:25:48.444" v="325" actId="207"/>
        <pc:sldMkLst>
          <pc:docMk/>
          <pc:sldMk cId="4193172206" sldId="358"/>
        </pc:sldMkLst>
      </pc:sldChg>
      <pc:sldChg chg="modSp add mod">
        <pc:chgData name="嘉展 張" userId="56c0cc265fef7f12" providerId="LiveId" clId="{8C17DC2B-5918-4C2A-ABAD-E0796C8BEBAA}" dt="2025-07-09T09:19:57.814" v="176" actId="207"/>
        <pc:sldMkLst>
          <pc:docMk/>
          <pc:sldMk cId="3585428774" sldId="359"/>
        </pc:sldMkLst>
      </pc:sldChg>
      <pc:sldChg chg="add">
        <pc:chgData name="嘉展 張" userId="56c0cc265fef7f12" providerId="LiveId" clId="{8C17DC2B-5918-4C2A-ABAD-E0796C8BEBAA}" dt="2025-07-09T09:23:26.053" v="317"/>
        <pc:sldMkLst>
          <pc:docMk/>
          <pc:sldMk cId="1907735413" sldId="360"/>
        </pc:sldMkLst>
      </pc:sldChg>
      <pc:sldMasterChg chg="modSldLayout">
        <pc:chgData name="嘉展 張" userId="56c0cc265fef7f12" providerId="LiveId" clId="{8C17DC2B-5918-4C2A-ABAD-E0796C8BEBAA}" dt="2025-07-09T09:18:08.998" v="120" actId="6549"/>
        <pc:sldMasterMkLst>
          <pc:docMk/>
          <pc:sldMasterMk cId="2733321511" sldId="2147483688"/>
        </pc:sldMasterMkLst>
        <pc:sldLayoutChg chg="modSp mod">
          <pc:chgData name="嘉展 張" userId="56c0cc265fef7f12" providerId="LiveId" clId="{8C17DC2B-5918-4C2A-ABAD-E0796C8BEBAA}" dt="2025-07-09T09:18:08.998" v="120" actId="6549"/>
          <pc:sldLayoutMkLst>
            <pc:docMk/>
            <pc:sldMasterMk cId="2733321511" sldId="2147483688"/>
            <pc:sldLayoutMk cId="2749409723" sldId="2147483690"/>
          </pc:sldLayoutMkLst>
        </pc:sldLayoutChg>
      </pc:sldMasterChg>
    </pc:docChg>
  </pc:docChgLst>
  <pc:docChgLst>
    <pc:chgData name="嘉展 張" userId="56c0cc265fef7f12" providerId="LiveId" clId="{8E012BFB-294C-4CBC-BFD9-F4F33BC901B5}"/>
    <pc:docChg chg="undo custSel addSld delSld modSld modMainMaster">
      <pc:chgData name="嘉展 張" userId="56c0cc265fef7f12" providerId="LiveId" clId="{8E012BFB-294C-4CBC-BFD9-F4F33BC901B5}" dt="2025-07-07T13:15:43.499" v="1890"/>
      <pc:docMkLst>
        <pc:docMk/>
      </pc:docMkLst>
      <pc:sldChg chg="modSp mod">
        <pc:chgData name="嘉展 張" userId="56c0cc265fef7f12" providerId="LiveId" clId="{8E012BFB-294C-4CBC-BFD9-F4F33BC901B5}" dt="2025-07-07T12:02:26.523" v="105" actId="20577"/>
        <pc:sldMkLst>
          <pc:docMk/>
          <pc:sldMk cId="1698366788" sldId="274"/>
        </pc:sldMkLst>
      </pc:sldChg>
      <pc:sldChg chg="modSp mod">
        <pc:chgData name="嘉展 張" userId="56c0cc265fef7f12" providerId="LiveId" clId="{8E012BFB-294C-4CBC-BFD9-F4F33BC901B5}" dt="2025-07-07T12:50:50.900" v="961"/>
        <pc:sldMkLst>
          <pc:docMk/>
          <pc:sldMk cId="516855969" sldId="328"/>
        </pc:sldMkLst>
      </pc:sldChg>
      <pc:sldChg chg="modSp mod">
        <pc:chgData name="嘉展 張" userId="56c0cc265fef7f12" providerId="LiveId" clId="{8E012BFB-294C-4CBC-BFD9-F4F33BC901B5}" dt="2025-07-07T12:22:12.557" v="459" actId="20577"/>
        <pc:sldMkLst>
          <pc:docMk/>
          <pc:sldMk cId="1652940647" sldId="335"/>
        </pc:sldMkLst>
      </pc:sldChg>
      <pc:sldChg chg="modSp mod">
        <pc:chgData name="嘉展 張" userId="56c0cc265fef7f12" providerId="LiveId" clId="{8E012BFB-294C-4CBC-BFD9-F4F33BC901B5}" dt="2025-07-07T12:47:32.732" v="938" actId="207"/>
        <pc:sldMkLst>
          <pc:docMk/>
          <pc:sldMk cId="3676040206" sldId="336"/>
        </pc:sldMkLst>
      </pc:sldChg>
      <pc:sldChg chg="modSp mod">
        <pc:chgData name="嘉展 張" userId="56c0cc265fef7f12" providerId="LiveId" clId="{8E012BFB-294C-4CBC-BFD9-F4F33BC901B5}" dt="2025-07-07T12:23:48.151" v="466" actId="207"/>
        <pc:sldMkLst>
          <pc:docMk/>
          <pc:sldMk cId="2128628793" sldId="337"/>
        </pc:sldMkLst>
      </pc:sldChg>
      <pc:sldChg chg="modSp mod">
        <pc:chgData name="嘉展 張" userId="56c0cc265fef7f12" providerId="LiveId" clId="{8E012BFB-294C-4CBC-BFD9-F4F33BC901B5}" dt="2025-07-07T13:15:23.668" v="1886" actId="1076"/>
        <pc:sldMkLst>
          <pc:docMk/>
          <pc:sldMk cId="3383698067" sldId="342"/>
        </pc:sldMkLst>
      </pc:sldChg>
      <pc:sldChg chg="modSp mod">
        <pc:chgData name="嘉展 張" userId="56c0cc265fef7f12" providerId="LiveId" clId="{8E012BFB-294C-4CBC-BFD9-F4F33BC901B5}" dt="2025-07-07T13:15:43.499" v="1890"/>
        <pc:sldMkLst>
          <pc:docMk/>
          <pc:sldMk cId="345017411" sldId="343"/>
        </pc:sldMkLst>
      </pc:sldChg>
      <pc:sldChg chg="del">
        <pc:chgData name="嘉展 張" userId="56c0cc265fef7f12" providerId="LiveId" clId="{8E012BFB-294C-4CBC-BFD9-F4F33BC901B5}" dt="2025-07-07T12:41:39.935" v="731" actId="47"/>
        <pc:sldMkLst>
          <pc:docMk/>
          <pc:sldMk cId="919750547" sldId="344"/>
        </pc:sldMkLst>
      </pc:sldChg>
      <pc:sldChg chg="modSp mod">
        <pc:chgData name="嘉展 張" userId="56c0cc265fef7f12" providerId="LiveId" clId="{8E012BFB-294C-4CBC-BFD9-F4F33BC901B5}" dt="2025-07-07T12:51:07.548" v="963"/>
        <pc:sldMkLst>
          <pc:docMk/>
          <pc:sldMk cId="3752334464" sldId="345"/>
        </pc:sldMkLst>
      </pc:sldChg>
      <pc:sldChg chg="modSp mod">
        <pc:chgData name="嘉展 張" userId="56c0cc265fef7f12" providerId="LiveId" clId="{8E012BFB-294C-4CBC-BFD9-F4F33BC901B5}" dt="2025-07-07T12:52:38.362" v="983" actId="20577"/>
        <pc:sldMkLst>
          <pc:docMk/>
          <pc:sldMk cId="1115666099" sldId="346"/>
        </pc:sldMkLst>
      </pc:sldChg>
      <pc:sldChg chg="modSp mod">
        <pc:chgData name="嘉展 張" userId="56c0cc265fef7f12" providerId="LiveId" clId="{8E012BFB-294C-4CBC-BFD9-F4F33BC901B5}" dt="2025-07-07T12:53:49.422" v="986"/>
        <pc:sldMkLst>
          <pc:docMk/>
          <pc:sldMk cId="3822570613" sldId="347"/>
        </pc:sldMkLst>
      </pc:sldChg>
      <pc:sldChg chg="modSp mod">
        <pc:chgData name="嘉展 張" userId="56c0cc265fef7f12" providerId="LiveId" clId="{8E012BFB-294C-4CBC-BFD9-F4F33BC901B5}" dt="2025-07-07T12:55:05.653" v="1005" actId="20577"/>
        <pc:sldMkLst>
          <pc:docMk/>
          <pc:sldMk cId="2652490174" sldId="348"/>
        </pc:sldMkLst>
      </pc:sldChg>
      <pc:sldChg chg="modSp mod">
        <pc:chgData name="嘉展 張" userId="56c0cc265fef7f12" providerId="LiveId" clId="{8E012BFB-294C-4CBC-BFD9-F4F33BC901B5}" dt="2025-07-07T12:55:49.755" v="1008"/>
        <pc:sldMkLst>
          <pc:docMk/>
          <pc:sldMk cId="2056490660" sldId="349"/>
        </pc:sldMkLst>
      </pc:sldChg>
      <pc:sldChg chg="modSp add mod">
        <pc:chgData name="嘉展 張" userId="56c0cc265fef7f12" providerId="LiveId" clId="{8E012BFB-294C-4CBC-BFD9-F4F33BC901B5}" dt="2025-07-07T12:47:17.642" v="936" actId="207"/>
        <pc:sldMkLst>
          <pc:docMk/>
          <pc:sldMk cId="1893602695" sldId="350"/>
        </pc:sldMkLst>
      </pc:sldChg>
      <pc:sldMasterChg chg="modSldLayout">
        <pc:chgData name="嘉展 張" userId="56c0cc265fef7f12" providerId="LiveId" clId="{8E012BFB-294C-4CBC-BFD9-F4F33BC901B5}" dt="2025-07-07T11:59:24.703" v="91" actId="6549"/>
        <pc:sldMasterMkLst>
          <pc:docMk/>
          <pc:sldMasterMk cId="2733321511" sldId="2147483688"/>
        </pc:sldMasterMkLst>
        <pc:sldLayoutChg chg="modSp mod">
          <pc:chgData name="嘉展 張" userId="56c0cc265fef7f12" providerId="LiveId" clId="{8E012BFB-294C-4CBC-BFD9-F4F33BC901B5}" dt="2025-07-07T11:59:24.703" v="91" actId="6549"/>
          <pc:sldLayoutMkLst>
            <pc:docMk/>
            <pc:sldMasterMk cId="2733321511" sldId="2147483688"/>
            <pc:sldLayoutMk cId="2749409723" sldId="2147483690"/>
          </pc:sldLayoutMkLst>
        </pc:sldLayoutChg>
      </pc:sldMasterChg>
    </pc:docChg>
  </pc:docChgLst>
  <pc:docChgLst>
    <pc:chgData name="嘉展 張" userId="56c0cc265fef7f12" providerId="LiveId" clId="{871B63E1-5688-4BC9-A264-EFDDC7298B48}"/>
    <pc:docChg chg="undo custSel addSld delSld modSld modMainMaster">
      <pc:chgData name="嘉展 張" userId="56c0cc265fef7f12" providerId="LiveId" clId="{871B63E1-5688-4BC9-A264-EFDDC7298B48}" dt="2025-07-11T23:25:53.146" v="183" actId="5793"/>
      <pc:docMkLst>
        <pc:docMk/>
      </pc:docMkLst>
      <pc:sldChg chg="modSp mod">
        <pc:chgData name="嘉展 張" userId="56c0cc265fef7f12" providerId="LiveId" clId="{871B63E1-5688-4BC9-A264-EFDDC7298B48}" dt="2025-07-11T23:13:48.171" v="11"/>
        <pc:sldMkLst>
          <pc:docMk/>
          <pc:sldMk cId="1698366788" sldId="274"/>
        </pc:sldMkLst>
      </pc:sldChg>
      <pc:sldChg chg="del">
        <pc:chgData name="嘉展 張" userId="56c0cc265fef7f12" providerId="LiveId" clId="{871B63E1-5688-4BC9-A264-EFDDC7298B48}" dt="2025-07-11T23:21:07.059" v="123" actId="47"/>
        <pc:sldMkLst>
          <pc:docMk/>
          <pc:sldMk cId="3676040206" sldId="336"/>
        </pc:sldMkLst>
      </pc:sldChg>
      <pc:sldChg chg="modSp mod">
        <pc:chgData name="嘉展 張" userId="56c0cc265fef7f12" providerId="LiveId" clId="{871B63E1-5688-4BC9-A264-EFDDC7298B48}" dt="2025-07-11T23:25:53.146" v="183" actId="5793"/>
        <pc:sldMkLst>
          <pc:docMk/>
          <pc:sldMk cId="3383698067" sldId="342"/>
        </pc:sldMkLst>
      </pc:sldChg>
      <pc:sldChg chg="modSp mod">
        <pc:chgData name="嘉展 張" userId="56c0cc265fef7f12" providerId="LiveId" clId="{871B63E1-5688-4BC9-A264-EFDDC7298B48}" dt="2025-07-11T23:23:17.764" v="150" actId="20577"/>
        <pc:sldMkLst>
          <pc:docMk/>
          <pc:sldMk cId="345017411" sldId="343"/>
        </pc:sldMkLst>
      </pc:sldChg>
      <pc:sldChg chg="modSp mod">
        <pc:chgData name="嘉展 張" userId="56c0cc265fef7f12" providerId="LiveId" clId="{871B63E1-5688-4BC9-A264-EFDDC7298B48}" dt="2025-07-11T23:21:28.196" v="125" actId="15"/>
        <pc:sldMkLst>
          <pc:docMk/>
          <pc:sldMk cId="3752334464" sldId="345"/>
        </pc:sldMkLst>
      </pc:sldChg>
      <pc:sldChg chg="modSp mod">
        <pc:chgData name="嘉展 張" userId="56c0cc265fef7f12" providerId="LiveId" clId="{871B63E1-5688-4BC9-A264-EFDDC7298B48}" dt="2025-07-11T23:22:00.820" v="130" actId="15"/>
        <pc:sldMkLst>
          <pc:docMk/>
          <pc:sldMk cId="1115666099" sldId="346"/>
        </pc:sldMkLst>
      </pc:sldChg>
      <pc:sldChg chg="modSp mod">
        <pc:chgData name="嘉展 張" userId="56c0cc265fef7f12" providerId="LiveId" clId="{871B63E1-5688-4BC9-A264-EFDDC7298B48}" dt="2025-07-11T23:22:18.321" v="133"/>
        <pc:sldMkLst>
          <pc:docMk/>
          <pc:sldMk cId="3822570613" sldId="347"/>
        </pc:sldMkLst>
      </pc:sldChg>
      <pc:sldChg chg="modSp mod">
        <pc:chgData name="嘉展 張" userId="56c0cc265fef7f12" providerId="LiveId" clId="{871B63E1-5688-4BC9-A264-EFDDC7298B48}" dt="2025-07-11T23:20:59.511" v="121" actId="207"/>
        <pc:sldMkLst>
          <pc:docMk/>
          <pc:sldMk cId="732333138" sldId="351"/>
        </pc:sldMkLst>
      </pc:sldChg>
      <pc:sldChg chg="modSp mod">
        <pc:chgData name="嘉展 張" userId="56c0cc265fef7f12" providerId="LiveId" clId="{871B63E1-5688-4BC9-A264-EFDDC7298B48}" dt="2025-07-11T23:22:37.686" v="135" actId="15"/>
        <pc:sldMkLst>
          <pc:docMk/>
          <pc:sldMk cId="2503062332" sldId="354"/>
        </pc:sldMkLst>
      </pc:sldChg>
      <pc:sldChg chg="modSp mod">
        <pc:chgData name="嘉展 張" userId="56c0cc265fef7f12" providerId="LiveId" clId="{871B63E1-5688-4BC9-A264-EFDDC7298B48}" dt="2025-07-11T23:22:54.190" v="138"/>
        <pc:sldMkLst>
          <pc:docMk/>
          <pc:sldMk cId="2169278876" sldId="355"/>
        </pc:sldMkLst>
      </pc:sldChg>
      <pc:sldChg chg="modSp mod">
        <pc:chgData name="嘉展 張" userId="56c0cc265fef7f12" providerId="LiveId" clId="{871B63E1-5688-4BC9-A264-EFDDC7298B48}" dt="2025-07-11T23:21:47.926" v="128"/>
        <pc:sldMkLst>
          <pc:docMk/>
          <pc:sldMk cId="4193172206" sldId="358"/>
        </pc:sldMkLst>
      </pc:sldChg>
      <pc:sldChg chg="modSp mod">
        <pc:chgData name="嘉展 張" userId="56c0cc265fef7f12" providerId="LiveId" clId="{871B63E1-5688-4BC9-A264-EFDDC7298B48}" dt="2025-07-11T23:21:01.265" v="122" actId="207"/>
        <pc:sldMkLst>
          <pc:docMk/>
          <pc:sldMk cId="3585428774" sldId="359"/>
        </pc:sldMkLst>
      </pc:sldChg>
      <pc:sldChg chg="del">
        <pc:chgData name="嘉展 張" userId="56c0cc265fef7f12" providerId="LiveId" clId="{871B63E1-5688-4BC9-A264-EFDDC7298B48}" dt="2025-07-11T23:21:07.059" v="123" actId="47"/>
        <pc:sldMkLst>
          <pc:docMk/>
          <pc:sldMk cId="771378846" sldId="361"/>
        </pc:sldMkLst>
      </pc:sldChg>
      <pc:sldChg chg="add">
        <pc:chgData name="嘉展 張" userId="56c0cc265fef7f12" providerId="LiveId" clId="{871B63E1-5688-4BC9-A264-EFDDC7298B48}" dt="2025-07-11T23:18:10.223" v="57"/>
        <pc:sldMkLst>
          <pc:docMk/>
          <pc:sldMk cId="2643400217" sldId="362"/>
        </pc:sldMkLst>
      </pc:sldChg>
      <pc:sldChg chg="add">
        <pc:chgData name="嘉展 張" userId="56c0cc265fef7f12" providerId="LiveId" clId="{871B63E1-5688-4BC9-A264-EFDDC7298B48}" dt="2025-07-11T23:20:56.187" v="120"/>
        <pc:sldMkLst>
          <pc:docMk/>
          <pc:sldMk cId="1308011151" sldId="363"/>
        </pc:sldMkLst>
      </pc:sldChg>
      <pc:sldMasterChg chg="modSldLayout">
        <pc:chgData name="嘉展 張" userId="56c0cc265fef7f12" providerId="LiveId" clId="{871B63E1-5688-4BC9-A264-EFDDC7298B48}" dt="2025-07-11T23:18:41.043" v="80" actId="20577"/>
        <pc:sldMasterMkLst>
          <pc:docMk/>
          <pc:sldMasterMk cId="2733321511" sldId="2147483688"/>
        </pc:sldMasterMkLst>
        <pc:sldLayoutChg chg="modSp mod">
          <pc:chgData name="嘉展 張" userId="56c0cc265fef7f12" providerId="LiveId" clId="{871B63E1-5688-4BC9-A264-EFDDC7298B48}" dt="2025-07-11T23:18:41.043" v="80" actId="20577"/>
          <pc:sldLayoutMkLst>
            <pc:docMk/>
            <pc:sldMasterMk cId="2733321511" sldId="2147483688"/>
            <pc:sldLayoutMk cId="2749409723" sldId="2147483690"/>
          </pc:sldLayoutMkLst>
        </pc:sldLayoutChg>
      </pc:sldMasterChg>
    </pc:docChg>
  </pc:docChgLst>
  <pc:docChgLst>
    <pc:chgData name="嘉展 張" userId="56c0cc265fef7f12" providerId="LiveId" clId="{61A3D83D-8E70-4168-93F8-664275C06C64}"/>
    <pc:docChg chg="undo custSel addSld delSld modSld sldOrd modMainMaster">
      <pc:chgData name="嘉展 張" userId="56c0cc265fef7f12" providerId="LiveId" clId="{61A3D83D-8E70-4168-93F8-664275C06C64}" dt="2025-07-09T08:50:25.732" v="856" actId="207"/>
      <pc:docMkLst>
        <pc:docMk/>
      </pc:docMkLst>
      <pc:sldChg chg="modSp mod">
        <pc:chgData name="嘉展 張" userId="56c0cc265fef7f12" providerId="LiveId" clId="{61A3D83D-8E70-4168-93F8-664275C06C64}" dt="2025-07-07T22:21:16.724" v="41" actId="20577"/>
        <pc:sldMkLst>
          <pc:docMk/>
          <pc:sldMk cId="1698366788" sldId="274"/>
        </pc:sldMkLst>
      </pc:sldChg>
      <pc:sldChg chg="del">
        <pc:chgData name="嘉展 張" userId="56c0cc265fef7f12" providerId="LiveId" clId="{61A3D83D-8E70-4168-93F8-664275C06C64}" dt="2025-07-09T08:38:51.651" v="661" actId="47"/>
        <pc:sldMkLst>
          <pc:docMk/>
          <pc:sldMk cId="516855969" sldId="328"/>
        </pc:sldMkLst>
      </pc:sldChg>
      <pc:sldChg chg="modSp del mod ord">
        <pc:chgData name="嘉展 張" userId="56c0cc265fef7f12" providerId="LiveId" clId="{61A3D83D-8E70-4168-93F8-664275C06C64}" dt="2025-07-09T08:36:52.758" v="629" actId="47"/>
        <pc:sldMkLst>
          <pc:docMk/>
          <pc:sldMk cId="1652940647" sldId="335"/>
        </pc:sldMkLst>
      </pc:sldChg>
      <pc:sldChg chg="modSp mod">
        <pc:chgData name="嘉展 張" userId="56c0cc265fef7f12" providerId="LiveId" clId="{61A3D83D-8E70-4168-93F8-664275C06C64}" dt="2025-07-09T08:37:56.642" v="658" actId="207"/>
        <pc:sldMkLst>
          <pc:docMk/>
          <pc:sldMk cId="3676040206" sldId="336"/>
        </pc:sldMkLst>
      </pc:sldChg>
      <pc:sldChg chg="modSp mod ord">
        <pc:chgData name="嘉展 張" userId="56c0cc265fef7f12" providerId="LiveId" clId="{61A3D83D-8E70-4168-93F8-664275C06C64}" dt="2025-07-09T08:36:46.609" v="628" actId="207"/>
        <pc:sldMkLst>
          <pc:docMk/>
          <pc:sldMk cId="2128628793" sldId="337"/>
        </pc:sldMkLst>
      </pc:sldChg>
      <pc:sldChg chg="modSp mod">
        <pc:chgData name="嘉展 張" userId="56c0cc265fef7f12" providerId="LiveId" clId="{61A3D83D-8E70-4168-93F8-664275C06C64}" dt="2025-07-09T08:47:51.529" v="819" actId="5793"/>
        <pc:sldMkLst>
          <pc:docMk/>
          <pc:sldMk cId="3383698067" sldId="342"/>
        </pc:sldMkLst>
      </pc:sldChg>
      <pc:sldChg chg="modSp mod">
        <pc:chgData name="嘉展 張" userId="56c0cc265fef7f12" providerId="LiveId" clId="{61A3D83D-8E70-4168-93F8-664275C06C64}" dt="2025-07-09T08:49:53.628" v="855" actId="207"/>
        <pc:sldMkLst>
          <pc:docMk/>
          <pc:sldMk cId="345017411" sldId="343"/>
        </pc:sldMkLst>
      </pc:sldChg>
      <pc:sldChg chg="addSp delSp modSp mod">
        <pc:chgData name="嘉展 張" userId="56c0cc265fef7f12" providerId="LiveId" clId="{61A3D83D-8E70-4168-93F8-664275C06C64}" dt="2025-07-09T08:50:25.732" v="856" actId="207"/>
        <pc:sldMkLst>
          <pc:docMk/>
          <pc:sldMk cId="3752334464" sldId="345"/>
        </pc:sldMkLst>
      </pc:sldChg>
      <pc:sldChg chg="addSp delSp modSp mod">
        <pc:chgData name="嘉展 張" userId="56c0cc265fef7f12" providerId="LiveId" clId="{61A3D83D-8E70-4168-93F8-664275C06C64}" dt="2025-07-09T08:44:55.675" v="778" actId="20577"/>
        <pc:sldMkLst>
          <pc:docMk/>
          <pc:sldMk cId="1115666099" sldId="346"/>
        </pc:sldMkLst>
      </pc:sldChg>
      <pc:sldChg chg="addSp delSp modSp mod">
        <pc:chgData name="嘉展 張" userId="56c0cc265fef7f12" providerId="LiveId" clId="{61A3D83D-8E70-4168-93F8-664275C06C64}" dt="2025-07-09T08:45:47.099" v="793"/>
        <pc:sldMkLst>
          <pc:docMk/>
          <pc:sldMk cId="3822570613" sldId="347"/>
        </pc:sldMkLst>
      </pc:sldChg>
      <pc:sldChg chg="del">
        <pc:chgData name="嘉展 張" userId="56c0cc265fef7f12" providerId="LiveId" clId="{61A3D83D-8E70-4168-93F8-664275C06C64}" dt="2025-07-09T08:46:08.197" v="794" actId="47"/>
        <pc:sldMkLst>
          <pc:docMk/>
          <pc:sldMk cId="2652490174" sldId="348"/>
        </pc:sldMkLst>
      </pc:sldChg>
      <pc:sldChg chg="del">
        <pc:chgData name="嘉展 張" userId="56c0cc265fef7f12" providerId="LiveId" clId="{61A3D83D-8E70-4168-93F8-664275C06C64}" dt="2025-07-09T08:46:08.197" v="794" actId="47"/>
        <pc:sldMkLst>
          <pc:docMk/>
          <pc:sldMk cId="2056490660" sldId="349"/>
        </pc:sldMkLst>
      </pc:sldChg>
      <pc:sldChg chg="del">
        <pc:chgData name="嘉展 張" userId="56c0cc265fef7f12" providerId="LiveId" clId="{61A3D83D-8E70-4168-93F8-664275C06C64}" dt="2025-07-09T08:37:50.990" v="657" actId="47"/>
        <pc:sldMkLst>
          <pc:docMk/>
          <pc:sldMk cId="1893602695" sldId="350"/>
        </pc:sldMkLst>
      </pc:sldChg>
      <pc:sldChg chg="modSp add mod ord">
        <pc:chgData name="嘉展 張" userId="56c0cc265fef7f12" providerId="LiveId" clId="{61A3D83D-8E70-4168-93F8-664275C06C64}" dt="2025-07-09T08:36:58.667" v="633" actId="207"/>
        <pc:sldMkLst>
          <pc:docMk/>
          <pc:sldMk cId="732333138" sldId="351"/>
        </pc:sldMkLst>
      </pc:sldChg>
      <pc:sldChg chg="add">
        <pc:chgData name="嘉展 張" userId="56c0cc265fef7f12" providerId="LiveId" clId="{61A3D83D-8E70-4168-93F8-664275C06C64}" dt="2025-07-09T08:37:49.462" v="656"/>
        <pc:sldMkLst>
          <pc:docMk/>
          <pc:sldMk cId="838783306" sldId="352"/>
        </pc:sldMkLst>
      </pc:sldChg>
      <pc:sldChg chg="modSp add mod">
        <pc:chgData name="嘉展 張" userId="56c0cc265fef7f12" providerId="LiveId" clId="{61A3D83D-8E70-4168-93F8-664275C06C64}" dt="2025-07-09T08:44:59.889" v="784" actId="20577"/>
        <pc:sldMkLst>
          <pc:docMk/>
          <pc:sldMk cId="1406075394" sldId="353"/>
        </pc:sldMkLst>
      </pc:sldChg>
      <pc:sldChg chg="modSp add mod">
        <pc:chgData name="嘉展 張" userId="56c0cc265fef7f12" providerId="LiveId" clId="{61A3D83D-8E70-4168-93F8-664275C06C64}" dt="2025-07-09T08:46:38.988" v="804" actId="15"/>
        <pc:sldMkLst>
          <pc:docMk/>
          <pc:sldMk cId="2503062332" sldId="354"/>
        </pc:sldMkLst>
      </pc:sldChg>
      <pc:sldChg chg="addSp delSp modSp add mod">
        <pc:chgData name="嘉展 張" userId="56c0cc265fef7f12" providerId="LiveId" clId="{61A3D83D-8E70-4168-93F8-664275C06C64}" dt="2025-07-09T08:47:25.416" v="812"/>
        <pc:sldMkLst>
          <pc:docMk/>
          <pc:sldMk cId="2169278876" sldId="355"/>
        </pc:sldMkLst>
      </pc:sldChg>
      <pc:sldMasterChg chg="modSldLayout">
        <pc:chgData name="嘉展 張" userId="56c0cc265fef7f12" providerId="LiveId" clId="{61A3D83D-8E70-4168-93F8-664275C06C64}" dt="2025-07-07T22:46:29.148" v="596" actId="20577"/>
        <pc:sldMasterMkLst>
          <pc:docMk/>
          <pc:sldMasterMk cId="2733321511" sldId="2147483688"/>
        </pc:sldMasterMkLst>
        <pc:sldLayoutChg chg="modSp mod">
          <pc:chgData name="嘉展 張" userId="56c0cc265fef7f12" providerId="LiveId" clId="{61A3D83D-8E70-4168-93F8-664275C06C64}" dt="2025-07-07T22:46:29.148" v="596" actId="20577"/>
          <pc:sldLayoutMkLst>
            <pc:docMk/>
            <pc:sldMasterMk cId="2733321511" sldId="2147483688"/>
            <pc:sldLayoutMk cId="2749409723" sldId="2147483690"/>
          </pc:sldLayoutMkLst>
        </pc:sldLayoutChg>
      </pc:sldMasterChg>
    </pc:docChg>
  </pc:docChgLst>
  <pc:docChgLst>
    <pc:chgData name="嘉展 張" userId="56c0cc265fef7f12" providerId="LiveId" clId="{0BB0EFE5-82D4-4395-89A8-40A71B510EC6}"/>
    <pc:docChg chg="undo custSel addSld delSld modSld modMainMaster">
      <pc:chgData name="嘉展 張" userId="56c0cc265fef7f12" providerId="LiveId" clId="{0BB0EFE5-82D4-4395-89A8-40A71B510EC6}" dt="2025-07-10T11:02:24.083" v="259" actId="108"/>
      <pc:docMkLst>
        <pc:docMk/>
      </pc:docMkLst>
      <pc:sldChg chg="modSp mod">
        <pc:chgData name="嘉展 張" userId="56c0cc265fef7f12" providerId="LiveId" clId="{0BB0EFE5-82D4-4395-89A8-40A71B510EC6}" dt="2025-07-10T08:46:27.999" v="29"/>
        <pc:sldMkLst>
          <pc:docMk/>
          <pc:sldMk cId="1698366788" sldId="274"/>
        </pc:sldMkLst>
      </pc:sldChg>
      <pc:sldChg chg="modSp mod">
        <pc:chgData name="嘉展 張" userId="56c0cc265fef7f12" providerId="LiveId" clId="{0BB0EFE5-82D4-4395-89A8-40A71B510EC6}" dt="2025-07-10T10:47:54.091" v="120" actId="207"/>
        <pc:sldMkLst>
          <pc:docMk/>
          <pc:sldMk cId="3676040206" sldId="336"/>
        </pc:sldMkLst>
      </pc:sldChg>
      <pc:sldChg chg="modSp mod">
        <pc:chgData name="嘉展 張" userId="56c0cc265fef7f12" providerId="LiveId" clId="{0BB0EFE5-82D4-4395-89A8-40A71B510EC6}" dt="2025-07-10T11:02:24.083" v="259" actId="108"/>
        <pc:sldMkLst>
          <pc:docMk/>
          <pc:sldMk cId="3383698067" sldId="342"/>
        </pc:sldMkLst>
      </pc:sldChg>
      <pc:sldChg chg="modSp mod">
        <pc:chgData name="嘉展 張" userId="56c0cc265fef7f12" providerId="LiveId" clId="{0BB0EFE5-82D4-4395-89A8-40A71B510EC6}" dt="2025-07-10T10:59:58.793" v="190" actId="20577"/>
        <pc:sldMkLst>
          <pc:docMk/>
          <pc:sldMk cId="345017411" sldId="343"/>
        </pc:sldMkLst>
      </pc:sldChg>
      <pc:sldChg chg="modSp mod">
        <pc:chgData name="嘉展 張" userId="56c0cc265fef7f12" providerId="LiveId" clId="{0BB0EFE5-82D4-4395-89A8-40A71B510EC6}" dt="2025-07-10T09:31:21.243" v="73"/>
        <pc:sldMkLst>
          <pc:docMk/>
          <pc:sldMk cId="732333138" sldId="351"/>
        </pc:sldMkLst>
      </pc:sldChg>
      <pc:sldChg chg="modSp mod">
        <pc:chgData name="嘉展 張" userId="56c0cc265fef7f12" providerId="LiveId" clId="{0BB0EFE5-82D4-4395-89A8-40A71B510EC6}" dt="2025-07-10T10:57:53.903" v="167" actId="15"/>
        <pc:sldMkLst>
          <pc:docMk/>
          <pc:sldMk cId="2503062332" sldId="354"/>
        </pc:sldMkLst>
      </pc:sldChg>
      <pc:sldChg chg="modSp mod">
        <pc:chgData name="嘉展 張" userId="56c0cc265fef7f12" providerId="LiveId" clId="{0BB0EFE5-82D4-4395-89A8-40A71B510EC6}" dt="2025-07-10T10:58:11.544" v="170"/>
        <pc:sldMkLst>
          <pc:docMk/>
          <pc:sldMk cId="2169278876" sldId="355"/>
        </pc:sldMkLst>
      </pc:sldChg>
      <pc:sldChg chg="modSp mod">
        <pc:chgData name="嘉展 張" userId="56c0cc265fef7f12" providerId="LiveId" clId="{0BB0EFE5-82D4-4395-89A8-40A71B510EC6}" dt="2025-07-10T10:54:17.972" v="160" actId="20577"/>
        <pc:sldMkLst>
          <pc:docMk/>
          <pc:sldMk cId="4193172206" sldId="358"/>
        </pc:sldMkLst>
      </pc:sldChg>
      <pc:sldChg chg="modSp mod">
        <pc:chgData name="嘉展 張" userId="56c0cc265fef7f12" providerId="LiveId" clId="{0BB0EFE5-82D4-4395-89A8-40A71B510EC6}" dt="2025-07-10T10:45:23.104" v="91" actId="207"/>
        <pc:sldMkLst>
          <pc:docMk/>
          <pc:sldMk cId="3585428774" sldId="359"/>
        </pc:sldMkLst>
      </pc:sldChg>
      <pc:sldChg chg="del">
        <pc:chgData name="嘉展 張" userId="56c0cc265fef7f12" providerId="LiveId" clId="{0BB0EFE5-82D4-4395-89A8-40A71B510EC6}" dt="2025-07-10T10:48:02.987" v="121" actId="47"/>
        <pc:sldMkLst>
          <pc:docMk/>
          <pc:sldMk cId="1907735413" sldId="360"/>
        </pc:sldMkLst>
      </pc:sldChg>
      <pc:sldChg chg="add">
        <pc:chgData name="嘉展 張" userId="56c0cc265fef7f12" providerId="LiveId" clId="{0BB0EFE5-82D4-4395-89A8-40A71B510EC6}" dt="2025-07-10T10:47:50.439" v="119"/>
        <pc:sldMkLst>
          <pc:docMk/>
          <pc:sldMk cId="771378846" sldId="361"/>
        </pc:sldMkLst>
      </pc:sldChg>
      <pc:sldMasterChg chg="modSldLayout">
        <pc:chgData name="嘉展 張" userId="56c0cc265fef7f12" providerId="LiveId" clId="{0BB0EFE5-82D4-4395-89A8-40A71B510EC6}" dt="2025-07-10T10:53:10.532" v="150" actId="20577"/>
        <pc:sldMasterMkLst>
          <pc:docMk/>
          <pc:sldMasterMk cId="2733321511" sldId="2147483688"/>
        </pc:sldMasterMkLst>
        <pc:sldLayoutChg chg="modSp mod">
          <pc:chgData name="嘉展 張" userId="56c0cc265fef7f12" providerId="LiveId" clId="{0BB0EFE5-82D4-4395-89A8-40A71B510EC6}" dt="2025-07-10T10:53:10.532" v="150" actId="20577"/>
          <pc:sldLayoutMkLst>
            <pc:docMk/>
            <pc:sldMasterMk cId="2733321511" sldId="2147483688"/>
            <pc:sldLayoutMk cId="2749409723" sldId="2147483690"/>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08BF25A6-087F-D6D2-267D-B40DBA7EE1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a:extLst>
              <a:ext uri="{FF2B5EF4-FFF2-40B4-BE49-F238E27FC236}">
                <a16:creationId xmlns:a16="http://schemas.microsoft.com/office/drawing/2014/main" id="{AA0814FC-58BC-3550-CD96-55E744A2254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C02A62F-168C-441A-BD3A-3CBD0D8996EF}" type="datetimeFigureOut">
              <a:rPr lang="zh-TW" altLang="en-US" smtClean="0"/>
              <a:t>2025/8/23</a:t>
            </a:fld>
            <a:endParaRPr lang="zh-TW" altLang="en-US"/>
          </a:p>
        </p:txBody>
      </p:sp>
      <p:sp>
        <p:nvSpPr>
          <p:cNvPr id="4" name="頁尾版面配置區 3">
            <a:extLst>
              <a:ext uri="{FF2B5EF4-FFF2-40B4-BE49-F238E27FC236}">
                <a16:creationId xmlns:a16="http://schemas.microsoft.com/office/drawing/2014/main" id="{79AE01F6-5383-DDC4-7D41-985AFCC1FBA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a:extLst>
              <a:ext uri="{FF2B5EF4-FFF2-40B4-BE49-F238E27FC236}">
                <a16:creationId xmlns:a16="http://schemas.microsoft.com/office/drawing/2014/main" id="{94AF33B8-A6BA-F9CB-9D1A-F0E84114756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DF976BC-45D2-4837-B745-B3BC93427B15}" type="slidenum">
              <a:rPr lang="zh-TW" altLang="en-US" smtClean="0"/>
              <a:t>‹#›</a:t>
            </a:fld>
            <a:endParaRPr lang="zh-TW" altLang="en-US"/>
          </a:p>
        </p:txBody>
      </p:sp>
    </p:spTree>
    <p:extLst>
      <p:ext uri="{BB962C8B-B14F-4D97-AF65-F5344CB8AC3E}">
        <p14:creationId xmlns:p14="http://schemas.microsoft.com/office/powerpoint/2010/main" val="21584510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28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BIZ UDGothic" panose="020B0400000000000000" pitchFamily="33" charset="-128"/>
        <a:ea typeface="BIZ UDGothic" panose="020B0400000000000000" pitchFamily="33" charset="-128"/>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716CA-870F-4ACF-1F51-47ED9CD402C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68C42929-7443-D7D8-BBAA-ED91915C57E7}"/>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35FD30CA-9BCA-487F-E75C-0123C4ECCB92}"/>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19890553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E54AB2-269F-697B-54B2-4F49900C3820}"/>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F7A4D50C-E877-B6D0-6A56-CE2807FFC140}"/>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FDB17FC5-AF78-ED82-9BC1-83291B2D81CE}"/>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23287889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1AD3B-370E-179E-EBF4-D9D191ACE014}"/>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87B0564F-6B62-B097-DB8B-D8AFD529B210}"/>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E873D438-6A1A-540D-9533-0EC3C8F43FB4}"/>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20166470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B130C-7C2E-E072-AE8C-56D9E7AA7FC3}"/>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D591AC39-61EF-357D-BDA1-5DA36D471850}"/>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618B6D7A-7AA3-E77B-DE78-410017AFDEDC}"/>
              </a:ext>
            </a:extLst>
          </p:cNvPr>
          <p:cNvSpPr>
            <a:spLocks noGrp="1"/>
          </p:cNvSpPr>
          <p:nvPr>
            <p:ph type="body" idx="1"/>
          </p:nvPr>
        </p:nvSpPr>
        <p:spPr/>
        <p:txBody>
          <a:bodyPr/>
          <a:lstStyle/>
          <a:p>
            <a:endParaRPr lang="zh-TW" altLang="en-US" dirty="0">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19774165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85468-5212-06C2-1093-089D532FF269}"/>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5B7D9929-8008-244F-F7A1-B41948405D09}"/>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BD56B6BE-7444-4031-D537-371867FF1700}"/>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251381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A6B379-66A6-8293-506C-29E51887A06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F9A3887-4357-E0FE-7DDD-A2FAFC324C66}"/>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E37AB0E6-6396-E25F-0096-5941418CD854}"/>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15287842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9704E-7EED-C2D2-AB0C-9735446DFE5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9EC38AC2-0366-3164-A5DC-828EC5C85F9E}"/>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821BE83F-F2D0-7D4D-6FCD-F1A7DC9883A3}"/>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2039476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C7D44-8515-EA05-78FF-A15CE5600A0A}"/>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47F962DF-1858-3443-38F9-00426D551466}"/>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D4104576-44CB-1017-4E20-3C5F49A08F45}"/>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4328854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1817C-F287-F065-8882-D7A4DE98C6AB}"/>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AEDAC0BE-EE20-BA6B-0516-1B9B0FE68528}"/>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1C8B431F-7A24-FB64-CF33-07FADF8305AE}"/>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20806188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BF397-7479-85F5-6D10-F4FCFAAC14D8}"/>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868FAA6B-F3B1-93ED-4094-CBB717C80CDC}"/>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DCDD85EC-DF7D-961B-FC5C-C11AF3030195}"/>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2755581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BE18B-9284-4C34-1C60-E918802CD2F1}"/>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3E8BB489-F93C-819E-5985-79CFC6810C93}"/>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D2245CC0-BD14-DF5C-7A17-EFCD00FFE3D1}"/>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36968629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9F13D-1ED7-DF52-F6AD-DA3481E6ACF2}"/>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517BBF0B-7D7D-D6A0-63D5-6153918B7293}"/>
              </a:ext>
            </a:extLst>
          </p:cNvPr>
          <p:cNvSpPr>
            <a:spLocks noGrp="1" noRot="1" noChangeAspect="1"/>
          </p:cNvSpPr>
          <p:nvPr>
            <p:ph type="sldImg"/>
          </p:nvPr>
        </p:nvSpPr>
        <p:spPr>
          <a:xfrm>
            <a:off x="381000" y="685800"/>
            <a:ext cx="6096000" cy="3429000"/>
          </a:xfrm>
        </p:spPr>
      </p:sp>
      <p:sp>
        <p:nvSpPr>
          <p:cNvPr id="3" name="備忘稿版面配置區 2">
            <a:extLst>
              <a:ext uri="{FF2B5EF4-FFF2-40B4-BE49-F238E27FC236}">
                <a16:creationId xmlns:a16="http://schemas.microsoft.com/office/drawing/2014/main" id="{E95CD1C0-0BA9-E1F1-B6A8-BEA3D120E687}"/>
              </a:ext>
            </a:extLst>
          </p:cNvPr>
          <p:cNvSpPr>
            <a:spLocks noGrp="1"/>
          </p:cNvSpPr>
          <p:nvPr>
            <p:ph type="body" idx="1"/>
          </p:nvPr>
        </p:nvSpPr>
        <p:spPr/>
        <p:txBody>
          <a:bodyPr/>
          <a:lstStyle/>
          <a:p>
            <a:endParaRPr lang="zh-TW" altLang="en-US">
              <a:latin typeface="BIZ UDGothic" panose="020B0400000000000000" pitchFamily="33" charset="-128"/>
              <a:ea typeface="BIZ UDGothic" panose="020B0400000000000000" pitchFamily="33" charset="-128"/>
            </a:endParaRPr>
          </a:p>
        </p:txBody>
      </p:sp>
    </p:spTree>
    <p:extLst>
      <p:ext uri="{BB962C8B-B14F-4D97-AF65-F5344CB8AC3E}">
        <p14:creationId xmlns:p14="http://schemas.microsoft.com/office/powerpoint/2010/main" val="16243089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1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latin typeface="BIZ UDGothic" panose="020B0400000000000000" pitchFamily="33" charset="-128"/>
              <a:ea typeface="BIZ UDGothic" panose="020B0400000000000000" pitchFamily="33" charset="-128"/>
            </a:endParaRPr>
          </a:p>
        </p:txBody>
      </p:sp>
      <p:sp>
        <p:nvSpPr>
          <p:cNvPr id="301" name="Google Shape;301;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標題投影片">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8224893-DBDA-4BFA-9CE1-4BFE7CD0F8CF}" type="datetime1">
              <a:rPr lang="en-US" smtClean="0"/>
              <a:t>8/23/2025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
        <p:nvSpPr>
          <p:cNvPr id="7" name="Google Shape;173;p15">
            <a:extLst>
              <a:ext uri="{FF2B5EF4-FFF2-40B4-BE49-F238E27FC236}">
                <a16:creationId xmlns:a16="http://schemas.microsoft.com/office/drawing/2014/main" id="{1EA53AEF-F2B1-0F4B-39E7-2C1000323C5C}"/>
              </a:ext>
            </a:extLst>
          </p:cNvPr>
          <p:cNvSpPr/>
          <p:nvPr userDrawn="1"/>
        </p:nvSpPr>
        <p:spPr>
          <a:xfrm>
            <a:off x="-1" y="12529696"/>
            <a:ext cx="24384001" cy="1188793"/>
          </a:xfrm>
          <a:prstGeom prst="rect">
            <a:avLst/>
          </a:prstGeom>
          <a:solidFill>
            <a:srgbClr val="288CCC"/>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3600"/>
              <a:buFont typeface="Calibri"/>
              <a:buNone/>
            </a:pPr>
            <a:endParaRPr sz="3600" b="0" i="0" u="none" strike="noStrike" cap="none" dirty="0">
              <a:solidFill>
                <a:srgbClr val="000000"/>
              </a:solidFill>
              <a:latin typeface="Gen Jyuu GothicL Bold" panose="020B0602020203020207" pitchFamily="34" charset="-120"/>
              <a:ea typeface="Gen Jyuu GothicL Bold" panose="020B0602020203020207" pitchFamily="34" charset="-120"/>
              <a:cs typeface="Gen Jyuu GothicL Bold" panose="020B0602020203020207" pitchFamily="34" charset="-120"/>
              <a:sym typeface="Calibri"/>
            </a:endParaRPr>
          </a:p>
        </p:txBody>
      </p:sp>
      <p:pic>
        <p:nvPicPr>
          <p:cNvPr id="8" name="Google Shape;175;p15" descr="00新品牌元素-55.png">
            <a:extLst>
              <a:ext uri="{FF2B5EF4-FFF2-40B4-BE49-F238E27FC236}">
                <a16:creationId xmlns:a16="http://schemas.microsoft.com/office/drawing/2014/main" id="{A1C6D771-7D6B-48B8-4879-512D53716F0E}"/>
              </a:ext>
            </a:extLst>
          </p:cNvPr>
          <p:cNvPicPr preferRelativeResize="0"/>
          <p:nvPr userDrawn="1"/>
        </p:nvPicPr>
        <p:blipFill rotWithShape="1">
          <a:blip r:embed="rId2">
            <a:alphaModFix/>
          </a:blip>
          <a:srcRect/>
          <a:stretch/>
        </p:blipFill>
        <p:spPr>
          <a:xfrm>
            <a:off x="1661141" y="12716794"/>
            <a:ext cx="4686527" cy="849086"/>
          </a:xfrm>
          <a:prstGeom prst="rect">
            <a:avLst/>
          </a:prstGeom>
          <a:noFill/>
          <a:ln>
            <a:noFill/>
          </a:ln>
        </p:spPr>
      </p:pic>
      <p:sp>
        <p:nvSpPr>
          <p:cNvPr id="9" name="Google Shape;177;p15">
            <a:extLst>
              <a:ext uri="{FF2B5EF4-FFF2-40B4-BE49-F238E27FC236}">
                <a16:creationId xmlns:a16="http://schemas.microsoft.com/office/drawing/2014/main" id="{F6E91BB9-A0CF-7DC6-E565-0F8D841B8D6A}"/>
              </a:ext>
            </a:extLst>
          </p:cNvPr>
          <p:cNvSpPr txBox="1"/>
          <p:nvPr userDrawn="1"/>
        </p:nvSpPr>
        <p:spPr>
          <a:xfrm>
            <a:off x="1779473" y="4241866"/>
            <a:ext cx="5726816" cy="1415743"/>
          </a:xfrm>
          <a:prstGeom prst="rect">
            <a:avLst/>
          </a:prstGeom>
          <a:solidFill>
            <a:srgbClr val="288CCC"/>
          </a:solidFill>
          <a:ln>
            <a:noFill/>
          </a:ln>
        </p:spPr>
        <p:txBody>
          <a:bodyPr spcFirstLastPara="1" wrap="square" lIns="91425" tIns="91425" rIns="91425" bIns="91425" anchor="ctr" anchorCtr="0">
            <a:spAutoFit/>
          </a:bodyPr>
          <a:lstStyle/>
          <a:p>
            <a:pPr marL="0" marR="0" lvl="0" indent="0" algn="ctr" rtl="0">
              <a:lnSpc>
                <a:spcPct val="100000"/>
              </a:lnSpc>
              <a:spcBef>
                <a:spcPts val="0"/>
              </a:spcBef>
              <a:spcAft>
                <a:spcPts val="0"/>
              </a:spcAft>
              <a:buClr>
                <a:srgbClr val="FFFFFF"/>
              </a:buClr>
              <a:buSzPts val="8000"/>
              <a:buFont typeface="Arial"/>
              <a:buNone/>
            </a:pPr>
            <a:r>
              <a:rPr lang="en-US" sz="8000" b="0" i="0" u="none" strike="noStrike" cap="none" err="1">
                <a:solidFill>
                  <a:srgbClr val="FFFFFF"/>
                </a:solidFill>
                <a:effectLst>
                  <a:outerShdw blurRad="38100" dist="38100" dir="2700000" algn="tl">
                    <a:srgbClr val="000000">
                      <a:alpha val="43137"/>
                    </a:srgbClr>
                  </a:outerShdw>
                </a:effectLst>
                <a:latin typeface="Gen Jyuu GothicL Bold" panose="020B0602020203020207" pitchFamily="34" charset="-120"/>
                <a:ea typeface="Gen Jyuu GothicL Bold" panose="020B0602020203020207" pitchFamily="34" charset="-120"/>
                <a:cs typeface="Gen Jyuu GothicL Bold" panose="020B0602020203020207" pitchFamily="34" charset="-120"/>
                <a:sym typeface="Arial"/>
              </a:rPr>
              <a:t>本課文型</a:t>
            </a:r>
            <a:endParaRPr sz="1400" b="0" i="0" u="none" strike="noStrike" cap="none">
              <a:solidFill>
                <a:srgbClr val="000000"/>
              </a:solidFill>
              <a:effectLst>
                <a:outerShdw blurRad="38100" dist="38100" dir="2700000" algn="tl">
                  <a:srgbClr val="000000">
                    <a:alpha val="43137"/>
                  </a:srgbClr>
                </a:outerShdw>
              </a:effectLst>
              <a:latin typeface="Gen Jyuu GothicL Bold" panose="020B0602020203020207" pitchFamily="34" charset="-120"/>
              <a:ea typeface="Gen Jyuu GothicL Bold" panose="020B0602020203020207" pitchFamily="34" charset="-120"/>
              <a:cs typeface="Gen Jyuu GothicL Bold" panose="020B0602020203020207" pitchFamily="34" charset="-120"/>
              <a:sym typeface="Arial"/>
            </a:endParaRPr>
          </a:p>
        </p:txBody>
      </p:sp>
      <p:pic>
        <p:nvPicPr>
          <p:cNvPr id="11" name="Google Shape;180;p15" descr="新品牌元素-04.png">
            <a:extLst>
              <a:ext uri="{FF2B5EF4-FFF2-40B4-BE49-F238E27FC236}">
                <a16:creationId xmlns:a16="http://schemas.microsoft.com/office/drawing/2014/main" id="{9706B59E-0CCB-A03D-5962-B885D023C539}"/>
              </a:ext>
            </a:extLst>
          </p:cNvPr>
          <p:cNvPicPr preferRelativeResize="0"/>
          <p:nvPr userDrawn="1"/>
        </p:nvPicPr>
        <p:blipFill rotWithShape="1">
          <a:blip r:embed="rId3">
            <a:alphaModFix amt="70000"/>
          </a:blip>
          <a:srcRect/>
          <a:stretch/>
        </p:blipFill>
        <p:spPr>
          <a:xfrm>
            <a:off x="21137221" y="1024091"/>
            <a:ext cx="2776561" cy="1589427"/>
          </a:xfrm>
          <a:prstGeom prst="rect">
            <a:avLst/>
          </a:prstGeom>
          <a:noFill/>
          <a:ln>
            <a:noFill/>
          </a:ln>
        </p:spPr>
      </p:pic>
      <p:pic>
        <p:nvPicPr>
          <p:cNvPr id="12" name="Google Shape;181;p15" descr="00新品牌元素-47.png">
            <a:extLst>
              <a:ext uri="{FF2B5EF4-FFF2-40B4-BE49-F238E27FC236}">
                <a16:creationId xmlns:a16="http://schemas.microsoft.com/office/drawing/2014/main" id="{816445DC-2A49-15E8-A162-AB44553F104E}"/>
              </a:ext>
            </a:extLst>
          </p:cNvPr>
          <p:cNvPicPr preferRelativeResize="0"/>
          <p:nvPr userDrawn="1"/>
        </p:nvPicPr>
        <p:blipFill rotWithShape="1">
          <a:blip r:embed="rId4">
            <a:alphaModFix/>
            <a:duotone>
              <a:schemeClr val="accent3">
                <a:shade val="45000"/>
                <a:satMod val="135000"/>
              </a:schemeClr>
              <a:prstClr val="white"/>
            </a:duotone>
          </a:blip>
          <a:srcRect/>
          <a:stretch/>
        </p:blipFill>
        <p:spPr>
          <a:xfrm>
            <a:off x="20832421" y="8763000"/>
            <a:ext cx="3780876" cy="4361092"/>
          </a:xfrm>
          <a:prstGeom prst="rect">
            <a:avLst/>
          </a:prstGeom>
          <a:noFill/>
          <a:ln>
            <a:noFill/>
          </a:ln>
        </p:spPr>
      </p:pic>
      <p:sp>
        <p:nvSpPr>
          <p:cNvPr id="18" name="文字版面配置區 17">
            <a:extLst>
              <a:ext uri="{FF2B5EF4-FFF2-40B4-BE49-F238E27FC236}">
                <a16:creationId xmlns:a16="http://schemas.microsoft.com/office/drawing/2014/main" id="{945131EA-FBA2-5A69-36FD-4A242A80AB22}"/>
              </a:ext>
            </a:extLst>
          </p:cNvPr>
          <p:cNvSpPr>
            <a:spLocks noGrp="1"/>
          </p:cNvSpPr>
          <p:nvPr>
            <p:ph type="body" sz="quarter" idx="13"/>
          </p:nvPr>
        </p:nvSpPr>
        <p:spPr>
          <a:xfrm>
            <a:off x="1679070" y="6660848"/>
            <a:ext cx="17113623" cy="5032117"/>
          </a:xfrm>
        </p:spPr>
        <p:txBody>
          <a:bodyPr numCol="2">
            <a:normAutofit/>
          </a:bodyPr>
          <a:lstStyle>
            <a:lvl1pPr marL="0" indent="0">
              <a:buNone/>
              <a:defRPr sz="4200">
                <a:solidFill>
                  <a:srgbClr val="3B3838"/>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vl2pPr marL="914400" indent="0">
              <a:buNone/>
              <a:defRPr sz="4200">
                <a:latin typeface="Gen Jyuu GothicL Bold" panose="020B0602020203020207" pitchFamily="34" charset="-120"/>
                <a:ea typeface="Gen Jyuu GothicL Bold" panose="020B0602020203020207" pitchFamily="34" charset="-120"/>
                <a:cs typeface="Gen Jyuu GothicL Bold" panose="020B0602020203020207" pitchFamily="34" charset="-120"/>
              </a:defRPr>
            </a:lvl2pPr>
            <a:lvl3pPr>
              <a:defRPr sz="4200">
                <a:latin typeface="Gen Jyuu GothicL Bold" panose="020B0602020203020207" pitchFamily="34" charset="-120"/>
                <a:ea typeface="Gen Jyuu GothicL Bold" panose="020B0602020203020207" pitchFamily="34" charset="-120"/>
                <a:cs typeface="Gen Jyuu GothicL Bold" panose="020B0602020203020207" pitchFamily="34" charset="-120"/>
              </a:defRPr>
            </a:lvl3pPr>
            <a:lvl4pPr>
              <a:defRPr sz="4200">
                <a:latin typeface="Gen Jyuu GothicL Bold" panose="020B0602020203020207" pitchFamily="34" charset="-120"/>
                <a:ea typeface="Gen Jyuu GothicL Bold" panose="020B0602020203020207" pitchFamily="34" charset="-120"/>
                <a:cs typeface="Gen Jyuu GothicL Bold" panose="020B0602020203020207" pitchFamily="34" charset="-120"/>
              </a:defRPr>
            </a:lvl4pPr>
            <a:lvl5pPr>
              <a:defRPr sz="4200">
                <a:latin typeface="Gen Jyuu GothicL Bold" panose="020B0602020203020207" pitchFamily="34" charset="-120"/>
                <a:ea typeface="Gen Jyuu GothicL Bold" panose="020B0602020203020207" pitchFamily="34" charset="-120"/>
                <a:cs typeface="Gen Jyuu GothicL Bold" panose="020B0602020203020207" pitchFamily="34" charset="-120"/>
              </a:defRPr>
            </a:lvl5pPr>
          </a:lstStyle>
          <a:p>
            <a:pPr lvl="0"/>
            <a:r>
              <a:rPr lang="zh-TW" altLang="en-US" dirty="0"/>
              <a:t>按一下以編輯母片文字樣式</a:t>
            </a:r>
            <a:endParaRPr lang="en-US" altLang="zh-TW" dirty="0"/>
          </a:p>
        </p:txBody>
      </p:sp>
      <p:sp>
        <p:nvSpPr>
          <p:cNvPr id="19" name="Google Shape;179;p15">
            <a:extLst>
              <a:ext uri="{FF2B5EF4-FFF2-40B4-BE49-F238E27FC236}">
                <a16:creationId xmlns:a16="http://schemas.microsoft.com/office/drawing/2014/main" id="{3F54C1E6-3D7F-502D-6C15-E0DC042557B2}"/>
              </a:ext>
            </a:extLst>
          </p:cNvPr>
          <p:cNvSpPr txBox="1"/>
          <p:nvPr userDrawn="1"/>
        </p:nvSpPr>
        <p:spPr>
          <a:xfrm>
            <a:off x="18036333" y="12735798"/>
            <a:ext cx="5266463" cy="830966"/>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FFFFFF"/>
              </a:buClr>
              <a:buSzPts val="4200"/>
              <a:buFont typeface="Arial"/>
              <a:buNone/>
            </a:pPr>
            <a:r>
              <a:rPr lang="ja-JP" altLang="en-US" sz="4200" b="1" i="0" u="none" strike="noStrike" kern="1200" cap="none">
                <a:solidFill>
                  <a:srgbClr val="FFFFFF"/>
                </a:solidFill>
                <a:effectLst>
                  <a:outerShdw blurRad="38100" dist="38100" dir="2700000" algn="tl">
                    <a:srgbClr val="000000">
                      <a:alpha val="43137"/>
                    </a:srgbClr>
                  </a:outerShdw>
                </a:effectLst>
                <a:latin typeface="Gen Jyuu Gothic Bold" panose="020B0602020203020207" pitchFamily="50" charset="-128"/>
                <a:ea typeface="Gen Jyuu Gothic Bold" panose="020B0602020203020207" pitchFamily="50" charset="-128"/>
                <a:cs typeface="Gen Jyuu Gothic Bold" panose="020B0602020203020207" pitchFamily="50" charset="-128"/>
                <a:sym typeface="Arial"/>
              </a:rPr>
              <a:t>學習導師・中級</a:t>
            </a:r>
            <a:endParaRPr lang="ja-JP" altLang="en-US" sz="4200" b="1" i="0" u="none" strike="noStrike" kern="1200" cap="none" dirty="0">
              <a:solidFill>
                <a:srgbClr val="FFFFFF"/>
              </a:solidFill>
              <a:effectLst>
                <a:outerShdw blurRad="38100" dist="38100" dir="2700000" algn="tl">
                  <a:srgbClr val="000000">
                    <a:alpha val="43137"/>
                  </a:srgbClr>
                </a:outerShdw>
              </a:effectLst>
              <a:latin typeface="Gen Jyuu Gothic Bold" panose="020B0602020203020207" pitchFamily="50" charset="-128"/>
              <a:ea typeface="Gen Jyuu Gothic Bold" panose="020B0602020203020207" pitchFamily="50" charset="-128"/>
              <a:cs typeface="Gen Jyuu Gothic Bold" panose="020B0602020203020207" pitchFamily="50" charset="-128"/>
              <a:sym typeface="Arial"/>
            </a:endParaRPr>
          </a:p>
        </p:txBody>
      </p:sp>
    </p:spTree>
    <p:extLst>
      <p:ext uri="{BB962C8B-B14F-4D97-AF65-F5344CB8AC3E}">
        <p14:creationId xmlns:p14="http://schemas.microsoft.com/office/powerpoint/2010/main" val="81026470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標題及內容">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381500" y="-36844"/>
            <a:ext cx="19983450" cy="1148734"/>
          </a:xfrm>
          <a:prstGeom prst="rect">
            <a:avLst/>
          </a:prstGeom>
        </p:spPr>
        <p:txBody>
          <a:bodyPr>
            <a:normAutofit/>
          </a:bodyPr>
          <a:lstStyle>
            <a:lvl1pPr>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zh-TW" altLang="en-US"/>
              <a:t>按一下以編輯母片標題樣式 </a:t>
            </a:r>
            <a:endParaRPr lang="en-US"/>
          </a:p>
        </p:txBody>
      </p:sp>
      <p:sp>
        <p:nvSpPr>
          <p:cNvPr id="7" name="矩形 6">
            <a:extLst>
              <a:ext uri="{FF2B5EF4-FFF2-40B4-BE49-F238E27FC236}">
                <a16:creationId xmlns:a16="http://schemas.microsoft.com/office/drawing/2014/main" id="{1AC0EF03-D6B3-CE56-533B-535D9DFA0793}"/>
              </a:ext>
            </a:extLst>
          </p:cNvPr>
          <p:cNvSpPr/>
          <p:nvPr userDrawn="1"/>
        </p:nvSpPr>
        <p:spPr>
          <a:xfrm>
            <a:off x="-38100" y="-151233"/>
            <a:ext cx="24403050" cy="1891362"/>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9" name="Google Shape;191;p60" descr="00新品牌元素-50.png">
            <a:extLst>
              <a:ext uri="{FF2B5EF4-FFF2-40B4-BE49-F238E27FC236}">
                <a16:creationId xmlns:a16="http://schemas.microsoft.com/office/drawing/2014/main" id="{30CA417C-C8B7-0AFC-3F11-7B07400254AC}"/>
              </a:ext>
            </a:extLst>
          </p:cNvPr>
          <p:cNvPicPr preferRelativeResize="0"/>
          <p:nvPr userDrawn="1"/>
        </p:nvPicPr>
        <p:blipFill rotWithShape="1">
          <a:blip r:embed="rId2">
            <a:alphaModFix/>
          </a:blip>
          <a:srcRect/>
          <a:stretch/>
        </p:blipFill>
        <p:spPr>
          <a:xfrm>
            <a:off x="76200" y="-165077"/>
            <a:ext cx="1371600" cy="1469989"/>
          </a:xfrm>
          <a:prstGeom prst="rect">
            <a:avLst/>
          </a:prstGeom>
          <a:noFill/>
          <a:ln>
            <a:noFill/>
          </a:ln>
        </p:spPr>
      </p:pic>
      <p:pic>
        <p:nvPicPr>
          <p:cNvPr id="11" name="Google Shape;190;p60" descr="浮水印.png">
            <a:extLst>
              <a:ext uri="{FF2B5EF4-FFF2-40B4-BE49-F238E27FC236}">
                <a16:creationId xmlns:a16="http://schemas.microsoft.com/office/drawing/2014/main" id="{151502A3-5726-B337-1182-245A2ADF7D85}"/>
              </a:ext>
            </a:extLst>
          </p:cNvPr>
          <p:cNvPicPr preferRelativeResize="0"/>
          <p:nvPr userDrawn="1"/>
        </p:nvPicPr>
        <p:blipFill rotWithShape="1">
          <a:blip r:embed="rId3">
            <a:alphaModFix/>
          </a:blip>
          <a:srcRect/>
          <a:stretch/>
        </p:blipFill>
        <p:spPr>
          <a:xfrm>
            <a:off x="22574250" y="145476"/>
            <a:ext cx="1580320" cy="886984"/>
          </a:xfrm>
          <a:prstGeom prst="rect">
            <a:avLst/>
          </a:prstGeom>
          <a:noFill/>
          <a:ln>
            <a:noFill/>
          </a:ln>
        </p:spPr>
      </p:pic>
      <p:sp>
        <p:nvSpPr>
          <p:cNvPr id="18" name="文字方塊 17">
            <a:extLst>
              <a:ext uri="{FF2B5EF4-FFF2-40B4-BE49-F238E27FC236}">
                <a16:creationId xmlns:a16="http://schemas.microsoft.com/office/drawing/2014/main" id="{286F6F29-2332-3D9E-E40D-AF2D204D300D}"/>
              </a:ext>
            </a:extLst>
          </p:cNvPr>
          <p:cNvSpPr txBox="1"/>
          <p:nvPr userDrawn="1"/>
        </p:nvSpPr>
        <p:spPr>
          <a:xfrm>
            <a:off x="1346200" y="-1056222"/>
            <a:ext cx="3098800" cy="2646878"/>
          </a:xfrm>
          <a:prstGeom prst="rect">
            <a:avLst/>
          </a:prstGeom>
          <a:noFill/>
        </p:spPr>
        <p:txBody>
          <a:bodyPr wrap="square" rtlCol="0">
            <a:spAutoFit/>
          </a:bodyPr>
          <a:lstStyle/>
          <a:p>
            <a:r>
              <a:rPr kumimoji="1" lang="en-US" altLang="zh-TW" sz="96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10</a:t>
            </a:r>
            <a:r>
              <a:rPr kumimoji="1" lang="zh-TW" altLang="en-US" sz="166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    </a:t>
            </a:r>
            <a:endParaRPr kumimoji="1" lang="ja-JP" altLang="en-US" sz="166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endParaRPr>
          </a:p>
        </p:txBody>
      </p:sp>
      <p:sp>
        <p:nvSpPr>
          <p:cNvPr id="19" name="文字方塊 18">
            <a:extLst>
              <a:ext uri="{FF2B5EF4-FFF2-40B4-BE49-F238E27FC236}">
                <a16:creationId xmlns:a16="http://schemas.microsoft.com/office/drawing/2014/main" id="{666ED131-2A2B-58C7-4569-0A0957402ACC}"/>
              </a:ext>
            </a:extLst>
          </p:cNvPr>
          <p:cNvSpPr txBox="1"/>
          <p:nvPr userDrawn="1"/>
        </p:nvSpPr>
        <p:spPr>
          <a:xfrm>
            <a:off x="2952115" y="355598"/>
            <a:ext cx="8080829" cy="892552"/>
          </a:xfrm>
          <a:prstGeom prst="rect">
            <a:avLst/>
          </a:prstGeom>
          <a:noFill/>
        </p:spPr>
        <p:txBody>
          <a:bodyPr wrap="square" rtlCol="0">
            <a:spAutoFit/>
          </a:bodyPr>
          <a:lstStyle/>
          <a:p>
            <a:r>
              <a:rPr kumimoji="1" lang="ja-JP" altLang="en-US" sz="2800" b="0"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叔母さん</a:t>
            </a:r>
            <a:endParaRPr kumimoji="1" lang="en-US" altLang="ja-JP" sz="2800" b="0"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endParaRPr>
          </a:p>
          <a:p>
            <a:r>
              <a:rPr kumimoji="1" lang="ja-JP" altLang="en-US" sz="2400" b="0" dirty="0">
                <a:solidFill>
                  <a:srgbClr val="1C85C9"/>
                </a:solidFill>
                <a:latin typeface="BIZ UDGothic" panose="020B0400000000000000" pitchFamily="33" charset="-128"/>
                <a:ea typeface="BIZ UDGothic" panose="020B0400000000000000" pitchFamily="33" charset="-128"/>
                <a:cs typeface="Cascadia Mono SemiBold" panose="020B0609020000020004" pitchFamily="49" charset="0"/>
              </a:rPr>
              <a:t>第十課</a:t>
            </a:r>
          </a:p>
        </p:txBody>
      </p:sp>
    </p:spTree>
    <p:extLst>
      <p:ext uri="{BB962C8B-B14F-4D97-AF65-F5344CB8AC3E}">
        <p14:creationId xmlns:p14="http://schemas.microsoft.com/office/powerpoint/2010/main" val="27494097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1663700" y="3424846"/>
            <a:ext cx="21031200" cy="5702416"/>
          </a:xfrm>
          <a:prstGeom prst="rect">
            <a:avLst/>
          </a:prstGeom>
        </p:spPr>
        <p:txBody>
          <a:bodyPr anchor="b">
            <a:normAutofit/>
          </a:bodyPr>
          <a:lstStyle>
            <a:lvl1pPr>
              <a:defRPr sz="12000" b="0"/>
            </a:lvl1pPr>
          </a:lstStyle>
          <a:p>
            <a:r>
              <a:rPr lang="zh-TW" altLang="en-US"/>
              <a:t>按一下以編輯母片標題樣式</a:t>
            </a:r>
            <a:endParaRPr lang="en-US"/>
          </a:p>
        </p:txBody>
      </p:sp>
      <p:sp>
        <p:nvSpPr>
          <p:cNvPr id="3" name="Text Placeholder 2"/>
          <p:cNvSpPr>
            <a:spLocks noGrp="1"/>
          </p:cNvSpPr>
          <p:nvPr>
            <p:ph type="body" idx="1"/>
          </p:nvPr>
        </p:nvSpPr>
        <p:spPr>
          <a:xfrm>
            <a:off x="1663700" y="9105267"/>
            <a:ext cx="21031200" cy="3000374"/>
          </a:xfrm>
          <a:prstGeom prst="rect">
            <a:avLst/>
          </a:prstGeom>
        </p:spPr>
        <p:txBody>
          <a:bodyPr anchor="t">
            <a:normAutofit/>
          </a:bodyPr>
          <a:lstStyle>
            <a:lvl1pPr marL="0" indent="0">
              <a:buNone/>
              <a:defRPr sz="4800">
                <a:solidFill>
                  <a:schemeClr val="tx1">
                    <a:lumMod val="75000"/>
                    <a:lumOff val="25000"/>
                  </a:schemeClr>
                </a:solidFill>
              </a:defRPr>
            </a:lvl1pPr>
            <a:lvl2pPr marL="914400" indent="0">
              <a:buNone/>
              <a:defRPr sz="3600">
                <a:solidFill>
                  <a:schemeClr val="tx1">
                    <a:tint val="75000"/>
                  </a:schemeClr>
                </a:solidFill>
              </a:defRPr>
            </a:lvl2pPr>
            <a:lvl3pPr marL="1828800" indent="0">
              <a:buNone/>
              <a:defRPr sz="3200">
                <a:solidFill>
                  <a:schemeClr val="tx1">
                    <a:tint val="75000"/>
                  </a:schemeClr>
                </a:solidFill>
              </a:defRPr>
            </a:lvl3pPr>
            <a:lvl4pPr marL="2743200" indent="0">
              <a:buNone/>
              <a:defRPr sz="2800">
                <a:solidFill>
                  <a:schemeClr val="tx1">
                    <a:tint val="75000"/>
                  </a:schemeClr>
                </a:solidFill>
              </a:defRPr>
            </a:lvl4pPr>
            <a:lvl5pPr marL="3657600" indent="0">
              <a:buNone/>
              <a:defRPr sz="2800">
                <a:solidFill>
                  <a:schemeClr val="tx1">
                    <a:tint val="75000"/>
                  </a:schemeClr>
                </a:solidFill>
              </a:defRPr>
            </a:lvl5pPr>
            <a:lvl6pPr marL="4572000" indent="0">
              <a:buNone/>
              <a:defRPr sz="2800">
                <a:solidFill>
                  <a:schemeClr val="tx1">
                    <a:tint val="75000"/>
                  </a:schemeClr>
                </a:solidFill>
              </a:defRPr>
            </a:lvl6pPr>
            <a:lvl7pPr marL="5486400" indent="0">
              <a:buNone/>
              <a:defRPr sz="2800">
                <a:solidFill>
                  <a:schemeClr val="tx1">
                    <a:tint val="75000"/>
                  </a:schemeClr>
                </a:solidFill>
              </a:defRPr>
            </a:lvl7pPr>
            <a:lvl8pPr marL="6400800" indent="0">
              <a:buNone/>
              <a:defRPr sz="2800">
                <a:solidFill>
                  <a:schemeClr val="tx1">
                    <a:tint val="75000"/>
                  </a:schemeClr>
                </a:solidFill>
              </a:defRPr>
            </a:lvl8pPr>
            <a:lvl9pPr marL="7315200" indent="0">
              <a:buNone/>
              <a:defRPr sz="2800">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p:txBody>
          <a:bodyPr/>
          <a:lstStyle/>
          <a:p>
            <a:fld id="{A50F84E2-2D7A-43CF-AC90-352A289A783A}" type="datetime1">
              <a:rPr lang="en-US" smtClean="0"/>
              <a:t>8/23/2025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174966184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a:xfrm>
            <a:off x="1690254" y="731520"/>
            <a:ext cx="21031200" cy="2651124"/>
          </a:xfrm>
          <a:prstGeom prst="rect">
            <a:avLst/>
          </a:prstGeom>
        </p:spPr>
        <p:txBody>
          <a:bodyPr/>
          <a:lstStyle/>
          <a:p>
            <a:r>
              <a:rPr lang="zh-TW" altLang="en-US"/>
              <a:t>按一下以編輯母片標題樣式</a:t>
            </a:r>
            <a:endParaRPr lang="en-US"/>
          </a:p>
        </p:txBody>
      </p:sp>
      <p:sp>
        <p:nvSpPr>
          <p:cNvPr id="3" name="Content Placeholder 2"/>
          <p:cNvSpPr>
            <a:spLocks noGrp="1"/>
          </p:cNvSpPr>
          <p:nvPr>
            <p:ph sz="half" idx="1"/>
          </p:nvPr>
        </p:nvSpPr>
        <p:spPr>
          <a:xfrm>
            <a:off x="1690254" y="3657601"/>
            <a:ext cx="10363200" cy="8702674"/>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Content Placeholder 3"/>
          <p:cNvSpPr>
            <a:spLocks noGrp="1"/>
          </p:cNvSpPr>
          <p:nvPr>
            <p:ph sz="half" idx="2"/>
          </p:nvPr>
        </p:nvSpPr>
        <p:spPr>
          <a:xfrm>
            <a:off x="12344400" y="3657601"/>
            <a:ext cx="10363200" cy="8702674"/>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5" name="Date Placeholder 4"/>
          <p:cNvSpPr>
            <a:spLocks noGrp="1"/>
          </p:cNvSpPr>
          <p:nvPr>
            <p:ph type="dt" sz="half" idx="10"/>
          </p:nvPr>
        </p:nvSpPr>
        <p:spPr/>
        <p:txBody>
          <a:bodyPr/>
          <a:lstStyle/>
          <a:p>
            <a:fld id="{F12952B5-7A2F-4CC8-B7CE-9234E21C2837}" type="datetime1">
              <a:rPr lang="en-US" smtClean="0"/>
              <a:t>8/23/2025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338611464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比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690254" y="3363701"/>
            <a:ext cx="10312400" cy="1651398"/>
          </a:xfrm>
          <a:prstGeom prst="rect">
            <a:avLst/>
          </a:prstGeom>
        </p:spPr>
        <p:txBody>
          <a:bodyPr anchor="b">
            <a:normAutofit/>
          </a:bodyPr>
          <a:lstStyle>
            <a:lvl1pPr marL="0" indent="0">
              <a:spcBef>
                <a:spcPts val="0"/>
              </a:spcBef>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zh-TW" altLang="en-US"/>
              <a:t>按一下以編輯母片文字樣式</a:t>
            </a:r>
          </a:p>
        </p:txBody>
      </p:sp>
      <p:sp>
        <p:nvSpPr>
          <p:cNvPr id="4" name="Content Placeholder 3"/>
          <p:cNvSpPr>
            <a:spLocks noGrp="1"/>
          </p:cNvSpPr>
          <p:nvPr>
            <p:ph sz="half" idx="2"/>
          </p:nvPr>
        </p:nvSpPr>
        <p:spPr>
          <a:xfrm>
            <a:off x="1690254" y="5015101"/>
            <a:ext cx="10312400" cy="7361050"/>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5" name="Text Placeholder 4"/>
          <p:cNvSpPr>
            <a:spLocks noGrp="1"/>
          </p:cNvSpPr>
          <p:nvPr>
            <p:ph type="body" sz="quarter" idx="3"/>
          </p:nvPr>
        </p:nvSpPr>
        <p:spPr>
          <a:xfrm>
            <a:off x="12344401" y="3363702"/>
            <a:ext cx="10363202" cy="1651396"/>
          </a:xfrm>
          <a:prstGeom prst="rect">
            <a:avLst/>
          </a:prstGeom>
        </p:spPr>
        <p:txBody>
          <a:bodyPr anchor="b"/>
          <a:lstStyle>
            <a:lvl1pPr marL="0" indent="0">
              <a:spcBef>
                <a:spcPts val="0"/>
              </a:spcBef>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zh-TW" altLang="en-US"/>
              <a:t>按一下以編輯母片文字樣式</a:t>
            </a:r>
          </a:p>
        </p:txBody>
      </p:sp>
      <p:sp>
        <p:nvSpPr>
          <p:cNvPr id="6" name="Content Placeholder 5"/>
          <p:cNvSpPr>
            <a:spLocks noGrp="1"/>
          </p:cNvSpPr>
          <p:nvPr>
            <p:ph sz="quarter" idx="4"/>
          </p:nvPr>
        </p:nvSpPr>
        <p:spPr>
          <a:xfrm>
            <a:off x="12344401" y="5015101"/>
            <a:ext cx="10363202" cy="7361050"/>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7" name="Date Placeholder 6"/>
          <p:cNvSpPr>
            <a:spLocks noGrp="1"/>
          </p:cNvSpPr>
          <p:nvPr>
            <p:ph type="dt" sz="half" idx="10"/>
          </p:nvPr>
        </p:nvSpPr>
        <p:spPr/>
        <p:txBody>
          <a:bodyPr/>
          <a:lstStyle/>
          <a:p>
            <a:fld id="{CE1DA07A-9201-4B4B-BAF2-015AFA30F520}" type="datetime1">
              <a:rPr lang="en-US" smtClean="0"/>
              <a:t>8/23/2025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
        <p:nvSpPr>
          <p:cNvPr id="10" name="Title 9"/>
          <p:cNvSpPr>
            <a:spLocks noGrp="1"/>
          </p:cNvSpPr>
          <p:nvPr>
            <p:ph type="title"/>
          </p:nvPr>
        </p:nvSpPr>
        <p:spPr>
          <a:xfrm>
            <a:off x="1690254" y="731520"/>
            <a:ext cx="21031200" cy="2651124"/>
          </a:xfrm>
          <a:prstGeom prst="rect">
            <a:avLst/>
          </a:prstGeom>
        </p:spPr>
        <p:txBody>
          <a:bodyPr/>
          <a:lstStyle/>
          <a:p>
            <a:r>
              <a:rPr lang="zh-TW" altLang="en-US"/>
              <a:t>按一下以編輯母片標題樣式</a:t>
            </a:r>
            <a:endParaRPr lang="en-US"/>
          </a:p>
        </p:txBody>
      </p:sp>
    </p:spTree>
    <p:extLst>
      <p:ext uri="{BB962C8B-B14F-4D97-AF65-F5344CB8AC3E}">
        <p14:creationId xmlns:p14="http://schemas.microsoft.com/office/powerpoint/2010/main" val="35934357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只有標題">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3D7E00A-486F-4252-8B1D-E32645521F49}" type="datetime1">
              <a:rPr lang="en-US" smtClean="0"/>
              <a:t>8/23/2025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
        <p:nvSpPr>
          <p:cNvPr id="6" name="Title 5"/>
          <p:cNvSpPr>
            <a:spLocks noGrp="1"/>
          </p:cNvSpPr>
          <p:nvPr>
            <p:ph type="title"/>
          </p:nvPr>
        </p:nvSpPr>
        <p:spPr>
          <a:xfrm>
            <a:off x="1690254" y="731520"/>
            <a:ext cx="21031200" cy="2651124"/>
          </a:xfrm>
          <a:prstGeom prst="rect">
            <a:avLst/>
          </a:prstGeom>
        </p:spPr>
        <p:txBody>
          <a:bodyPr/>
          <a:lstStyle/>
          <a:p>
            <a:r>
              <a:rPr lang="zh-TW" altLang="en-US"/>
              <a:t>按一下以編輯母片標題樣式</a:t>
            </a:r>
            <a:endParaRPr lang="en-US"/>
          </a:p>
        </p:txBody>
      </p:sp>
    </p:spTree>
    <p:extLst>
      <p:ext uri="{BB962C8B-B14F-4D97-AF65-F5344CB8AC3E}">
        <p14:creationId xmlns:p14="http://schemas.microsoft.com/office/powerpoint/2010/main" val="36691635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DDF5F92-E675-4B36-9A60-69A962A68675}" type="datetime1">
              <a:rPr lang="en-US" smtClean="0"/>
              <a:t>8/23/2025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0224663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Title 1"/>
          <p:cNvSpPr>
            <a:spLocks noGrp="1"/>
          </p:cNvSpPr>
          <p:nvPr>
            <p:ph type="title"/>
          </p:nvPr>
        </p:nvSpPr>
        <p:spPr>
          <a:xfrm>
            <a:off x="1682496" y="914401"/>
            <a:ext cx="7863840" cy="3200394"/>
          </a:xfrm>
          <a:prstGeom prst="rect">
            <a:avLst/>
          </a:prstGeom>
        </p:spPr>
        <p:txBody>
          <a:bodyPr anchor="b">
            <a:normAutofit/>
          </a:bodyPr>
          <a:lstStyle>
            <a:lvl1pPr>
              <a:defRPr sz="6400" b="0"/>
            </a:lvl1pPr>
          </a:lstStyle>
          <a:p>
            <a:r>
              <a:rPr lang="zh-TW" altLang="en-US"/>
              <a:t>按一下以編輯母片標題樣式</a:t>
            </a:r>
            <a:endParaRPr lang="en-US"/>
          </a:p>
        </p:txBody>
      </p:sp>
      <p:sp>
        <p:nvSpPr>
          <p:cNvPr id="3" name="Content Placeholder 2"/>
          <p:cNvSpPr>
            <a:spLocks noGrp="1"/>
          </p:cNvSpPr>
          <p:nvPr>
            <p:ph idx="1"/>
          </p:nvPr>
        </p:nvSpPr>
        <p:spPr>
          <a:xfrm>
            <a:off x="10363200" y="1981200"/>
            <a:ext cx="12344400" cy="9753600"/>
          </a:xfrm>
          <a:prstGeom prst="rect">
            <a:avLst/>
          </a:prstGeo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Text Placeholder 3"/>
          <p:cNvSpPr>
            <a:spLocks noGrp="1"/>
          </p:cNvSpPr>
          <p:nvPr>
            <p:ph type="body" sz="half" idx="2"/>
          </p:nvPr>
        </p:nvSpPr>
        <p:spPr>
          <a:xfrm>
            <a:off x="1682496" y="4114799"/>
            <a:ext cx="7863840" cy="7620002"/>
          </a:xfrm>
          <a:prstGeom prst="rect">
            <a:avLst/>
          </a:prstGeom>
        </p:spPr>
        <p:txBody>
          <a:bodyPr>
            <a:normAutofit/>
          </a:bodyPr>
          <a:lstStyle>
            <a:lvl1pPr marL="0" indent="0">
              <a:lnSpc>
                <a:spcPct val="90000"/>
              </a:lnSpc>
              <a:buNone/>
              <a:defRPr sz="3200"/>
            </a:lvl1pPr>
            <a:lvl2pPr marL="914400" indent="0">
              <a:buNone/>
              <a:defRPr sz="2400"/>
            </a:lvl2pPr>
            <a:lvl3pPr marL="1828800" indent="0">
              <a:buNone/>
              <a:defRPr sz="2000"/>
            </a:lvl3pPr>
            <a:lvl4pPr marL="2743200" indent="0">
              <a:buNone/>
              <a:defRPr sz="1800"/>
            </a:lvl4pPr>
            <a:lvl5pPr marL="3657600" indent="0">
              <a:buNone/>
              <a:defRPr sz="1800"/>
            </a:lvl5pPr>
            <a:lvl6pPr marL="4572000" indent="0">
              <a:buNone/>
              <a:defRPr sz="1800"/>
            </a:lvl6pPr>
            <a:lvl7pPr marL="5486400" indent="0">
              <a:buNone/>
              <a:defRPr sz="1800"/>
            </a:lvl7pPr>
            <a:lvl8pPr marL="6400800" indent="0">
              <a:buNone/>
              <a:defRPr sz="1800"/>
            </a:lvl8pPr>
            <a:lvl9pPr marL="7315200" indent="0">
              <a:buNone/>
              <a:defRPr sz="18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AF6E2C9B-5FA2-460D-9BE7-B0812FC2A6FF}" type="datetime1">
              <a:rPr lang="en-US" smtClean="0"/>
              <a:t>8/23/2025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306117873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Title 1"/>
          <p:cNvSpPr>
            <a:spLocks noGrp="1"/>
          </p:cNvSpPr>
          <p:nvPr>
            <p:ph type="title"/>
          </p:nvPr>
        </p:nvSpPr>
        <p:spPr>
          <a:xfrm>
            <a:off x="1682496" y="914400"/>
            <a:ext cx="7863840" cy="3200400"/>
          </a:xfrm>
          <a:prstGeom prst="rect">
            <a:avLst/>
          </a:prstGeom>
        </p:spPr>
        <p:txBody>
          <a:bodyPr anchor="b">
            <a:normAutofit/>
          </a:bodyPr>
          <a:lstStyle>
            <a:lvl1pPr>
              <a:defRPr sz="6400" b="0"/>
            </a:lvl1pPr>
          </a:lstStyle>
          <a:p>
            <a:r>
              <a:rPr lang="zh-TW" altLang="en-US"/>
              <a:t>按一下以編輯母片標題樣式</a:t>
            </a:r>
            <a:endParaRPr lang="en-US"/>
          </a:p>
        </p:txBody>
      </p:sp>
      <p:sp>
        <p:nvSpPr>
          <p:cNvPr id="3" name="Picture Placeholder 2"/>
          <p:cNvSpPr>
            <a:spLocks noGrp="1"/>
          </p:cNvSpPr>
          <p:nvPr>
            <p:ph type="pic" idx="1"/>
          </p:nvPr>
        </p:nvSpPr>
        <p:spPr>
          <a:xfrm>
            <a:off x="10363200" y="1981200"/>
            <a:ext cx="12344400" cy="9753600"/>
          </a:xfrm>
          <a:prstGeom prst="rect">
            <a:avLst/>
          </a:prstGeom>
        </p:spPr>
        <p:txBody>
          <a:bodyPr/>
          <a:lstStyle>
            <a:lvl1pPr marL="0" indent="0">
              <a:buNone/>
              <a:defRPr sz="6400"/>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r>
              <a:rPr lang="zh-TW" altLang="en-US"/>
              <a:t>按一下圖示以新增圖片</a:t>
            </a:r>
            <a:endParaRPr lang="en-US"/>
          </a:p>
        </p:txBody>
      </p:sp>
      <p:sp>
        <p:nvSpPr>
          <p:cNvPr id="4" name="Text Placeholder 3"/>
          <p:cNvSpPr>
            <a:spLocks noGrp="1"/>
          </p:cNvSpPr>
          <p:nvPr>
            <p:ph type="body" sz="half" idx="2"/>
          </p:nvPr>
        </p:nvSpPr>
        <p:spPr>
          <a:xfrm>
            <a:off x="1682496" y="4114800"/>
            <a:ext cx="7863840" cy="7620000"/>
          </a:xfrm>
          <a:prstGeom prst="rect">
            <a:avLst/>
          </a:prstGeom>
        </p:spPr>
        <p:txBody>
          <a:bodyPr>
            <a:normAutofit/>
          </a:bodyPr>
          <a:lstStyle>
            <a:lvl1pPr marL="0" indent="0">
              <a:lnSpc>
                <a:spcPct val="90000"/>
              </a:lnSpc>
              <a:buNone/>
              <a:defRPr sz="3200"/>
            </a:lvl1pPr>
            <a:lvl2pPr marL="914400" indent="0">
              <a:buNone/>
              <a:defRPr sz="2400"/>
            </a:lvl2pPr>
            <a:lvl3pPr marL="1828800" indent="0">
              <a:buNone/>
              <a:defRPr sz="2000"/>
            </a:lvl3pPr>
            <a:lvl4pPr marL="2743200" indent="0">
              <a:buNone/>
              <a:defRPr sz="1800"/>
            </a:lvl4pPr>
            <a:lvl5pPr marL="3657600" indent="0">
              <a:buNone/>
              <a:defRPr sz="1800"/>
            </a:lvl5pPr>
            <a:lvl6pPr marL="4572000" indent="0">
              <a:buNone/>
              <a:defRPr sz="1800"/>
            </a:lvl6pPr>
            <a:lvl7pPr marL="5486400" indent="0">
              <a:buNone/>
              <a:defRPr sz="1800"/>
            </a:lvl7pPr>
            <a:lvl8pPr marL="6400800" indent="0">
              <a:buNone/>
              <a:defRPr sz="1800"/>
            </a:lvl8pPr>
            <a:lvl9pPr marL="7315200" indent="0">
              <a:buNone/>
              <a:defRPr sz="18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1D374940-A916-4C8B-9648-02A2D3898F9E}" type="datetime1">
              <a:rPr lang="en-US" smtClean="0"/>
              <a:t>8/23/2025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1346350851"/>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a:xfrm>
            <a:off x="1690254" y="731520"/>
            <a:ext cx="21031200" cy="2651124"/>
          </a:xfrm>
          <a:prstGeom prst="rect">
            <a:avLst/>
          </a:prstGeom>
        </p:spPr>
        <p:txBody>
          <a:bodyPr/>
          <a:lstStyle/>
          <a:p>
            <a:r>
              <a:rPr lang="zh-TW" altLang="en-US"/>
              <a:t>按一下以編輯母片標題樣式</a:t>
            </a:r>
            <a:endParaRPr lang="en-US"/>
          </a:p>
        </p:txBody>
      </p:sp>
      <p:sp>
        <p:nvSpPr>
          <p:cNvPr id="3" name="Vertical Text Placeholder 2"/>
          <p:cNvSpPr>
            <a:spLocks noGrp="1"/>
          </p:cNvSpPr>
          <p:nvPr>
            <p:ph type="body" orient="vert" idx="1"/>
          </p:nvPr>
        </p:nvSpPr>
        <p:spPr>
          <a:xfrm>
            <a:off x="1690254" y="3657601"/>
            <a:ext cx="21031200" cy="8702674"/>
          </a:xfrm>
          <a:prstGeom prst="rect">
            <a:avLst/>
          </a:prstGeo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Date Placeholder 3"/>
          <p:cNvSpPr>
            <a:spLocks noGrp="1"/>
          </p:cNvSpPr>
          <p:nvPr>
            <p:ph type="dt" sz="half" idx="10"/>
          </p:nvPr>
        </p:nvSpPr>
        <p:spPr/>
        <p:txBody>
          <a:bodyPr/>
          <a:lstStyle/>
          <a:p>
            <a:fld id="{5F4E5243-F52A-4D37-9694-EB26C6C31910}" type="datetime1">
              <a:rPr lang="en-US" smtClean="0"/>
              <a:t>8/23/2025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378898673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7449800" y="720724"/>
            <a:ext cx="5257800" cy="11623676"/>
          </a:xfrm>
          <a:prstGeom prst="rect">
            <a:avLst/>
          </a:prstGeom>
        </p:spPr>
        <p:txBody>
          <a:bodyPr vert="eaVert"/>
          <a:lstStyle/>
          <a:p>
            <a:r>
              <a:rPr lang="zh-TW" altLang="en-US"/>
              <a:t>按一下以編輯母片標題樣式</a:t>
            </a:r>
            <a:endParaRPr lang="en-US"/>
          </a:p>
        </p:txBody>
      </p:sp>
      <p:sp>
        <p:nvSpPr>
          <p:cNvPr id="3" name="Vertical Text Placeholder 2"/>
          <p:cNvSpPr>
            <a:spLocks noGrp="1"/>
          </p:cNvSpPr>
          <p:nvPr>
            <p:ph type="body" orient="vert" idx="1"/>
          </p:nvPr>
        </p:nvSpPr>
        <p:spPr>
          <a:xfrm>
            <a:off x="1676400" y="720725"/>
            <a:ext cx="15468600" cy="11623674"/>
          </a:xfrm>
          <a:prstGeom prst="rect">
            <a:avLst/>
          </a:prstGeo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Date Placeholder 3"/>
          <p:cNvSpPr>
            <a:spLocks noGrp="1"/>
          </p:cNvSpPr>
          <p:nvPr>
            <p:ph type="dt" sz="half" idx="10"/>
          </p:nvPr>
        </p:nvSpPr>
        <p:spPr/>
        <p:txBody>
          <a:bodyPr/>
          <a:lstStyle/>
          <a:p>
            <a:fld id="{3A77B6E1-634A-48DC-9E8B-D894023267EF}" type="datetime1">
              <a:rPr lang="en-US" smtClean="0"/>
              <a:t>8/23/2025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3299469385"/>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90254" y="731520"/>
            <a:ext cx="21031200" cy="2651124"/>
          </a:xfrm>
          <a:prstGeom prst="rect">
            <a:avLst/>
          </a:prstGeom>
        </p:spPr>
        <p:txBody>
          <a:bodyPr vert="horz" lIns="91440" tIns="45720" rIns="91440" bIns="45720" rtlCol="0" anchor="ctr">
            <a:normAutofit/>
          </a:bodyPr>
          <a:lstStyle/>
          <a:p>
            <a:r>
              <a:rPr lang="zh-TW" altLang="en-US"/>
              <a:t>按一下以編輯母片標題樣式</a:t>
            </a:r>
            <a:endParaRPr lang="en-US"/>
          </a:p>
        </p:txBody>
      </p:sp>
      <p:sp>
        <p:nvSpPr>
          <p:cNvPr id="3" name="Text Placeholder 2"/>
          <p:cNvSpPr>
            <a:spLocks noGrp="1"/>
          </p:cNvSpPr>
          <p:nvPr>
            <p:ph type="body" idx="1"/>
          </p:nvPr>
        </p:nvSpPr>
        <p:spPr>
          <a:xfrm>
            <a:off x="1690254" y="3657601"/>
            <a:ext cx="21031200" cy="8702674"/>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Date Placeholder 3"/>
          <p:cNvSpPr>
            <a:spLocks noGrp="1"/>
          </p:cNvSpPr>
          <p:nvPr>
            <p:ph type="dt" sz="half" idx="2"/>
          </p:nvPr>
        </p:nvSpPr>
        <p:spPr>
          <a:xfrm>
            <a:off x="1676400" y="12712701"/>
            <a:ext cx="5486400" cy="730250"/>
          </a:xfrm>
          <a:prstGeom prst="rect">
            <a:avLst/>
          </a:prstGeom>
        </p:spPr>
        <p:txBody>
          <a:bodyPr vert="horz" lIns="91440" tIns="45720" rIns="91440" bIns="45720" rtlCol="0" anchor="ctr"/>
          <a:lstStyle>
            <a:lvl1pPr algn="l">
              <a:defRPr sz="2200">
                <a:solidFill>
                  <a:schemeClr val="tx1">
                    <a:lumMod val="65000"/>
                    <a:lumOff val="35000"/>
                  </a:schemeClr>
                </a:solidFill>
              </a:defRPr>
            </a:lvl1pPr>
          </a:lstStyle>
          <a:p>
            <a:fld id="{5586B75A-687E-405C-8A0B-8D00578BA2C3}" type="datetime1">
              <a:rPr lang="en-US" smtClean="0"/>
              <a:t>8/23/2025</a:t>
            </a:fld>
            <a:endParaRPr lang="en-US"/>
          </a:p>
        </p:txBody>
      </p:sp>
      <p:sp>
        <p:nvSpPr>
          <p:cNvPr id="5" name="Footer Placeholder 4"/>
          <p:cNvSpPr>
            <a:spLocks noGrp="1"/>
          </p:cNvSpPr>
          <p:nvPr>
            <p:ph type="ftr" sz="quarter" idx="3"/>
          </p:nvPr>
        </p:nvSpPr>
        <p:spPr>
          <a:xfrm>
            <a:off x="8077200" y="12712701"/>
            <a:ext cx="8229600" cy="730250"/>
          </a:xfrm>
          <a:prstGeom prst="rect">
            <a:avLst/>
          </a:prstGeom>
        </p:spPr>
        <p:txBody>
          <a:bodyPr vert="horz" lIns="91440" tIns="45720" rIns="91440" bIns="45720" rtlCol="0" anchor="ctr"/>
          <a:lstStyle>
            <a:lvl1pPr algn="ctr">
              <a:defRPr sz="2200">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17235054" y="12712701"/>
            <a:ext cx="5486400" cy="730250"/>
          </a:xfrm>
          <a:prstGeom prst="rect">
            <a:avLst/>
          </a:prstGeom>
        </p:spPr>
        <p:txBody>
          <a:bodyPr vert="horz" lIns="91440" tIns="45720" rIns="91440" bIns="45720" rtlCol="0" anchor="ctr"/>
          <a:lstStyle>
            <a:lvl1pPr algn="r">
              <a:defRPr sz="2200">
                <a:solidFill>
                  <a:schemeClr val="tx1">
                    <a:tint val="75000"/>
                  </a:schemeClr>
                </a:solidFill>
              </a:defRPr>
            </a:lvl1pPr>
          </a:lstStyle>
          <a:p>
            <a:fld id="{00000000-1234-1234-1234-123412341234}" type="slidenum">
              <a:rPr lang="en-US" smtClean="0"/>
              <a:pPr/>
              <a:t>‹#›</a:t>
            </a:fld>
            <a:endParaRPr lang="en-US" sz="1400">
              <a:solidFill>
                <a:srgbClr val="000000"/>
              </a:solidFill>
              <a:latin typeface="BIZ UDGothic" panose="020B0400000000000000" pitchFamily="33" charset="-128"/>
              <a:ea typeface="BIZ UDGothic" panose="020B0400000000000000" pitchFamily="33" charset="-128"/>
              <a:cs typeface="Arial"/>
              <a:sym typeface="Arial"/>
            </a:endParaRPr>
          </a:p>
        </p:txBody>
      </p:sp>
    </p:spTree>
    <p:extLst>
      <p:ext uri="{BB962C8B-B14F-4D97-AF65-F5344CB8AC3E}">
        <p14:creationId xmlns:p14="http://schemas.microsoft.com/office/powerpoint/2010/main" val="2733321511"/>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Lst>
  <p:hf sldNum="0" hdr="0" ftr="0" dt="0"/>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Wingdings 2" pitchFamily="18" charset="2"/>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Wingdings 2" pitchFamily="18" charset="2"/>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Wingdings 2" pitchFamily="18" charset="2"/>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Wingdings 2" pitchFamily="18" charset="2"/>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Wingdings 2" pitchFamily="18" charset="2"/>
        <a:buChar char=""/>
        <a:defRPr sz="3600" kern="1200">
          <a:solidFill>
            <a:schemeClr val="tx1"/>
          </a:solidFill>
          <a:latin typeface="+mn-lt"/>
          <a:ea typeface="+mn-ea"/>
          <a:cs typeface="+mn-cs"/>
        </a:defRPr>
      </a:lvl5pPr>
      <a:lvl6pPr marL="5029200" indent="-457200" algn="l" defTabSz="1828800" rtl="0" eaLnBrk="1" latinLnBrk="0" hangingPunct="1">
        <a:spcBef>
          <a:spcPct val="20000"/>
        </a:spcBef>
        <a:buFont typeface="Wingdings 2" pitchFamily="18" charset="2"/>
        <a:buChar char=""/>
        <a:defRPr sz="3600" kern="1200">
          <a:solidFill>
            <a:schemeClr val="tx1"/>
          </a:solidFill>
          <a:latin typeface="+mn-lt"/>
          <a:ea typeface="+mn-ea"/>
          <a:cs typeface="+mn-cs"/>
        </a:defRPr>
      </a:lvl6pPr>
      <a:lvl7pPr marL="5943600" indent="-457200" algn="l" defTabSz="1828800" rtl="0" eaLnBrk="1" latinLnBrk="0" hangingPunct="1">
        <a:spcBef>
          <a:spcPct val="20000"/>
        </a:spcBef>
        <a:buFont typeface="Wingdings 2" pitchFamily="18" charset="2"/>
        <a:buChar char=""/>
        <a:defRPr sz="3600" kern="1200">
          <a:solidFill>
            <a:schemeClr val="tx1"/>
          </a:solidFill>
          <a:latin typeface="+mn-lt"/>
          <a:ea typeface="+mn-ea"/>
          <a:cs typeface="+mn-cs"/>
        </a:defRPr>
      </a:lvl7pPr>
      <a:lvl8pPr marL="6858000" indent="-457200" algn="l" defTabSz="1828800" rtl="0" eaLnBrk="1" latinLnBrk="0" hangingPunct="1">
        <a:spcBef>
          <a:spcPct val="20000"/>
        </a:spcBef>
        <a:buFont typeface="Wingdings 2" pitchFamily="18" charset="2"/>
        <a:buChar char=""/>
        <a:defRPr sz="3600" kern="1200">
          <a:solidFill>
            <a:schemeClr val="tx1"/>
          </a:solidFill>
          <a:latin typeface="+mn-lt"/>
          <a:ea typeface="+mn-ea"/>
          <a:cs typeface="+mn-cs"/>
        </a:defRPr>
      </a:lvl8pPr>
      <a:lvl9pPr marL="7772400" indent="-457200" algn="l" defTabSz="1828800" rtl="0" eaLnBrk="1" latinLnBrk="0" hangingPunct="1">
        <a:spcBef>
          <a:spcPct val="20000"/>
        </a:spcBef>
        <a:buFont typeface="Wingdings 2" pitchFamily="18" charset="2"/>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版面配置區 1">
            <a:extLst>
              <a:ext uri="{FF2B5EF4-FFF2-40B4-BE49-F238E27FC236}">
                <a16:creationId xmlns:a16="http://schemas.microsoft.com/office/drawing/2014/main" id="{42978BFF-C9BA-D65A-A597-87A395CE7CCE}"/>
              </a:ext>
            </a:extLst>
          </p:cNvPr>
          <p:cNvSpPr>
            <a:spLocks noGrp="1" noRot="1" noMove="1" noResize="1" noEditPoints="1" noAdjustHandles="1" noChangeArrowheads="1" noChangeShapeType="1"/>
          </p:cNvSpPr>
          <p:nvPr>
            <p:ph type="body" sz="quarter" idx="13"/>
          </p:nvPr>
        </p:nvSpPr>
        <p:spPr>
          <a:xfrm>
            <a:off x="1679070" y="6660848"/>
            <a:ext cx="21314280" cy="5032117"/>
          </a:xfrm>
        </p:spPr>
        <p:txBody>
          <a:bodyPr numCol="2">
            <a:normAutofit lnSpcReduction="10000"/>
          </a:bodyPr>
          <a:lstStyle/>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～たほうが </a:t>
            </a:r>
            <a:r>
              <a:rPr lang="en-US" altLang="ja-JP" sz="4800" dirty="0">
                <a:latin typeface="BIZ UDGothic" panose="020B0600070205080204" charset="-128"/>
                <a:ea typeface="BIZ UDGothic" panose="020B0600070205080204" charset="-128"/>
              </a:rPr>
              <a:t>vs. </a:t>
            </a:r>
            <a:r>
              <a:rPr lang="ja-JP" altLang="en-US" sz="4800" dirty="0">
                <a:latin typeface="BIZ UDGothic" panose="020B0600070205080204" charset="-128"/>
                <a:ea typeface="BIZ UDGothic" panose="020B0600070205080204" charset="-128"/>
              </a:rPr>
              <a:t>～るほうが</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～わけがない</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～ない ＝ ～ず</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～てよかった</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～ものだ</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～と言えば</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～ほど</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～による（～によって）</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～恐れがある</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～ほどではない</a:t>
            </a:r>
          </a:p>
          <a:p>
            <a:pPr marL="685800" indent="-685800">
              <a:buFont typeface="Arial" panose="020B0604020202020204" pitchFamily="34" charset="0"/>
              <a:buChar char="•"/>
            </a:pPr>
            <a:r>
              <a:rPr lang="ja-JP" altLang="en-US" sz="4800" dirty="0">
                <a:latin typeface="BIZ UDGothic" panose="020B0600070205080204" charset="-128"/>
                <a:ea typeface="BIZ UDGothic" panose="020B0600070205080204" charset="-128"/>
              </a:rPr>
              <a:t>～たいものだ</a:t>
            </a:r>
          </a:p>
        </p:txBody>
      </p:sp>
      <p:sp>
        <p:nvSpPr>
          <p:cNvPr id="10" name="文字方塊 9">
            <a:extLst>
              <a:ext uri="{FF2B5EF4-FFF2-40B4-BE49-F238E27FC236}">
                <a16:creationId xmlns:a16="http://schemas.microsoft.com/office/drawing/2014/main" id="{ED9B722B-1BEB-4A9C-1D65-143E67B5ABB6}"/>
              </a:ext>
            </a:extLst>
          </p:cNvPr>
          <p:cNvSpPr txBox="1"/>
          <p:nvPr/>
        </p:nvSpPr>
        <p:spPr>
          <a:xfrm>
            <a:off x="1544081" y="-821209"/>
            <a:ext cx="3098800" cy="3770263"/>
          </a:xfrm>
          <a:prstGeom prst="rect">
            <a:avLst/>
          </a:prstGeom>
          <a:noFill/>
        </p:spPr>
        <p:txBody>
          <a:bodyPr wrap="square" rtlCol="0">
            <a:spAutoFit/>
          </a:bodyPr>
          <a:lstStyle/>
          <a:p>
            <a:r>
              <a:rPr kumimoji="1" lang="en-US" altLang="zh-TW" sz="138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10</a:t>
            </a:r>
            <a:r>
              <a:rPr kumimoji="1" lang="zh-TW" altLang="en-US" sz="239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   </a:t>
            </a:r>
            <a:endParaRPr kumimoji="1" lang="ja-JP" altLang="en-US" sz="23900" b="1"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endParaRPr>
          </a:p>
        </p:txBody>
      </p:sp>
      <p:sp>
        <p:nvSpPr>
          <p:cNvPr id="13" name="文字方塊 12">
            <a:extLst>
              <a:ext uri="{FF2B5EF4-FFF2-40B4-BE49-F238E27FC236}">
                <a16:creationId xmlns:a16="http://schemas.microsoft.com/office/drawing/2014/main" id="{CE093256-7AFB-4FC3-3F91-43D09072FD5D}"/>
              </a:ext>
            </a:extLst>
          </p:cNvPr>
          <p:cNvSpPr txBox="1"/>
          <p:nvPr/>
        </p:nvSpPr>
        <p:spPr>
          <a:xfrm>
            <a:off x="4036785" y="1239585"/>
            <a:ext cx="8080829" cy="1261884"/>
          </a:xfrm>
          <a:prstGeom prst="rect">
            <a:avLst/>
          </a:prstGeom>
          <a:noFill/>
        </p:spPr>
        <p:txBody>
          <a:bodyPr wrap="square" rtlCol="0">
            <a:spAutoFit/>
          </a:bodyPr>
          <a:lstStyle/>
          <a:p>
            <a:r>
              <a:rPr kumimoji="1" lang="ja-JP" altLang="en-US" sz="4000" b="0"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rPr>
              <a:t>叔母さん</a:t>
            </a:r>
            <a:endParaRPr kumimoji="1" lang="en-US" altLang="ja-JP" sz="4000" b="0" dirty="0">
              <a:solidFill>
                <a:srgbClr val="1C85C9"/>
              </a:solidFill>
              <a:latin typeface="HGPSoeiKakugothicUB" panose="020B0900000000000000" pitchFamily="34" charset="-128"/>
              <a:ea typeface="HGPSoeiKakugothicUB" panose="020B0900000000000000" pitchFamily="34" charset="-128"/>
              <a:cs typeface="Cascadia Mono SemiBold" panose="020B0609020000020004" pitchFamily="49" charset="0"/>
            </a:endParaRPr>
          </a:p>
          <a:p>
            <a:r>
              <a:rPr kumimoji="1" lang="ja-JP" altLang="en-US" sz="3600" b="0" dirty="0">
                <a:solidFill>
                  <a:srgbClr val="1C85C9"/>
                </a:solidFill>
                <a:latin typeface="BIZ UDGothic" panose="020B0400000000000000" pitchFamily="33" charset="-128"/>
                <a:ea typeface="BIZ UDGothic" panose="020B0400000000000000" pitchFamily="33" charset="-128"/>
                <a:cs typeface="Cascadia Mono SemiBold" panose="020B0609020000020004" pitchFamily="49" charset="0"/>
              </a:rPr>
              <a:t>第</a:t>
            </a:r>
            <a:r>
              <a:rPr kumimoji="1" lang="ja-JP" altLang="en-US" sz="3600" dirty="0">
                <a:solidFill>
                  <a:srgbClr val="1C85C9"/>
                </a:solidFill>
                <a:latin typeface="BIZ UDGothic" panose="020B0400000000000000" pitchFamily="33" charset="-128"/>
                <a:ea typeface="BIZ UDGothic" panose="020B0400000000000000" pitchFamily="33" charset="-128"/>
                <a:cs typeface="Cascadia Mono SemiBold" panose="020B0609020000020004" pitchFamily="49" charset="0"/>
              </a:rPr>
              <a:t>十</a:t>
            </a:r>
            <a:r>
              <a:rPr kumimoji="1" lang="ja-JP" altLang="en-US" sz="3600" b="0" dirty="0">
                <a:solidFill>
                  <a:srgbClr val="1C85C9"/>
                </a:solidFill>
                <a:latin typeface="BIZ UDGothic" panose="020B0400000000000000" pitchFamily="33" charset="-128"/>
                <a:ea typeface="BIZ UDGothic" panose="020B0400000000000000" pitchFamily="33" charset="-128"/>
                <a:cs typeface="Cascadia Mono SemiBold" panose="020B0609020000020004" pitchFamily="49" charset="0"/>
              </a:rPr>
              <a:t>課</a:t>
            </a:r>
          </a:p>
        </p:txBody>
      </p:sp>
    </p:spTree>
    <p:extLst>
      <p:ext uri="{BB962C8B-B14F-4D97-AF65-F5344CB8AC3E}">
        <p14:creationId xmlns:p14="http://schemas.microsoft.com/office/powerpoint/2010/main" val="16983667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1B415E-E700-A6AF-2D92-69D0CA50055C}"/>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9755469E-80FB-6066-BBDC-2B5FD43DC006}"/>
              </a:ext>
            </a:extLst>
          </p:cNvPr>
          <p:cNvSpPr txBox="1"/>
          <p:nvPr/>
        </p:nvSpPr>
        <p:spPr>
          <a:xfrm>
            <a:off x="1041143" y="2344617"/>
            <a:ext cx="22301713" cy="7260193"/>
          </a:xfrm>
          <a:prstGeom prst="rect">
            <a:avLst/>
          </a:prstGeom>
          <a:noFill/>
        </p:spPr>
        <p:txBody>
          <a:bodyPr wrap="square">
            <a:spAutoFit/>
          </a:bodyPr>
          <a:lstStyle/>
          <a:p>
            <a:pPr marL="914400" indent="-914400">
              <a:lnSpc>
                <a:spcPct val="200000"/>
              </a:lnSpc>
              <a:buFont typeface="+mj-lt"/>
              <a:buAutoNum type="arabicPeriod"/>
            </a:pPr>
            <a:r>
              <a:rPr lang="ja-JP" altLang="en-US" sz="4800" dirty="0"/>
              <a:t>電車よりも、急いでいるなら新幹線で</a:t>
            </a:r>
            <a:r>
              <a:rPr lang="ja-JP" altLang="en-US" sz="4800" u="sng" dirty="0"/>
              <a:t>　　　　　　　　　　　　　　　　　　　　</a:t>
            </a:r>
            <a:r>
              <a:rPr lang="ja-JP" altLang="en-US" sz="4800" dirty="0"/>
              <a:t>よ。</a:t>
            </a:r>
          </a:p>
          <a:p>
            <a:pPr marL="914400" indent="-914400">
              <a:lnSpc>
                <a:spcPct val="200000"/>
              </a:lnSpc>
              <a:buFont typeface="+mj-lt"/>
              <a:buAutoNum type="arabicPeriod"/>
            </a:pPr>
            <a:r>
              <a:rPr lang="ja-JP" altLang="en-US" sz="4800" dirty="0"/>
              <a:t>あの優しい先生が、学生に怒る</a:t>
            </a:r>
            <a:r>
              <a:rPr lang="ja-JP" altLang="en-US" sz="4800" u="sng" dirty="0"/>
              <a:t>　　　　　　　　　　　　　　　　　　　　</a:t>
            </a:r>
            <a:r>
              <a:rPr lang="ja-JP" altLang="en-US" sz="4800" dirty="0"/>
              <a:t>。</a:t>
            </a:r>
          </a:p>
          <a:p>
            <a:pPr marL="914400" indent="-914400">
              <a:lnSpc>
                <a:spcPct val="200000"/>
              </a:lnSpc>
              <a:buFont typeface="+mj-lt"/>
              <a:buAutoNum type="arabicPeriod"/>
            </a:pPr>
            <a:r>
              <a:rPr lang="ja-JP" altLang="en-US" sz="4800" dirty="0"/>
              <a:t>財布を</a:t>
            </a:r>
            <a:r>
              <a:rPr lang="ja-JP" altLang="en-US" sz="4800" u="sng" dirty="0"/>
              <a:t>　　　　　　　　　　　　　　　　　　　　</a:t>
            </a:r>
            <a:r>
              <a:rPr lang="ja-JP" altLang="en-US" sz="4800" dirty="0"/>
              <a:t>、スーパーに来てしまった。</a:t>
            </a:r>
          </a:p>
          <a:p>
            <a:pPr marL="914400" indent="-914400">
              <a:lnSpc>
                <a:spcPct val="200000"/>
              </a:lnSpc>
              <a:buFont typeface="+mj-lt"/>
              <a:buAutoNum type="arabicPeriod"/>
            </a:pPr>
            <a:r>
              <a:rPr lang="ja-JP" altLang="en-US" sz="4800" dirty="0"/>
              <a:t>彼に会えて本当に</a:t>
            </a:r>
            <a:r>
              <a:rPr lang="ja-JP" altLang="en-US" sz="4800" u="sng" dirty="0"/>
              <a:t>　　　　　　　　　　　　　　　　　　　　</a:t>
            </a:r>
            <a:r>
              <a:rPr lang="ja-JP" altLang="en-US" sz="4800" dirty="0"/>
              <a:t>と思います。</a:t>
            </a:r>
          </a:p>
          <a:p>
            <a:pPr marL="914400" indent="-914400">
              <a:lnSpc>
                <a:spcPct val="200000"/>
              </a:lnSpc>
              <a:buFont typeface="+mj-lt"/>
              <a:buAutoNum type="arabicPeriod"/>
            </a:pPr>
            <a:r>
              <a:rPr lang="ja-JP" altLang="en-US" sz="4800" dirty="0"/>
              <a:t>学生時代、毎晩</a:t>
            </a:r>
            <a:r>
              <a:rPr lang="ja-JP" altLang="en-US" sz="4800" u="sng" dirty="0"/>
              <a:t>　　　　　　　　　　　　　　　　　　　　</a:t>
            </a:r>
            <a:r>
              <a:rPr lang="ja-JP" altLang="en-US" sz="4800" dirty="0"/>
              <a:t>。</a:t>
            </a:r>
          </a:p>
        </p:txBody>
      </p:sp>
      <p:sp>
        <p:nvSpPr>
          <p:cNvPr id="2" name="標題 1">
            <a:extLst>
              <a:ext uri="{FF2B5EF4-FFF2-40B4-BE49-F238E27FC236}">
                <a16:creationId xmlns:a16="http://schemas.microsoft.com/office/drawing/2014/main" id="{FFB8A50F-B7E4-85B6-1380-E9C5E4DFAB6C}"/>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1</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重點文型練習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3" name="文字方塊 5">
            <a:extLst>
              <a:ext uri="{FF2B5EF4-FFF2-40B4-BE49-F238E27FC236}">
                <a16:creationId xmlns:a16="http://schemas.microsoft.com/office/drawing/2014/main" id="{981ED912-4ED1-7E32-1A5A-23F946A11FCE}"/>
              </a:ext>
            </a:extLst>
          </p:cNvPr>
          <p:cNvSpPr txBox="1"/>
          <p:nvPr/>
        </p:nvSpPr>
        <p:spPr>
          <a:xfrm>
            <a:off x="2785418" y="11621279"/>
            <a:ext cx="18880490" cy="830997"/>
          </a:xfrm>
          <a:prstGeom prst="rect">
            <a:avLst/>
          </a:prstGeom>
          <a:noFill/>
          <a:ln>
            <a:solidFill>
              <a:srgbClr val="000000"/>
            </a:solidFill>
          </a:ln>
        </p:spPr>
        <p:txBody>
          <a:bodyPr wrap="none" rtlCol="0">
            <a:spAutoFit/>
          </a:bodyPr>
          <a:lstStyle/>
          <a:p>
            <a:r>
              <a:rPr lang="ja-JP" altLang="en-US" sz="4800" dirty="0"/>
              <a:t>～たほうがいい　</a:t>
            </a:r>
            <a:r>
              <a:rPr lang="en-US" altLang="ja-JP" sz="4800" dirty="0"/>
              <a:t>/</a:t>
            </a:r>
            <a:r>
              <a:rPr lang="ja-JP" altLang="en-US" sz="4800" dirty="0"/>
              <a:t>　～てよかった　</a:t>
            </a:r>
            <a:r>
              <a:rPr lang="en-US" altLang="ja-JP" sz="4800" dirty="0"/>
              <a:t>/</a:t>
            </a:r>
            <a:r>
              <a:rPr lang="ja-JP" altLang="en-US" sz="4800" dirty="0"/>
              <a:t>　～ものだ　</a:t>
            </a:r>
            <a:r>
              <a:rPr lang="en-US" altLang="ja-JP" sz="4800" dirty="0"/>
              <a:t>/</a:t>
            </a:r>
            <a:r>
              <a:rPr lang="ja-JP" altLang="en-US" sz="4800" dirty="0"/>
              <a:t>　～わけがない　</a:t>
            </a:r>
            <a:r>
              <a:rPr lang="en-US" altLang="ja-JP" sz="4800" dirty="0"/>
              <a:t>/</a:t>
            </a:r>
            <a:r>
              <a:rPr lang="ja-JP" altLang="en-US" sz="4800" dirty="0"/>
              <a:t>　～ず</a:t>
            </a:r>
            <a:endParaRPr kumimoji="1" lang="ja-JP" altLang="en-US" sz="4800" dirty="0"/>
          </a:p>
        </p:txBody>
      </p:sp>
    </p:spTree>
    <p:extLst>
      <p:ext uri="{BB962C8B-B14F-4D97-AF65-F5344CB8AC3E}">
        <p14:creationId xmlns:p14="http://schemas.microsoft.com/office/powerpoint/2010/main" val="3585428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F3068-F282-AFF2-89E0-5F000884AEF8}"/>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8454199F-E36E-5757-0A74-17206689DD0A}"/>
              </a:ext>
            </a:extLst>
          </p:cNvPr>
          <p:cNvSpPr txBox="1"/>
          <p:nvPr/>
        </p:nvSpPr>
        <p:spPr>
          <a:xfrm>
            <a:off x="1041143" y="2344617"/>
            <a:ext cx="22301713" cy="7260193"/>
          </a:xfrm>
          <a:prstGeom prst="rect">
            <a:avLst/>
          </a:prstGeom>
          <a:noFill/>
        </p:spPr>
        <p:txBody>
          <a:bodyPr wrap="square">
            <a:spAutoFit/>
          </a:bodyPr>
          <a:lstStyle/>
          <a:p>
            <a:pPr marL="914400" indent="-914400">
              <a:lnSpc>
                <a:spcPct val="200000"/>
              </a:lnSpc>
              <a:buFont typeface="+mj-lt"/>
              <a:buAutoNum type="arabicPeriod"/>
            </a:pPr>
            <a:r>
              <a:rPr lang="ja-JP" altLang="en-US" sz="4800" dirty="0"/>
              <a:t>電車よりも、急いでいるなら新幹線で</a:t>
            </a:r>
            <a:r>
              <a:rPr lang="ja-JP" altLang="en-US" sz="4800" u="sng" dirty="0"/>
              <a:t>　　　　　　　　　　　　　　　　　　　　</a:t>
            </a:r>
            <a:r>
              <a:rPr lang="ja-JP" altLang="en-US" sz="4800" dirty="0"/>
              <a:t>よ。</a:t>
            </a:r>
          </a:p>
          <a:p>
            <a:pPr marL="914400" indent="-914400">
              <a:lnSpc>
                <a:spcPct val="200000"/>
              </a:lnSpc>
              <a:buFont typeface="+mj-lt"/>
              <a:buAutoNum type="arabicPeriod"/>
            </a:pPr>
            <a:r>
              <a:rPr lang="ja-JP" altLang="en-US" sz="4800" dirty="0"/>
              <a:t>あの優しい先生が、学生に怒る</a:t>
            </a:r>
            <a:r>
              <a:rPr lang="ja-JP" altLang="en-US" sz="4800" u="sng" dirty="0"/>
              <a:t>　　　　　　　　　　　　　　　　　　　　</a:t>
            </a:r>
            <a:r>
              <a:rPr lang="ja-JP" altLang="en-US" sz="4800" dirty="0"/>
              <a:t>。</a:t>
            </a:r>
          </a:p>
          <a:p>
            <a:pPr marL="914400" indent="-914400">
              <a:lnSpc>
                <a:spcPct val="200000"/>
              </a:lnSpc>
              <a:buFont typeface="+mj-lt"/>
              <a:buAutoNum type="arabicPeriod"/>
            </a:pPr>
            <a:r>
              <a:rPr lang="ja-JP" altLang="en-US" sz="4800" dirty="0"/>
              <a:t>財布を</a:t>
            </a:r>
            <a:r>
              <a:rPr lang="ja-JP" altLang="en-US" sz="4800" u="sng" dirty="0"/>
              <a:t>　　　　　　　　　　　　　　　　　　　　</a:t>
            </a:r>
            <a:r>
              <a:rPr lang="ja-JP" altLang="en-US" sz="4800" dirty="0"/>
              <a:t>、スーパーに来てしまった。</a:t>
            </a:r>
          </a:p>
          <a:p>
            <a:pPr marL="914400" indent="-914400">
              <a:lnSpc>
                <a:spcPct val="200000"/>
              </a:lnSpc>
              <a:buFont typeface="+mj-lt"/>
              <a:buAutoNum type="arabicPeriod"/>
            </a:pPr>
            <a:r>
              <a:rPr lang="ja-JP" altLang="en-US" sz="4800" dirty="0"/>
              <a:t>彼に会えて本当に</a:t>
            </a:r>
            <a:r>
              <a:rPr lang="ja-JP" altLang="en-US" sz="4800" u="sng" dirty="0"/>
              <a:t>　　　　　　　　　　　　　　　　　　　　</a:t>
            </a:r>
            <a:r>
              <a:rPr lang="ja-JP" altLang="en-US" sz="4800" dirty="0"/>
              <a:t>と思います。</a:t>
            </a:r>
          </a:p>
          <a:p>
            <a:pPr marL="914400" indent="-914400">
              <a:lnSpc>
                <a:spcPct val="200000"/>
              </a:lnSpc>
              <a:buFont typeface="+mj-lt"/>
              <a:buAutoNum type="arabicPeriod"/>
            </a:pPr>
            <a:r>
              <a:rPr lang="ja-JP" altLang="en-US" sz="4800" dirty="0"/>
              <a:t>学生時代、毎晩</a:t>
            </a:r>
            <a:r>
              <a:rPr lang="ja-JP" altLang="en-US" sz="4800" u="sng" dirty="0"/>
              <a:t>　　　　　　　　　　　　　　　　　　　　</a:t>
            </a:r>
            <a:r>
              <a:rPr lang="ja-JP" altLang="en-US" sz="4800" dirty="0"/>
              <a:t>。</a:t>
            </a:r>
          </a:p>
        </p:txBody>
      </p:sp>
      <p:sp>
        <p:nvSpPr>
          <p:cNvPr id="2" name="標題 1">
            <a:extLst>
              <a:ext uri="{FF2B5EF4-FFF2-40B4-BE49-F238E27FC236}">
                <a16:creationId xmlns:a16="http://schemas.microsoft.com/office/drawing/2014/main" id="{169A452D-DAD0-6F57-994C-274A6684FDB1}"/>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1</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重點文型練習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3" name="文字方塊 5">
            <a:extLst>
              <a:ext uri="{FF2B5EF4-FFF2-40B4-BE49-F238E27FC236}">
                <a16:creationId xmlns:a16="http://schemas.microsoft.com/office/drawing/2014/main" id="{88D256D4-4C39-4CC9-B01E-6DD29F9301F3}"/>
              </a:ext>
            </a:extLst>
          </p:cNvPr>
          <p:cNvSpPr txBox="1"/>
          <p:nvPr/>
        </p:nvSpPr>
        <p:spPr>
          <a:xfrm>
            <a:off x="2785418" y="11621279"/>
            <a:ext cx="18880490" cy="830997"/>
          </a:xfrm>
          <a:prstGeom prst="rect">
            <a:avLst/>
          </a:prstGeom>
          <a:noFill/>
          <a:ln>
            <a:solidFill>
              <a:srgbClr val="000000"/>
            </a:solidFill>
          </a:ln>
        </p:spPr>
        <p:txBody>
          <a:bodyPr wrap="none" rtlCol="0">
            <a:spAutoFit/>
          </a:bodyPr>
          <a:lstStyle/>
          <a:p>
            <a:r>
              <a:rPr lang="ja-JP" altLang="en-US" sz="4800" dirty="0"/>
              <a:t>～たほうがいい　</a:t>
            </a:r>
            <a:r>
              <a:rPr lang="en-US" altLang="ja-JP" sz="4800" dirty="0"/>
              <a:t>/</a:t>
            </a:r>
            <a:r>
              <a:rPr lang="ja-JP" altLang="en-US" sz="4800" dirty="0"/>
              <a:t>　～てよかった　</a:t>
            </a:r>
            <a:r>
              <a:rPr lang="en-US" altLang="ja-JP" sz="4800" dirty="0"/>
              <a:t>/</a:t>
            </a:r>
            <a:r>
              <a:rPr lang="ja-JP" altLang="en-US" sz="4800" dirty="0"/>
              <a:t>　～ものだ　</a:t>
            </a:r>
            <a:r>
              <a:rPr lang="en-US" altLang="ja-JP" sz="4800" dirty="0"/>
              <a:t>/</a:t>
            </a:r>
            <a:r>
              <a:rPr lang="ja-JP" altLang="en-US" sz="4800" dirty="0"/>
              <a:t>　～わけがない　</a:t>
            </a:r>
            <a:r>
              <a:rPr lang="en-US" altLang="ja-JP" sz="4800" dirty="0"/>
              <a:t>/</a:t>
            </a:r>
            <a:r>
              <a:rPr lang="ja-JP" altLang="en-US" sz="4800" dirty="0"/>
              <a:t>　～ず</a:t>
            </a:r>
            <a:endParaRPr kumimoji="1" lang="ja-JP" altLang="en-US" sz="4800" dirty="0"/>
          </a:p>
        </p:txBody>
      </p:sp>
      <p:sp>
        <p:nvSpPr>
          <p:cNvPr id="4" name="文字方塊 6">
            <a:extLst>
              <a:ext uri="{FF2B5EF4-FFF2-40B4-BE49-F238E27FC236}">
                <a16:creationId xmlns:a16="http://schemas.microsoft.com/office/drawing/2014/main" id="{D88DA06B-63C0-F60F-710B-3DE7FDB9F7D7}"/>
              </a:ext>
            </a:extLst>
          </p:cNvPr>
          <p:cNvSpPr txBox="1"/>
          <p:nvPr/>
        </p:nvSpPr>
        <p:spPr>
          <a:xfrm>
            <a:off x="11840464" y="2738989"/>
            <a:ext cx="5129930" cy="830997"/>
          </a:xfrm>
          <a:prstGeom prst="rect">
            <a:avLst/>
          </a:prstGeom>
          <a:noFill/>
        </p:spPr>
        <p:txBody>
          <a:bodyPr wrap="none" rtlCol="0">
            <a:spAutoFit/>
          </a:bodyPr>
          <a:lstStyle/>
          <a:p>
            <a:r>
              <a:rPr kumimoji="1" lang="ja-JP" altLang="en-US" sz="4800" b="1" dirty="0">
                <a:solidFill>
                  <a:srgbClr val="1C85C9"/>
                </a:solidFill>
              </a:rPr>
              <a:t>　行ったほうがいい</a:t>
            </a:r>
          </a:p>
        </p:txBody>
      </p:sp>
      <p:sp>
        <p:nvSpPr>
          <p:cNvPr id="5" name="文字方塊 6">
            <a:extLst>
              <a:ext uri="{FF2B5EF4-FFF2-40B4-BE49-F238E27FC236}">
                <a16:creationId xmlns:a16="http://schemas.microsoft.com/office/drawing/2014/main" id="{53F560E7-9E61-FDB6-FD4D-2FF9C22652C2}"/>
              </a:ext>
            </a:extLst>
          </p:cNvPr>
          <p:cNvSpPr txBox="1"/>
          <p:nvPr/>
        </p:nvSpPr>
        <p:spPr>
          <a:xfrm>
            <a:off x="10552291" y="4162722"/>
            <a:ext cx="3150221" cy="830997"/>
          </a:xfrm>
          <a:prstGeom prst="rect">
            <a:avLst/>
          </a:prstGeom>
          <a:noFill/>
        </p:spPr>
        <p:txBody>
          <a:bodyPr wrap="none" rtlCol="0">
            <a:spAutoFit/>
          </a:bodyPr>
          <a:lstStyle/>
          <a:p>
            <a:r>
              <a:rPr kumimoji="1" lang="ja-JP" altLang="en-US" sz="4800" b="1" dirty="0">
                <a:solidFill>
                  <a:srgbClr val="1C85C9"/>
                </a:solidFill>
              </a:rPr>
              <a:t>わけがない</a:t>
            </a:r>
          </a:p>
        </p:txBody>
      </p:sp>
      <p:sp>
        <p:nvSpPr>
          <p:cNvPr id="6" name="文字方塊 6">
            <a:extLst>
              <a:ext uri="{FF2B5EF4-FFF2-40B4-BE49-F238E27FC236}">
                <a16:creationId xmlns:a16="http://schemas.microsoft.com/office/drawing/2014/main" id="{A9FF2D9E-6C71-DA38-2240-249BD3C4AD68}"/>
              </a:ext>
            </a:extLst>
          </p:cNvPr>
          <p:cNvSpPr txBox="1"/>
          <p:nvPr/>
        </p:nvSpPr>
        <p:spPr>
          <a:xfrm>
            <a:off x="4506976" y="5723806"/>
            <a:ext cx="1972015" cy="830997"/>
          </a:xfrm>
          <a:prstGeom prst="rect">
            <a:avLst/>
          </a:prstGeom>
          <a:noFill/>
        </p:spPr>
        <p:txBody>
          <a:bodyPr wrap="none" rtlCol="0">
            <a:spAutoFit/>
          </a:bodyPr>
          <a:lstStyle/>
          <a:p>
            <a:r>
              <a:rPr lang="ja-JP" altLang="en-US" sz="4800" b="1" dirty="0">
                <a:solidFill>
                  <a:srgbClr val="1C85C9"/>
                </a:solidFill>
              </a:rPr>
              <a:t>持たず</a:t>
            </a:r>
            <a:endParaRPr kumimoji="1" lang="ja-JP" altLang="en-US" sz="4800" b="1" dirty="0">
              <a:solidFill>
                <a:srgbClr val="1C85C9"/>
              </a:solidFill>
            </a:endParaRPr>
          </a:p>
        </p:txBody>
      </p:sp>
      <p:sp>
        <p:nvSpPr>
          <p:cNvPr id="7" name="文字方塊 6">
            <a:extLst>
              <a:ext uri="{FF2B5EF4-FFF2-40B4-BE49-F238E27FC236}">
                <a16:creationId xmlns:a16="http://schemas.microsoft.com/office/drawing/2014/main" id="{78E0AEC6-1973-DFCB-DF41-A56E4494B7EA}"/>
              </a:ext>
            </a:extLst>
          </p:cNvPr>
          <p:cNvSpPr txBox="1"/>
          <p:nvPr/>
        </p:nvSpPr>
        <p:spPr>
          <a:xfrm>
            <a:off x="7963408" y="7010188"/>
            <a:ext cx="2803973" cy="830997"/>
          </a:xfrm>
          <a:prstGeom prst="rect">
            <a:avLst/>
          </a:prstGeom>
          <a:noFill/>
        </p:spPr>
        <p:txBody>
          <a:bodyPr wrap="none" rtlCol="0">
            <a:spAutoFit/>
          </a:bodyPr>
          <a:lstStyle/>
          <a:p>
            <a:r>
              <a:rPr lang="ja-JP" altLang="en-US" sz="4800" b="1" dirty="0">
                <a:solidFill>
                  <a:srgbClr val="1C85C9"/>
                </a:solidFill>
              </a:rPr>
              <a:t>よかった</a:t>
            </a:r>
            <a:r>
              <a:rPr lang="ja-JP" altLang="en-US" sz="4800" b="1" dirty="0"/>
              <a:t>　</a:t>
            </a:r>
            <a:endParaRPr kumimoji="1" lang="ja-JP" altLang="en-US" sz="4800" b="1" dirty="0">
              <a:solidFill>
                <a:srgbClr val="1C85C9"/>
              </a:solidFill>
            </a:endParaRPr>
          </a:p>
        </p:txBody>
      </p:sp>
      <p:sp>
        <p:nvSpPr>
          <p:cNvPr id="8" name="文字方塊 6">
            <a:extLst>
              <a:ext uri="{FF2B5EF4-FFF2-40B4-BE49-F238E27FC236}">
                <a16:creationId xmlns:a16="http://schemas.microsoft.com/office/drawing/2014/main" id="{49231DB9-3D6B-F228-F94F-FA7C70268B7A}"/>
              </a:ext>
            </a:extLst>
          </p:cNvPr>
          <p:cNvSpPr txBox="1"/>
          <p:nvPr/>
        </p:nvSpPr>
        <p:spPr>
          <a:xfrm>
            <a:off x="6893533" y="8621776"/>
            <a:ext cx="6696064" cy="830997"/>
          </a:xfrm>
          <a:prstGeom prst="rect">
            <a:avLst/>
          </a:prstGeom>
          <a:noFill/>
        </p:spPr>
        <p:txBody>
          <a:bodyPr wrap="none" rtlCol="0">
            <a:spAutoFit/>
          </a:bodyPr>
          <a:lstStyle/>
          <a:p>
            <a:r>
              <a:rPr kumimoji="1" lang="ja-JP" altLang="en-US" sz="4800" b="1" dirty="0">
                <a:solidFill>
                  <a:srgbClr val="1C85C9"/>
                </a:solidFill>
              </a:rPr>
              <a:t>ラーメンを食べたものだ　</a:t>
            </a:r>
          </a:p>
        </p:txBody>
      </p:sp>
    </p:spTree>
    <p:extLst>
      <p:ext uri="{BB962C8B-B14F-4D97-AF65-F5344CB8AC3E}">
        <p14:creationId xmlns:p14="http://schemas.microsoft.com/office/powerpoint/2010/main" val="6194880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3F888-19B8-F649-84B5-282A3EA1C13F}"/>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559D7839-D03F-10EA-2525-B6A548DB4893}"/>
              </a:ext>
            </a:extLst>
          </p:cNvPr>
          <p:cNvSpPr txBox="1"/>
          <p:nvPr/>
        </p:nvSpPr>
        <p:spPr>
          <a:xfrm>
            <a:off x="1041143" y="2344617"/>
            <a:ext cx="22989289" cy="8737520"/>
          </a:xfrm>
          <a:prstGeom prst="rect">
            <a:avLst/>
          </a:prstGeom>
          <a:noFill/>
        </p:spPr>
        <p:txBody>
          <a:bodyPr wrap="square">
            <a:spAutoFit/>
          </a:bodyPr>
          <a:lstStyle/>
          <a:p>
            <a:pPr marL="914400" indent="-914400">
              <a:lnSpc>
                <a:spcPct val="200000"/>
              </a:lnSpc>
              <a:buFont typeface="+mj-lt"/>
              <a:buAutoNum type="arabicPeriod" startAt="6"/>
            </a:pPr>
            <a:r>
              <a:rPr lang="ja-JP" altLang="en-US" sz="4800" dirty="0"/>
              <a:t>台湾</a:t>
            </a:r>
            <a:r>
              <a:rPr lang="ja-JP" altLang="en-US" sz="4800" u="sng" dirty="0"/>
              <a:t>　　　　　　　　　　　　　　　　　　　　　　　　　　</a:t>
            </a:r>
            <a:r>
              <a:rPr lang="ja-JP" altLang="en-US" sz="4800" dirty="0"/>
              <a:t>。「といえば」</a:t>
            </a:r>
          </a:p>
          <a:p>
            <a:pPr marL="914400" indent="-914400">
              <a:lnSpc>
                <a:spcPct val="200000"/>
              </a:lnSpc>
              <a:buFont typeface="+mj-lt"/>
              <a:buAutoNum type="arabicPeriod" startAt="6"/>
            </a:pPr>
            <a:r>
              <a:rPr lang="ja-JP" altLang="en-US" sz="4800" dirty="0"/>
              <a:t>あの俳優は、歩くだけで人を振り返らせる</a:t>
            </a:r>
            <a:r>
              <a:rPr lang="ja-JP" altLang="en-US" sz="4800" u="sng" dirty="0"/>
              <a:t>　　　　　　　　　　　　　　　　　　</a:t>
            </a:r>
            <a:r>
              <a:rPr lang="ja-JP" altLang="en-US" sz="4800" dirty="0"/>
              <a:t>。「ほど」</a:t>
            </a:r>
          </a:p>
          <a:p>
            <a:pPr marL="914400" indent="-914400">
              <a:lnSpc>
                <a:spcPct val="200000"/>
              </a:lnSpc>
              <a:buFont typeface="+mj-lt"/>
              <a:buAutoNum type="arabicPeriod" startAt="6"/>
            </a:pPr>
            <a:r>
              <a:rPr lang="ja-JP" altLang="en-US" sz="4800" dirty="0"/>
              <a:t>この事故は、</a:t>
            </a:r>
            <a:r>
              <a:rPr lang="ja-JP" altLang="en-US" sz="4800" u="sng" dirty="0"/>
              <a:t>　　　　　　　　　　　　　　　　　　</a:t>
            </a:r>
            <a:r>
              <a:rPr lang="ja-JP" altLang="en-US" sz="4800" dirty="0"/>
              <a:t>ものと見られています。「による」</a:t>
            </a:r>
          </a:p>
          <a:p>
            <a:pPr marL="914400" indent="-914400">
              <a:lnSpc>
                <a:spcPct val="200000"/>
              </a:lnSpc>
              <a:buFont typeface="+mj-lt"/>
              <a:buAutoNum type="arabicPeriod" startAt="6"/>
            </a:pPr>
            <a:r>
              <a:rPr lang="ja-JP" altLang="en-US" sz="4800" dirty="0"/>
              <a:t>この病気は、放っておくと</a:t>
            </a:r>
            <a:r>
              <a:rPr lang="ja-JP" altLang="en-US" sz="4800" u="sng" dirty="0"/>
              <a:t>　　　　　　　　　　　　　　　　　　</a:t>
            </a:r>
            <a:r>
              <a:rPr lang="ja-JP" altLang="en-US" sz="4800" dirty="0"/>
              <a:t>。「おそれがある」</a:t>
            </a:r>
          </a:p>
          <a:p>
            <a:pPr marL="914400" indent="-914400">
              <a:lnSpc>
                <a:spcPct val="200000"/>
              </a:lnSpc>
              <a:buFont typeface="+mj-lt"/>
              <a:buAutoNum type="arabicPeriod" startAt="6"/>
            </a:pPr>
            <a:r>
              <a:rPr lang="ja-JP" altLang="en-US" sz="4800" dirty="0"/>
              <a:t>昨日の地震は驚いたが、</a:t>
            </a:r>
            <a:r>
              <a:rPr lang="ja-JP" altLang="en-US" sz="4800" u="sng" dirty="0"/>
              <a:t>　　　　　　　　　　　　　　　　　　　　</a:t>
            </a:r>
            <a:r>
              <a:rPr lang="ja-JP" altLang="en-US" sz="4800" dirty="0"/>
              <a:t>。「ほどではない」</a:t>
            </a:r>
          </a:p>
          <a:p>
            <a:pPr marL="914400" indent="-914400">
              <a:lnSpc>
                <a:spcPct val="200000"/>
              </a:lnSpc>
              <a:buFont typeface="+mj-lt"/>
              <a:buAutoNum type="arabicPeriod" startAt="6"/>
            </a:pPr>
            <a:r>
              <a:rPr lang="ja-JP" altLang="en-US" sz="4800" dirty="0"/>
              <a:t>仕事が忙しすぎる</a:t>
            </a:r>
            <a:r>
              <a:rPr lang="en-US" altLang="ja-JP" sz="4800" dirty="0"/>
              <a:t>…</a:t>
            </a:r>
            <a:r>
              <a:rPr lang="ja-JP" altLang="en-US" sz="4800" dirty="0"/>
              <a:t>。たまには一人で</a:t>
            </a:r>
            <a:r>
              <a:rPr lang="ja-JP" altLang="en-US" sz="4800" u="sng" dirty="0"/>
              <a:t>　　　　　　　　　　　　　　　　　　　　</a:t>
            </a:r>
            <a:r>
              <a:rPr lang="ja-JP" altLang="en-US" sz="4800" dirty="0"/>
              <a:t>。「～たいもだ」</a:t>
            </a:r>
          </a:p>
        </p:txBody>
      </p:sp>
      <p:sp>
        <p:nvSpPr>
          <p:cNvPr id="2" name="標題 1">
            <a:extLst>
              <a:ext uri="{FF2B5EF4-FFF2-40B4-BE49-F238E27FC236}">
                <a16:creationId xmlns:a16="http://schemas.microsoft.com/office/drawing/2014/main" id="{CF0A0DF9-9D1E-3166-A543-EEC6A11613C6}"/>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1</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重點文型練習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Tree>
    <p:extLst>
      <p:ext uri="{BB962C8B-B14F-4D97-AF65-F5344CB8AC3E}">
        <p14:creationId xmlns:p14="http://schemas.microsoft.com/office/powerpoint/2010/main" val="18007679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901C7-9C83-9749-9D54-60E2379F1350}"/>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7F901AF8-3670-4DED-6FD6-F21A6605B117}"/>
              </a:ext>
            </a:extLst>
          </p:cNvPr>
          <p:cNvSpPr txBox="1"/>
          <p:nvPr/>
        </p:nvSpPr>
        <p:spPr>
          <a:xfrm>
            <a:off x="1041143" y="2344617"/>
            <a:ext cx="22989289" cy="8737520"/>
          </a:xfrm>
          <a:prstGeom prst="rect">
            <a:avLst/>
          </a:prstGeom>
          <a:noFill/>
        </p:spPr>
        <p:txBody>
          <a:bodyPr wrap="square">
            <a:spAutoFit/>
          </a:bodyPr>
          <a:lstStyle/>
          <a:p>
            <a:pPr marL="914400" indent="-914400">
              <a:lnSpc>
                <a:spcPct val="200000"/>
              </a:lnSpc>
              <a:buFont typeface="+mj-lt"/>
              <a:buAutoNum type="arabicPeriod" startAt="6"/>
            </a:pPr>
            <a:r>
              <a:rPr lang="ja-JP" altLang="en-US" sz="4800" dirty="0"/>
              <a:t>台湾</a:t>
            </a:r>
            <a:r>
              <a:rPr lang="ja-JP" altLang="en-US" sz="4800" u="sng" dirty="0"/>
              <a:t>　　　　　　　　　　　　　　　　　　　　　　　　　　</a:t>
            </a:r>
            <a:r>
              <a:rPr lang="ja-JP" altLang="en-US" sz="4800" dirty="0"/>
              <a:t>。「といえば」</a:t>
            </a:r>
          </a:p>
          <a:p>
            <a:pPr marL="914400" indent="-914400">
              <a:lnSpc>
                <a:spcPct val="200000"/>
              </a:lnSpc>
              <a:buFont typeface="+mj-lt"/>
              <a:buAutoNum type="arabicPeriod" startAt="6"/>
            </a:pPr>
            <a:r>
              <a:rPr lang="ja-JP" altLang="en-US" sz="4800" dirty="0"/>
              <a:t>あの俳優は、歩くだけで人を振り返らせる</a:t>
            </a:r>
            <a:r>
              <a:rPr lang="ja-JP" altLang="en-US" sz="4800" u="sng" dirty="0"/>
              <a:t>　　　　　　　　　　　　　　　　　　</a:t>
            </a:r>
            <a:r>
              <a:rPr lang="ja-JP" altLang="en-US" sz="4800" dirty="0"/>
              <a:t>。「ほど」</a:t>
            </a:r>
          </a:p>
          <a:p>
            <a:pPr marL="914400" indent="-914400">
              <a:lnSpc>
                <a:spcPct val="200000"/>
              </a:lnSpc>
              <a:buFont typeface="+mj-lt"/>
              <a:buAutoNum type="arabicPeriod" startAt="6"/>
            </a:pPr>
            <a:r>
              <a:rPr lang="ja-JP" altLang="en-US" sz="4800" dirty="0"/>
              <a:t>この事故は、</a:t>
            </a:r>
            <a:r>
              <a:rPr lang="ja-JP" altLang="en-US" sz="4800" u="sng" dirty="0"/>
              <a:t>　　　　　　　　　　　　　　　　　　</a:t>
            </a:r>
            <a:r>
              <a:rPr lang="ja-JP" altLang="en-US" sz="4800" dirty="0"/>
              <a:t>ものと見られています。「による」</a:t>
            </a:r>
          </a:p>
          <a:p>
            <a:pPr marL="914400" indent="-914400">
              <a:lnSpc>
                <a:spcPct val="200000"/>
              </a:lnSpc>
              <a:buFont typeface="+mj-lt"/>
              <a:buAutoNum type="arabicPeriod" startAt="6"/>
            </a:pPr>
            <a:r>
              <a:rPr lang="ja-JP" altLang="en-US" sz="4800" dirty="0"/>
              <a:t>この病気は、放っておくと</a:t>
            </a:r>
            <a:r>
              <a:rPr lang="ja-JP" altLang="en-US" sz="4800" u="sng" dirty="0"/>
              <a:t>　　　　　　　　　　　　　　　　　　</a:t>
            </a:r>
            <a:r>
              <a:rPr lang="ja-JP" altLang="en-US" sz="4800" dirty="0"/>
              <a:t>。「おそれがある」</a:t>
            </a:r>
          </a:p>
          <a:p>
            <a:pPr marL="914400" indent="-914400">
              <a:lnSpc>
                <a:spcPct val="200000"/>
              </a:lnSpc>
              <a:buFont typeface="+mj-lt"/>
              <a:buAutoNum type="arabicPeriod" startAt="6"/>
            </a:pPr>
            <a:r>
              <a:rPr lang="ja-JP" altLang="en-US" sz="4800" dirty="0"/>
              <a:t>昨日の地震は驚いたが、</a:t>
            </a:r>
            <a:r>
              <a:rPr lang="ja-JP" altLang="en-US" sz="4800" u="sng" dirty="0"/>
              <a:t>　　　　　　　　　　　　　　　　　　　　</a:t>
            </a:r>
            <a:r>
              <a:rPr lang="ja-JP" altLang="en-US" sz="4800" dirty="0"/>
              <a:t>。「ほどではない」</a:t>
            </a:r>
          </a:p>
          <a:p>
            <a:pPr marL="914400" indent="-914400">
              <a:lnSpc>
                <a:spcPct val="200000"/>
              </a:lnSpc>
              <a:buFont typeface="+mj-lt"/>
              <a:buAutoNum type="arabicPeriod" startAt="6"/>
            </a:pPr>
            <a:r>
              <a:rPr lang="ja-JP" altLang="en-US" sz="4800" dirty="0"/>
              <a:t>仕事が忙しすぎる</a:t>
            </a:r>
            <a:r>
              <a:rPr lang="en-US" altLang="ja-JP" sz="4800" dirty="0"/>
              <a:t>…</a:t>
            </a:r>
            <a:r>
              <a:rPr lang="ja-JP" altLang="en-US" sz="4800" dirty="0"/>
              <a:t>。たまには一人で</a:t>
            </a:r>
            <a:r>
              <a:rPr lang="ja-JP" altLang="en-US" sz="4800" u="sng" dirty="0"/>
              <a:t>　　　　　　　　　　　　　　　　　　　　</a:t>
            </a:r>
            <a:r>
              <a:rPr lang="ja-JP" altLang="en-US" sz="4800" dirty="0"/>
              <a:t>。「～たいもだ」</a:t>
            </a:r>
          </a:p>
        </p:txBody>
      </p:sp>
      <p:sp>
        <p:nvSpPr>
          <p:cNvPr id="2" name="標題 1">
            <a:extLst>
              <a:ext uri="{FF2B5EF4-FFF2-40B4-BE49-F238E27FC236}">
                <a16:creationId xmlns:a16="http://schemas.microsoft.com/office/drawing/2014/main" id="{0E3EADF1-3377-EDD3-0FA7-B5EEEA865387}"/>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1</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重點文型練習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3" name="文字方塊 6">
            <a:extLst>
              <a:ext uri="{FF2B5EF4-FFF2-40B4-BE49-F238E27FC236}">
                <a16:creationId xmlns:a16="http://schemas.microsoft.com/office/drawing/2014/main" id="{01575324-D4B4-0D27-80E0-95E0F04820C9}"/>
              </a:ext>
            </a:extLst>
          </p:cNvPr>
          <p:cNvSpPr txBox="1"/>
          <p:nvPr/>
        </p:nvSpPr>
        <p:spPr>
          <a:xfrm>
            <a:off x="3830320" y="2739313"/>
            <a:ext cx="7697941" cy="830997"/>
          </a:xfrm>
          <a:prstGeom prst="rect">
            <a:avLst/>
          </a:prstGeom>
          <a:noFill/>
        </p:spPr>
        <p:txBody>
          <a:bodyPr wrap="none" rtlCol="0">
            <a:spAutoFit/>
          </a:bodyPr>
          <a:lstStyle/>
          <a:p>
            <a:r>
              <a:rPr kumimoji="1" lang="ja-JP" altLang="en-US" sz="4800" b="1" dirty="0">
                <a:solidFill>
                  <a:srgbClr val="1C85C9"/>
                </a:solidFill>
              </a:rPr>
              <a:t>といえば、夜市は有名ですね</a:t>
            </a:r>
          </a:p>
        </p:txBody>
      </p:sp>
      <p:sp>
        <p:nvSpPr>
          <p:cNvPr id="4" name="文字方塊 6">
            <a:extLst>
              <a:ext uri="{FF2B5EF4-FFF2-40B4-BE49-F238E27FC236}">
                <a16:creationId xmlns:a16="http://schemas.microsoft.com/office/drawing/2014/main" id="{84F102A4-682B-6259-435D-47FBC8ADCE06}"/>
              </a:ext>
            </a:extLst>
          </p:cNvPr>
          <p:cNvSpPr txBox="1"/>
          <p:nvPr/>
        </p:nvSpPr>
        <p:spPr>
          <a:xfrm>
            <a:off x="13035280" y="4194439"/>
            <a:ext cx="3028393" cy="830997"/>
          </a:xfrm>
          <a:prstGeom prst="rect">
            <a:avLst/>
          </a:prstGeom>
          <a:noFill/>
        </p:spPr>
        <p:txBody>
          <a:bodyPr wrap="none" rtlCol="0">
            <a:spAutoFit/>
          </a:bodyPr>
          <a:lstStyle/>
          <a:p>
            <a:r>
              <a:rPr kumimoji="1" lang="ja-JP" altLang="en-US" sz="4800" b="1" dirty="0">
                <a:solidFill>
                  <a:srgbClr val="1C85C9"/>
                </a:solidFill>
              </a:rPr>
              <a:t>ほど美しい</a:t>
            </a:r>
          </a:p>
        </p:txBody>
      </p:sp>
      <p:sp>
        <p:nvSpPr>
          <p:cNvPr id="5" name="文字方塊 6">
            <a:extLst>
              <a:ext uri="{FF2B5EF4-FFF2-40B4-BE49-F238E27FC236}">
                <a16:creationId xmlns:a16="http://schemas.microsoft.com/office/drawing/2014/main" id="{2822D6DA-03A1-0CB7-13A7-DC5BB8D1DB50}"/>
              </a:ext>
            </a:extLst>
          </p:cNvPr>
          <p:cNvSpPr txBox="1"/>
          <p:nvPr/>
        </p:nvSpPr>
        <p:spPr>
          <a:xfrm>
            <a:off x="5817616" y="5626999"/>
            <a:ext cx="6365845" cy="830997"/>
          </a:xfrm>
          <a:prstGeom prst="rect">
            <a:avLst/>
          </a:prstGeom>
          <a:noFill/>
        </p:spPr>
        <p:txBody>
          <a:bodyPr wrap="none" rtlCol="0">
            <a:spAutoFit/>
          </a:bodyPr>
          <a:lstStyle/>
          <a:p>
            <a:r>
              <a:rPr kumimoji="1" lang="ja-JP" altLang="en-US" sz="4800" b="1" dirty="0">
                <a:solidFill>
                  <a:srgbClr val="1C85C9"/>
                </a:solidFill>
              </a:rPr>
              <a:t>ブレーキの故障による　</a:t>
            </a:r>
          </a:p>
        </p:txBody>
      </p:sp>
      <p:sp>
        <p:nvSpPr>
          <p:cNvPr id="6" name="文字方塊 6">
            <a:extLst>
              <a:ext uri="{FF2B5EF4-FFF2-40B4-BE49-F238E27FC236}">
                <a16:creationId xmlns:a16="http://schemas.microsoft.com/office/drawing/2014/main" id="{8E6D97D8-8B68-A487-D57F-BF282981B13F}"/>
              </a:ext>
            </a:extLst>
          </p:cNvPr>
          <p:cNvSpPr txBox="1"/>
          <p:nvPr/>
        </p:nvSpPr>
        <p:spPr>
          <a:xfrm>
            <a:off x="8676640" y="7059559"/>
            <a:ext cx="7077579" cy="830997"/>
          </a:xfrm>
          <a:prstGeom prst="rect">
            <a:avLst/>
          </a:prstGeom>
          <a:noFill/>
        </p:spPr>
        <p:txBody>
          <a:bodyPr wrap="none" rtlCol="0">
            <a:spAutoFit/>
          </a:bodyPr>
          <a:lstStyle/>
          <a:p>
            <a:r>
              <a:rPr kumimoji="1" lang="ja-JP" altLang="en-US" sz="4800" b="1" dirty="0">
                <a:solidFill>
                  <a:srgbClr val="1C85C9"/>
                </a:solidFill>
              </a:rPr>
              <a:t>命に関わるおそれがある　</a:t>
            </a:r>
          </a:p>
        </p:txBody>
      </p:sp>
      <p:sp>
        <p:nvSpPr>
          <p:cNvPr id="7" name="文字方塊 6">
            <a:extLst>
              <a:ext uri="{FF2B5EF4-FFF2-40B4-BE49-F238E27FC236}">
                <a16:creationId xmlns:a16="http://schemas.microsoft.com/office/drawing/2014/main" id="{D819C72E-083C-8499-C3CD-C1CF2F7E0B01}"/>
              </a:ext>
            </a:extLst>
          </p:cNvPr>
          <p:cNvSpPr txBox="1"/>
          <p:nvPr/>
        </p:nvSpPr>
        <p:spPr>
          <a:xfrm>
            <a:off x="8548624" y="8465977"/>
            <a:ext cx="6763390" cy="830997"/>
          </a:xfrm>
          <a:prstGeom prst="rect">
            <a:avLst/>
          </a:prstGeom>
          <a:noFill/>
        </p:spPr>
        <p:txBody>
          <a:bodyPr wrap="none" rtlCol="0">
            <a:spAutoFit/>
          </a:bodyPr>
          <a:lstStyle/>
          <a:p>
            <a:r>
              <a:rPr kumimoji="1" lang="ja-JP" altLang="en-US" sz="4800" b="1" dirty="0">
                <a:solidFill>
                  <a:srgbClr val="1C85C9"/>
                </a:solidFill>
              </a:rPr>
              <a:t>阪神大震災ほどではない</a:t>
            </a:r>
          </a:p>
        </p:txBody>
      </p:sp>
      <p:sp>
        <p:nvSpPr>
          <p:cNvPr id="8" name="文字方塊 6">
            <a:extLst>
              <a:ext uri="{FF2B5EF4-FFF2-40B4-BE49-F238E27FC236}">
                <a16:creationId xmlns:a16="http://schemas.microsoft.com/office/drawing/2014/main" id="{611FC5FF-73FB-F895-0127-84CFC9A40C15}"/>
              </a:ext>
            </a:extLst>
          </p:cNvPr>
          <p:cNvSpPr txBox="1"/>
          <p:nvPr/>
        </p:nvSpPr>
        <p:spPr>
          <a:xfrm>
            <a:off x="11749981" y="10136423"/>
            <a:ext cx="6401111" cy="830997"/>
          </a:xfrm>
          <a:prstGeom prst="rect">
            <a:avLst/>
          </a:prstGeom>
          <a:noFill/>
        </p:spPr>
        <p:txBody>
          <a:bodyPr wrap="none" rtlCol="0">
            <a:spAutoFit/>
          </a:bodyPr>
          <a:lstStyle/>
          <a:p>
            <a:r>
              <a:rPr kumimoji="1" lang="ja-JP" altLang="en-US" sz="4800" b="1" dirty="0">
                <a:solidFill>
                  <a:srgbClr val="1C85C9"/>
                </a:solidFill>
              </a:rPr>
              <a:t>温泉に行きたいものだ　</a:t>
            </a:r>
          </a:p>
        </p:txBody>
      </p:sp>
    </p:spTree>
    <p:extLst>
      <p:ext uri="{BB962C8B-B14F-4D97-AF65-F5344CB8AC3E}">
        <p14:creationId xmlns:p14="http://schemas.microsoft.com/office/powerpoint/2010/main" val="29462156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E2514-EE97-0466-C267-A86BF7F1323D}"/>
            </a:ext>
          </a:extLst>
        </p:cNvPr>
        <p:cNvGrpSpPr/>
        <p:nvPr/>
      </p:nvGrpSpPr>
      <p:grpSpPr>
        <a:xfrm>
          <a:off x="0" y="0"/>
          <a:ext cx="0" cy="0"/>
          <a:chOff x="0" y="0"/>
          <a:chExt cx="0" cy="0"/>
        </a:xfrm>
      </p:grpSpPr>
      <p:sp>
        <p:nvSpPr>
          <p:cNvPr id="29" name="標題 1">
            <a:extLst>
              <a:ext uri="{FF2B5EF4-FFF2-40B4-BE49-F238E27FC236}">
                <a16:creationId xmlns:a16="http://schemas.microsoft.com/office/drawing/2014/main" id="{45A33E10-0925-FAFA-4123-416160635203}"/>
              </a:ext>
            </a:extLst>
          </p:cNvPr>
          <p:cNvSpPr txBox="1">
            <a:spLocks noGrp="1" noRot="1" noMove="1" noResize="1" noEditPoints="1" noAdjustHandles="1" noChangeArrowheads="1" noChangeShapeType="1"/>
          </p:cNvSpPr>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讀解練習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3" name="文字方塊 2">
            <a:extLst>
              <a:ext uri="{FF2B5EF4-FFF2-40B4-BE49-F238E27FC236}">
                <a16:creationId xmlns:a16="http://schemas.microsoft.com/office/drawing/2014/main" id="{28F0A653-E125-10F4-6790-C8025C1EBB43}"/>
              </a:ext>
            </a:extLst>
          </p:cNvPr>
          <p:cNvSpPr txBox="1"/>
          <p:nvPr/>
        </p:nvSpPr>
        <p:spPr>
          <a:xfrm>
            <a:off x="1041143" y="2048947"/>
            <a:ext cx="22301713" cy="2677656"/>
          </a:xfrm>
          <a:prstGeom prst="rect">
            <a:avLst/>
          </a:prstGeom>
          <a:noFill/>
        </p:spPr>
        <p:txBody>
          <a:bodyPr wrap="square">
            <a:spAutoFit/>
          </a:bodyPr>
          <a:lstStyle/>
          <a:p>
            <a:pPr algn="just">
              <a:buNone/>
            </a:pPr>
            <a:r>
              <a:rPr lang="ja-JP" altLang="en-US" sz="4800" b="1" dirty="0"/>
              <a:t>問題１</a:t>
            </a:r>
          </a:p>
          <a:p>
            <a:pPr algn="just">
              <a:lnSpc>
                <a:spcPct val="150000"/>
              </a:lnSpc>
              <a:buNone/>
            </a:pPr>
            <a:r>
              <a:rPr lang="ja-JP" altLang="en-US" sz="4800" dirty="0"/>
              <a:t>筆者が日本語の勉強を始めたきっかけは何ですか。</a:t>
            </a:r>
          </a:p>
          <a:p>
            <a:pPr algn="just"/>
            <a:endParaRPr lang="en-US" altLang="ja-JP" sz="4800" b="1" dirty="0"/>
          </a:p>
        </p:txBody>
      </p:sp>
    </p:spTree>
    <p:extLst>
      <p:ext uri="{BB962C8B-B14F-4D97-AF65-F5344CB8AC3E}">
        <p14:creationId xmlns:p14="http://schemas.microsoft.com/office/powerpoint/2010/main" val="37523344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186629-D459-37DB-FF59-12980ED2CF52}"/>
            </a:ext>
          </a:extLst>
        </p:cNvPr>
        <p:cNvGrpSpPr/>
        <p:nvPr/>
      </p:nvGrpSpPr>
      <p:grpSpPr>
        <a:xfrm>
          <a:off x="0" y="0"/>
          <a:ext cx="0" cy="0"/>
          <a:chOff x="0" y="0"/>
          <a:chExt cx="0" cy="0"/>
        </a:xfrm>
      </p:grpSpPr>
      <p:sp>
        <p:nvSpPr>
          <p:cNvPr id="29" name="標題 1">
            <a:extLst>
              <a:ext uri="{FF2B5EF4-FFF2-40B4-BE49-F238E27FC236}">
                <a16:creationId xmlns:a16="http://schemas.microsoft.com/office/drawing/2014/main" id="{09D2EFBA-A6CD-CA14-0243-3CB99AB2B302}"/>
              </a:ext>
            </a:extLst>
          </p:cNvPr>
          <p:cNvSpPr txBox="1">
            <a:spLocks noGrp="1" noRot="1" noMove="1" noResize="1" noEditPoints="1" noAdjustHandles="1" noChangeArrowheads="1" noChangeShapeType="1"/>
          </p:cNvSpPr>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讀解練習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3" name="文字方塊 2">
            <a:extLst>
              <a:ext uri="{FF2B5EF4-FFF2-40B4-BE49-F238E27FC236}">
                <a16:creationId xmlns:a16="http://schemas.microsoft.com/office/drawing/2014/main" id="{CE42E57B-1BE0-21FA-52A0-358900141028}"/>
              </a:ext>
            </a:extLst>
          </p:cNvPr>
          <p:cNvSpPr txBox="1"/>
          <p:nvPr/>
        </p:nvSpPr>
        <p:spPr>
          <a:xfrm>
            <a:off x="1041143" y="2048947"/>
            <a:ext cx="22301713" cy="4524315"/>
          </a:xfrm>
          <a:prstGeom prst="rect">
            <a:avLst/>
          </a:prstGeom>
          <a:noFill/>
        </p:spPr>
        <p:txBody>
          <a:bodyPr wrap="square">
            <a:spAutoFit/>
          </a:bodyPr>
          <a:lstStyle/>
          <a:p>
            <a:pPr algn="just">
              <a:buNone/>
            </a:pPr>
            <a:r>
              <a:rPr lang="ja-JP" altLang="en-US" sz="4800" b="1" dirty="0"/>
              <a:t>問題１</a:t>
            </a:r>
          </a:p>
          <a:p>
            <a:pPr algn="just">
              <a:lnSpc>
                <a:spcPct val="150000"/>
              </a:lnSpc>
              <a:buNone/>
            </a:pPr>
            <a:r>
              <a:rPr lang="ja-JP" altLang="en-US" sz="4800" dirty="0"/>
              <a:t>筆者が日本語の勉強を始めたきっかけは何ですか。</a:t>
            </a:r>
          </a:p>
          <a:p>
            <a:pPr lvl="1" algn="just">
              <a:lnSpc>
                <a:spcPct val="150000"/>
              </a:lnSpc>
            </a:pPr>
            <a:r>
              <a:rPr lang="ja-JP" altLang="en-US" sz="4800" dirty="0">
                <a:solidFill>
                  <a:srgbClr val="1C85C9"/>
                </a:solidFill>
              </a:rPr>
              <a:t>正解：叔母が送ってくれた日本語の漫画を読みたかったから。</a:t>
            </a:r>
          </a:p>
          <a:p>
            <a:pPr algn="just"/>
            <a:endParaRPr lang="en-US" altLang="ja-JP" sz="4800" b="1" dirty="0"/>
          </a:p>
          <a:p>
            <a:pPr algn="just"/>
            <a:endParaRPr lang="en-US" altLang="ja-JP" sz="4800" b="1" dirty="0"/>
          </a:p>
        </p:txBody>
      </p:sp>
      <p:sp>
        <p:nvSpPr>
          <p:cNvPr id="2" name="文字方塊 1">
            <a:extLst>
              <a:ext uri="{FF2B5EF4-FFF2-40B4-BE49-F238E27FC236}">
                <a16:creationId xmlns:a16="http://schemas.microsoft.com/office/drawing/2014/main" id="{7387907C-4FF0-D60B-5B22-CC1EE6A1DD01}"/>
              </a:ext>
            </a:extLst>
          </p:cNvPr>
          <p:cNvSpPr txBox="1"/>
          <p:nvPr/>
        </p:nvSpPr>
        <p:spPr>
          <a:xfrm>
            <a:off x="1043652" y="10049322"/>
            <a:ext cx="22299204" cy="3289875"/>
          </a:xfrm>
          <a:prstGeom prst="rect">
            <a:avLst/>
          </a:prstGeom>
          <a:solidFill>
            <a:srgbClr val="F2F2F2"/>
          </a:solidFill>
        </p:spPr>
        <p:txBody>
          <a:bodyPr wrap="square">
            <a:spAutoFit/>
          </a:bodyPr>
          <a:lstStyle/>
          <a:p>
            <a:pPr>
              <a:lnSpc>
                <a:spcPct val="150000"/>
              </a:lnSpc>
            </a:pPr>
            <a:r>
              <a:rPr lang="en-US" altLang="ja-JP" sz="4800" dirty="0"/>
              <a:t>【</a:t>
            </a:r>
            <a:r>
              <a:rPr lang="ja-JP" altLang="en-US" sz="4800" dirty="0"/>
              <a:t>解析</a:t>
            </a:r>
            <a:r>
              <a:rPr lang="en-US" altLang="ja-JP" sz="4800" dirty="0"/>
              <a:t>】</a:t>
            </a:r>
            <a:br>
              <a:rPr lang="en-US" altLang="ja-JP" sz="4800" dirty="0"/>
            </a:br>
            <a:r>
              <a:rPr lang="ja-JP" altLang="en-US" sz="4800" dirty="0"/>
              <a:t>本文に「漫画を教科書にして日本語の勉強を始めたのだ。」とあり、「全部日本語だったのでわかるわけがなかった」が理由として書かれている。</a:t>
            </a:r>
          </a:p>
        </p:txBody>
      </p:sp>
    </p:spTree>
    <p:extLst>
      <p:ext uri="{BB962C8B-B14F-4D97-AF65-F5344CB8AC3E}">
        <p14:creationId xmlns:p14="http://schemas.microsoft.com/office/powerpoint/2010/main" val="41931722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F482E-7812-EAAF-8E06-502F877D3105}"/>
            </a:ext>
          </a:extLst>
        </p:cNvPr>
        <p:cNvGrpSpPr/>
        <p:nvPr/>
      </p:nvGrpSpPr>
      <p:grpSpPr>
        <a:xfrm>
          <a:off x="0" y="0"/>
          <a:ext cx="0" cy="0"/>
          <a:chOff x="0" y="0"/>
          <a:chExt cx="0" cy="0"/>
        </a:xfrm>
      </p:grpSpPr>
      <p:sp>
        <p:nvSpPr>
          <p:cNvPr id="29" name="標題 1">
            <a:extLst>
              <a:ext uri="{FF2B5EF4-FFF2-40B4-BE49-F238E27FC236}">
                <a16:creationId xmlns:a16="http://schemas.microsoft.com/office/drawing/2014/main" id="{F076D3C2-E036-1E0D-8390-8EEEFA171CCA}"/>
              </a:ext>
            </a:extLst>
          </p:cNvPr>
          <p:cNvSpPr txBox="1">
            <a:spLocks noGrp="1" noRot="1" noMove="1" noResize="1" noEditPoints="1" noAdjustHandles="1" noChangeArrowheads="1" noChangeShapeType="1"/>
          </p:cNvSpPr>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讀解練習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2" name="文字方塊 1">
            <a:extLst>
              <a:ext uri="{FF2B5EF4-FFF2-40B4-BE49-F238E27FC236}">
                <a16:creationId xmlns:a16="http://schemas.microsoft.com/office/drawing/2014/main" id="{B496C4D5-B9D6-E310-239F-160421EC28E2}"/>
              </a:ext>
            </a:extLst>
          </p:cNvPr>
          <p:cNvSpPr txBox="1"/>
          <p:nvPr/>
        </p:nvSpPr>
        <p:spPr>
          <a:xfrm>
            <a:off x="1041143" y="2048947"/>
            <a:ext cx="22301713" cy="3416320"/>
          </a:xfrm>
          <a:prstGeom prst="rect">
            <a:avLst/>
          </a:prstGeom>
          <a:noFill/>
        </p:spPr>
        <p:txBody>
          <a:bodyPr wrap="square">
            <a:spAutoFit/>
          </a:bodyPr>
          <a:lstStyle/>
          <a:p>
            <a:pPr algn="just">
              <a:buNone/>
            </a:pPr>
            <a:r>
              <a:rPr lang="ja-JP" altLang="en-US" sz="4800" b="1" dirty="0"/>
              <a:t>問題２</a:t>
            </a:r>
          </a:p>
          <a:p>
            <a:pPr algn="just">
              <a:lnSpc>
                <a:spcPct val="150000"/>
              </a:lnSpc>
              <a:buNone/>
            </a:pPr>
            <a:r>
              <a:rPr lang="ja-JP" altLang="en-US" sz="4800" dirty="0"/>
              <a:t>コウさん（筆者）が「来てよかった」と何度も言ったのはなぜですか。</a:t>
            </a:r>
          </a:p>
          <a:p>
            <a:pPr algn="just"/>
            <a:endParaRPr lang="en-US" altLang="ja-JP" sz="4800" b="1" dirty="0"/>
          </a:p>
          <a:p>
            <a:pPr algn="just"/>
            <a:endParaRPr lang="en-US" altLang="ja-JP" sz="4800" b="1" dirty="0"/>
          </a:p>
        </p:txBody>
      </p:sp>
    </p:spTree>
    <p:extLst>
      <p:ext uri="{BB962C8B-B14F-4D97-AF65-F5344CB8AC3E}">
        <p14:creationId xmlns:p14="http://schemas.microsoft.com/office/powerpoint/2010/main" val="11156660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9D37D0-1F5C-E2F5-5621-6869245E8074}"/>
            </a:ext>
          </a:extLst>
        </p:cNvPr>
        <p:cNvGrpSpPr/>
        <p:nvPr/>
      </p:nvGrpSpPr>
      <p:grpSpPr>
        <a:xfrm>
          <a:off x="0" y="0"/>
          <a:ext cx="0" cy="0"/>
          <a:chOff x="0" y="0"/>
          <a:chExt cx="0" cy="0"/>
        </a:xfrm>
      </p:grpSpPr>
      <p:sp>
        <p:nvSpPr>
          <p:cNvPr id="29" name="標題 1">
            <a:extLst>
              <a:ext uri="{FF2B5EF4-FFF2-40B4-BE49-F238E27FC236}">
                <a16:creationId xmlns:a16="http://schemas.microsoft.com/office/drawing/2014/main" id="{B8881DE8-02EF-A5E2-CC8D-D8965604619D}"/>
              </a:ext>
            </a:extLst>
          </p:cNvPr>
          <p:cNvSpPr txBox="1">
            <a:spLocks noGrp="1" noRot="1" noMove="1" noResize="1" noEditPoints="1" noAdjustHandles="1" noChangeArrowheads="1" noChangeShapeType="1"/>
          </p:cNvSpPr>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讀解練習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4" name="文字方塊 3">
            <a:extLst>
              <a:ext uri="{FF2B5EF4-FFF2-40B4-BE49-F238E27FC236}">
                <a16:creationId xmlns:a16="http://schemas.microsoft.com/office/drawing/2014/main" id="{7CF0AAA5-7B5F-5A35-EF73-2142F862E9C8}"/>
              </a:ext>
            </a:extLst>
          </p:cNvPr>
          <p:cNvSpPr txBox="1"/>
          <p:nvPr/>
        </p:nvSpPr>
        <p:spPr>
          <a:xfrm>
            <a:off x="1041143" y="2048947"/>
            <a:ext cx="22301713" cy="4524315"/>
          </a:xfrm>
          <a:prstGeom prst="rect">
            <a:avLst/>
          </a:prstGeom>
          <a:noFill/>
        </p:spPr>
        <p:txBody>
          <a:bodyPr wrap="square">
            <a:spAutoFit/>
          </a:bodyPr>
          <a:lstStyle/>
          <a:p>
            <a:pPr algn="just">
              <a:buNone/>
            </a:pPr>
            <a:r>
              <a:rPr lang="ja-JP" altLang="en-US" sz="4800" b="1" dirty="0"/>
              <a:t>問題２</a:t>
            </a:r>
          </a:p>
          <a:p>
            <a:pPr algn="just">
              <a:lnSpc>
                <a:spcPct val="150000"/>
              </a:lnSpc>
              <a:buNone/>
            </a:pPr>
            <a:r>
              <a:rPr lang="ja-JP" altLang="en-US" sz="4800" dirty="0"/>
              <a:t>コウさん（筆者）が「来てよかった」と何度も言ったのはなぜですか。</a:t>
            </a:r>
          </a:p>
          <a:p>
            <a:pPr lvl="1" algn="just">
              <a:lnSpc>
                <a:spcPct val="150000"/>
              </a:lnSpc>
            </a:pPr>
            <a:r>
              <a:rPr lang="ja-JP" altLang="en-US" sz="4800" dirty="0">
                <a:solidFill>
                  <a:srgbClr val="1C85C9"/>
                </a:solidFill>
              </a:rPr>
              <a:t>正解：憧れていた日本の風景や制服姿の女子高生を実際に見て感動したから。</a:t>
            </a:r>
          </a:p>
          <a:p>
            <a:pPr algn="just"/>
            <a:endParaRPr lang="en-US" altLang="ja-JP" sz="4800" b="1" dirty="0"/>
          </a:p>
          <a:p>
            <a:pPr algn="just"/>
            <a:endParaRPr lang="en-US" altLang="ja-JP" sz="4800" b="1" dirty="0"/>
          </a:p>
        </p:txBody>
      </p:sp>
      <p:sp>
        <p:nvSpPr>
          <p:cNvPr id="5" name="文字方塊 4">
            <a:extLst>
              <a:ext uri="{FF2B5EF4-FFF2-40B4-BE49-F238E27FC236}">
                <a16:creationId xmlns:a16="http://schemas.microsoft.com/office/drawing/2014/main" id="{840AB3AB-6369-0CED-A7A5-8957EC06D562}"/>
              </a:ext>
            </a:extLst>
          </p:cNvPr>
          <p:cNvSpPr txBox="1"/>
          <p:nvPr/>
        </p:nvSpPr>
        <p:spPr>
          <a:xfrm>
            <a:off x="1043652" y="10049322"/>
            <a:ext cx="22299204" cy="3289875"/>
          </a:xfrm>
          <a:prstGeom prst="rect">
            <a:avLst/>
          </a:prstGeom>
          <a:solidFill>
            <a:srgbClr val="F2F2F2"/>
          </a:solidFill>
        </p:spPr>
        <p:txBody>
          <a:bodyPr wrap="square">
            <a:spAutoFit/>
          </a:bodyPr>
          <a:lstStyle/>
          <a:p>
            <a:pPr>
              <a:lnSpc>
                <a:spcPct val="150000"/>
              </a:lnSpc>
            </a:pPr>
            <a:r>
              <a:rPr lang="en-US" altLang="ja-JP" sz="4800" dirty="0"/>
              <a:t>【</a:t>
            </a:r>
            <a:r>
              <a:rPr lang="ja-JP" altLang="en-US" sz="4800" dirty="0"/>
              <a:t>解析</a:t>
            </a:r>
            <a:r>
              <a:rPr lang="en-US" altLang="ja-JP" sz="4800" dirty="0"/>
              <a:t>】</a:t>
            </a:r>
            <a:br>
              <a:rPr lang="en-US" altLang="ja-JP" sz="4800" dirty="0"/>
            </a:br>
            <a:r>
              <a:rPr lang="ja-JP" altLang="en-US" sz="4800" dirty="0"/>
              <a:t> 「漫画の中の世界にいるようで驚いた」「制服姿の女子高生や神社やお寺が目の前にあった」などの描写が根拠。</a:t>
            </a:r>
          </a:p>
        </p:txBody>
      </p:sp>
    </p:spTree>
    <p:extLst>
      <p:ext uri="{BB962C8B-B14F-4D97-AF65-F5344CB8AC3E}">
        <p14:creationId xmlns:p14="http://schemas.microsoft.com/office/powerpoint/2010/main" val="38225706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A1BC2-4FF8-13B8-2B87-4C59F23029C5}"/>
            </a:ext>
          </a:extLst>
        </p:cNvPr>
        <p:cNvGrpSpPr/>
        <p:nvPr/>
      </p:nvGrpSpPr>
      <p:grpSpPr>
        <a:xfrm>
          <a:off x="0" y="0"/>
          <a:ext cx="0" cy="0"/>
          <a:chOff x="0" y="0"/>
          <a:chExt cx="0" cy="0"/>
        </a:xfrm>
      </p:grpSpPr>
      <p:sp>
        <p:nvSpPr>
          <p:cNvPr id="29" name="標題 1">
            <a:extLst>
              <a:ext uri="{FF2B5EF4-FFF2-40B4-BE49-F238E27FC236}">
                <a16:creationId xmlns:a16="http://schemas.microsoft.com/office/drawing/2014/main" id="{D0DC7B53-0103-E1A0-F1F3-15DFF822DA28}"/>
              </a:ext>
            </a:extLst>
          </p:cNvPr>
          <p:cNvSpPr txBox="1">
            <a:spLocks noGrp="1" noRot="1" noMove="1" noResize="1" noEditPoints="1" noAdjustHandles="1" noChangeArrowheads="1" noChangeShapeType="1"/>
          </p:cNvSpPr>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讀解練習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2" name="文字方塊 1">
            <a:extLst>
              <a:ext uri="{FF2B5EF4-FFF2-40B4-BE49-F238E27FC236}">
                <a16:creationId xmlns:a16="http://schemas.microsoft.com/office/drawing/2014/main" id="{811F5A94-0B0C-504F-DC25-BE08E6B5923F}"/>
              </a:ext>
            </a:extLst>
          </p:cNvPr>
          <p:cNvSpPr txBox="1"/>
          <p:nvPr/>
        </p:nvSpPr>
        <p:spPr>
          <a:xfrm>
            <a:off x="1041143" y="2048947"/>
            <a:ext cx="22301713" cy="8460521"/>
          </a:xfrm>
          <a:prstGeom prst="rect">
            <a:avLst/>
          </a:prstGeom>
          <a:noFill/>
        </p:spPr>
        <p:txBody>
          <a:bodyPr wrap="square">
            <a:spAutoFit/>
          </a:bodyPr>
          <a:lstStyle/>
          <a:p>
            <a:pPr algn="just">
              <a:buNone/>
            </a:pPr>
            <a:r>
              <a:rPr lang="ja-JP" altLang="en-US" sz="4800" b="1" dirty="0"/>
              <a:t>問題３</a:t>
            </a:r>
          </a:p>
          <a:p>
            <a:pPr algn="just">
              <a:lnSpc>
                <a:spcPct val="150000"/>
              </a:lnSpc>
              <a:buNone/>
            </a:pPr>
            <a:r>
              <a:rPr lang="en-US" altLang="ja-JP" sz="4800" dirty="0"/>
              <a:t>1</a:t>
            </a:r>
            <a:r>
              <a:rPr lang="ja-JP" altLang="en-US" sz="4800" dirty="0"/>
              <a:t>）あなたが子どものころに一番好きだった遊びや趣味は何ですか。</a:t>
            </a:r>
            <a:endParaRPr lang="en-US" altLang="ja-JP" sz="4800" dirty="0"/>
          </a:p>
          <a:p>
            <a:pPr algn="just">
              <a:lnSpc>
                <a:spcPct val="150000"/>
              </a:lnSpc>
              <a:buNone/>
            </a:pPr>
            <a:endParaRPr lang="en-US" altLang="ja-JP" sz="4800" dirty="0"/>
          </a:p>
          <a:p>
            <a:pPr algn="just">
              <a:lnSpc>
                <a:spcPct val="150000"/>
              </a:lnSpc>
              <a:buNone/>
            </a:pPr>
            <a:endParaRPr lang="en-US" altLang="ja-JP" sz="4800" dirty="0"/>
          </a:p>
          <a:p>
            <a:pPr algn="just">
              <a:lnSpc>
                <a:spcPct val="150000"/>
              </a:lnSpc>
              <a:buNone/>
            </a:pPr>
            <a:r>
              <a:rPr lang="en-US" altLang="ja-JP" sz="4800" dirty="0"/>
              <a:t>2</a:t>
            </a:r>
            <a:r>
              <a:rPr lang="ja-JP" altLang="en-US" sz="4800" dirty="0"/>
              <a:t>）あなたは外国語を勉強しようと思ったきっかけは何ですか。</a:t>
            </a:r>
            <a:endParaRPr lang="en-US" altLang="ja-JP" sz="4800" dirty="0"/>
          </a:p>
          <a:p>
            <a:pPr algn="just">
              <a:lnSpc>
                <a:spcPct val="150000"/>
              </a:lnSpc>
              <a:buNone/>
            </a:pPr>
            <a:endParaRPr lang="en-US" altLang="ja-JP" sz="4800" dirty="0"/>
          </a:p>
          <a:p>
            <a:pPr algn="just">
              <a:lnSpc>
                <a:spcPct val="150000"/>
              </a:lnSpc>
              <a:buNone/>
            </a:pPr>
            <a:endParaRPr lang="en-US" altLang="ja-JP" sz="4800" dirty="0"/>
          </a:p>
          <a:p>
            <a:pPr algn="just">
              <a:lnSpc>
                <a:spcPct val="150000"/>
              </a:lnSpc>
              <a:buNone/>
            </a:pPr>
            <a:r>
              <a:rPr lang="en-US" altLang="ja-JP" sz="4800" dirty="0"/>
              <a:t>3</a:t>
            </a:r>
            <a:r>
              <a:rPr lang="ja-JP" altLang="en-US" sz="4800" dirty="0"/>
              <a:t>）あなたにとって「ずっとそばにいてくれる人」とは、どんな人ですか。</a:t>
            </a:r>
            <a:endParaRPr lang="en-US" altLang="ja-JP" sz="4800" b="1" dirty="0"/>
          </a:p>
        </p:txBody>
      </p:sp>
    </p:spTree>
    <p:extLst>
      <p:ext uri="{BB962C8B-B14F-4D97-AF65-F5344CB8AC3E}">
        <p14:creationId xmlns:p14="http://schemas.microsoft.com/office/powerpoint/2010/main" val="25030623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46825A-87CD-8723-9D88-6121C41B6746}"/>
            </a:ext>
          </a:extLst>
        </p:cNvPr>
        <p:cNvGrpSpPr/>
        <p:nvPr/>
      </p:nvGrpSpPr>
      <p:grpSpPr>
        <a:xfrm>
          <a:off x="0" y="0"/>
          <a:ext cx="0" cy="0"/>
          <a:chOff x="0" y="0"/>
          <a:chExt cx="0" cy="0"/>
        </a:xfrm>
      </p:grpSpPr>
      <p:sp>
        <p:nvSpPr>
          <p:cNvPr id="29" name="標題 1">
            <a:extLst>
              <a:ext uri="{FF2B5EF4-FFF2-40B4-BE49-F238E27FC236}">
                <a16:creationId xmlns:a16="http://schemas.microsoft.com/office/drawing/2014/main" id="{8109935A-C66A-F098-FB5F-EE4B211D554E}"/>
              </a:ext>
            </a:extLst>
          </p:cNvPr>
          <p:cNvSpPr txBox="1">
            <a:spLocks noGrp="1" noRot="1" noMove="1" noResize="1" noEditPoints="1" noAdjustHandles="1" noChangeArrowheads="1" noChangeShapeType="1"/>
          </p:cNvSpPr>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2</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r>
              <a:rPr lang="zh-TW" altLang="en-US" sz="5000" b="1" dirty="0">
                <a:solidFill>
                  <a:srgbClr val="1C85C9"/>
                </a:solidFill>
                <a:latin typeface="BIZ UDPGothic" panose="020B0400000000000000" pitchFamily="34" charset="-128"/>
                <a:ea typeface="BIZ UDPGothic" panose="020B0400000000000000" pitchFamily="34" charset="-128"/>
                <a:sym typeface="Arial"/>
              </a:rPr>
              <a:t>讀解練習</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
        <p:nvSpPr>
          <p:cNvPr id="2" name="文字方塊 1">
            <a:extLst>
              <a:ext uri="{FF2B5EF4-FFF2-40B4-BE49-F238E27FC236}">
                <a16:creationId xmlns:a16="http://schemas.microsoft.com/office/drawing/2014/main" id="{834D9776-DCCF-D364-9F47-CB98165E664A}"/>
              </a:ext>
            </a:extLst>
          </p:cNvPr>
          <p:cNvSpPr txBox="1"/>
          <p:nvPr/>
        </p:nvSpPr>
        <p:spPr>
          <a:xfrm>
            <a:off x="1041143" y="2048947"/>
            <a:ext cx="22301713" cy="8460521"/>
          </a:xfrm>
          <a:prstGeom prst="rect">
            <a:avLst/>
          </a:prstGeom>
          <a:noFill/>
        </p:spPr>
        <p:txBody>
          <a:bodyPr wrap="square">
            <a:spAutoFit/>
          </a:bodyPr>
          <a:lstStyle/>
          <a:p>
            <a:pPr algn="just">
              <a:buNone/>
            </a:pPr>
            <a:r>
              <a:rPr lang="ja-JP" altLang="en-US" sz="4800" b="1" dirty="0"/>
              <a:t>問題３</a:t>
            </a:r>
          </a:p>
          <a:p>
            <a:pPr algn="just">
              <a:lnSpc>
                <a:spcPct val="150000"/>
              </a:lnSpc>
              <a:buNone/>
            </a:pPr>
            <a:r>
              <a:rPr lang="en-US" altLang="ja-JP" sz="4800" dirty="0"/>
              <a:t>1</a:t>
            </a:r>
            <a:r>
              <a:rPr lang="ja-JP" altLang="en-US" sz="4800" dirty="0"/>
              <a:t>）あなたが子どものころに一番好きだった遊びや趣味は何ですか。</a:t>
            </a:r>
            <a:endParaRPr lang="en-US" altLang="ja-JP" sz="4800" dirty="0"/>
          </a:p>
          <a:p>
            <a:pPr algn="just">
              <a:lnSpc>
                <a:spcPct val="150000"/>
              </a:lnSpc>
              <a:buNone/>
            </a:pPr>
            <a:endParaRPr lang="en-US" altLang="ja-JP" sz="4800" dirty="0"/>
          </a:p>
          <a:p>
            <a:pPr algn="just">
              <a:lnSpc>
                <a:spcPct val="150000"/>
              </a:lnSpc>
              <a:buNone/>
            </a:pPr>
            <a:endParaRPr lang="en-US" altLang="ja-JP" sz="4800" dirty="0"/>
          </a:p>
          <a:p>
            <a:pPr algn="just">
              <a:lnSpc>
                <a:spcPct val="150000"/>
              </a:lnSpc>
              <a:buNone/>
            </a:pPr>
            <a:r>
              <a:rPr lang="en-US" altLang="ja-JP" sz="4800" dirty="0"/>
              <a:t>2</a:t>
            </a:r>
            <a:r>
              <a:rPr lang="ja-JP" altLang="en-US" sz="4800" dirty="0"/>
              <a:t>）あなたは外国語を勉強しようと思ったきっかけは何ですか。</a:t>
            </a:r>
            <a:endParaRPr lang="en-US" altLang="ja-JP" sz="4800" dirty="0"/>
          </a:p>
          <a:p>
            <a:pPr algn="just">
              <a:lnSpc>
                <a:spcPct val="150000"/>
              </a:lnSpc>
              <a:buNone/>
            </a:pPr>
            <a:endParaRPr lang="en-US" altLang="ja-JP" sz="4800" dirty="0"/>
          </a:p>
          <a:p>
            <a:pPr algn="just">
              <a:lnSpc>
                <a:spcPct val="150000"/>
              </a:lnSpc>
              <a:buNone/>
            </a:pPr>
            <a:endParaRPr lang="en-US" altLang="ja-JP" sz="4800" dirty="0"/>
          </a:p>
          <a:p>
            <a:pPr algn="just">
              <a:lnSpc>
                <a:spcPct val="150000"/>
              </a:lnSpc>
              <a:buNone/>
            </a:pPr>
            <a:r>
              <a:rPr lang="en-US" altLang="ja-JP" sz="4800" dirty="0"/>
              <a:t>3</a:t>
            </a:r>
            <a:r>
              <a:rPr lang="ja-JP" altLang="en-US" sz="4800" dirty="0"/>
              <a:t>）あなたにとって「ずっとそばにいてくれる人」とは、どんな人ですか。</a:t>
            </a:r>
            <a:endParaRPr lang="en-US" altLang="ja-JP" sz="4800" b="1" dirty="0"/>
          </a:p>
        </p:txBody>
      </p:sp>
      <p:sp>
        <p:nvSpPr>
          <p:cNvPr id="3" name="文字方塊 1">
            <a:extLst>
              <a:ext uri="{FF2B5EF4-FFF2-40B4-BE49-F238E27FC236}">
                <a16:creationId xmlns:a16="http://schemas.microsoft.com/office/drawing/2014/main" id="{68EC8BBB-BE7E-F6C7-F587-C98E24B6C8F6}"/>
              </a:ext>
            </a:extLst>
          </p:cNvPr>
          <p:cNvSpPr txBox="1"/>
          <p:nvPr/>
        </p:nvSpPr>
        <p:spPr>
          <a:xfrm>
            <a:off x="1609343" y="4721156"/>
            <a:ext cx="16556135" cy="830997"/>
          </a:xfrm>
          <a:prstGeom prst="rect">
            <a:avLst/>
          </a:prstGeom>
          <a:noFill/>
        </p:spPr>
        <p:txBody>
          <a:bodyPr wrap="none" rtlCol="0">
            <a:spAutoFit/>
          </a:bodyPr>
          <a:lstStyle/>
          <a:p>
            <a:r>
              <a:rPr kumimoji="1" lang="ja-JP" altLang="en-US" sz="4800" b="1" dirty="0">
                <a:solidFill>
                  <a:srgbClr val="1C85C9"/>
                </a:solidFill>
              </a:rPr>
              <a:t>私はサッカーが好きで、放課後はいつも友達と遊んでいました。</a:t>
            </a:r>
          </a:p>
        </p:txBody>
      </p:sp>
      <p:sp>
        <p:nvSpPr>
          <p:cNvPr id="4" name="文字方塊 2">
            <a:extLst>
              <a:ext uri="{FF2B5EF4-FFF2-40B4-BE49-F238E27FC236}">
                <a16:creationId xmlns:a16="http://schemas.microsoft.com/office/drawing/2014/main" id="{7CF87703-38F2-28F7-8DE9-191D4B2BA6E3}"/>
              </a:ext>
            </a:extLst>
          </p:cNvPr>
          <p:cNvSpPr txBox="1"/>
          <p:nvPr/>
        </p:nvSpPr>
        <p:spPr>
          <a:xfrm>
            <a:off x="1609343" y="7973455"/>
            <a:ext cx="14945117" cy="830997"/>
          </a:xfrm>
          <a:prstGeom prst="rect">
            <a:avLst/>
          </a:prstGeom>
          <a:noFill/>
        </p:spPr>
        <p:txBody>
          <a:bodyPr wrap="none" rtlCol="0">
            <a:spAutoFit/>
          </a:bodyPr>
          <a:lstStyle/>
          <a:p>
            <a:r>
              <a:rPr kumimoji="1" lang="ja-JP" altLang="en-US" sz="4800" b="1" dirty="0">
                <a:solidFill>
                  <a:srgbClr val="1C85C9"/>
                </a:solidFill>
              </a:rPr>
              <a:t>好きな歌手の歌を理解したいと思ったのがきっかけです。</a:t>
            </a:r>
          </a:p>
        </p:txBody>
      </p:sp>
      <p:sp>
        <p:nvSpPr>
          <p:cNvPr id="5" name="文字方塊 3">
            <a:extLst>
              <a:ext uri="{FF2B5EF4-FFF2-40B4-BE49-F238E27FC236}">
                <a16:creationId xmlns:a16="http://schemas.microsoft.com/office/drawing/2014/main" id="{BB38D5D9-A785-40AB-FBE0-1D2B951E915B}"/>
              </a:ext>
            </a:extLst>
          </p:cNvPr>
          <p:cNvSpPr txBox="1"/>
          <p:nvPr/>
        </p:nvSpPr>
        <p:spPr>
          <a:xfrm>
            <a:off x="1609343" y="10946477"/>
            <a:ext cx="13758895" cy="830997"/>
          </a:xfrm>
          <a:prstGeom prst="rect">
            <a:avLst/>
          </a:prstGeom>
          <a:noFill/>
        </p:spPr>
        <p:txBody>
          <a:bodyPr wrap="none" rtlCol="0">
            <a:spAutoFit/>
          </a:bodyPr>
          <a:lstStyle/>
          <a:p>
            <a:r>
              <a:rPr kumimoji="1" lang="ja-JP" altLang="en-US" sz="4800" b="1" dirty="0">
                <a:solidFill>
                  <a:srgbClr val="1C85C9"/>
                </a:solidFill>
              </a:rPr>
              <a:t>家族や親友のように、安心できる存在だと思います。</a:t>
            </a:r>
          </a:p>
        </p:txBody>
      </p:sp>
    </p:spTree>
    <p:extLst>
      <p:ext uri="{BB962C8B-B14F-4D97-AF65-F5344CB8AC3E}">
        <p14:creationId xmlns:p14="http://schemas.microsoft.com/office/powerpoint/2010/main" val="28514421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F746B-A71A-5831-AE7E-4BDEAAF6FE8D}"/>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CBBDA580-651C-4AFA-39BC-9F7B54D9DFBA}"/>
              </a:ext>
            </a:extLst>
          </p:cNvPr>
          <p:cNvSpPr txBox="1"/>
          <p:nvPr/>
        </p:nvSpPr>
        <p:spPr>
          <a:xfrm>
            <a:off x="1041143" y="2911401"/>
            <a:ext cx="22301713" cy="7712561"/>
          </a:xfrm>
          <a:prstGeom prst="rect">
            <a:avLst/>
          </a:prstGeom>
          <a:noFill/>
        </p:spPr>
        <p:txBody>
          <a:bodyPr wrap="square">
            <a:spAutoFit/>
          </a:bodyPr>
          <a:lstStyle/>
          <a:p>
            <a:pPr marL="914400" indent="-914400">
              <a:lnSpc>
                <a:spcPct val="150000"/>
              </a:lnSpc>
              <a:buAutoNum type="arabicPeriod"/>
            </a:pPr>
            <a:r>
              <a:rPr lang="ja-JP" altLang="en-US" sz="4800" b="1" dirty="0">
                <a:latin typeface="Microsoft JhengHei Light" panose="020B0304030504040204" pitchFamily="34" charset="-120"/>
                <a:ea typeface="Microsoft JhengHei Light" panose="020B0304030504040204" pitchFamily="34" charset="-120"/>
              </a:rPr>
              <a:t>名牌包包不可能便宜。（～わけがない）</a:t>
            </a:r>
          </a:p>
          <a:p>
            <a:pPr marL="914400" indent="-914400">
              <a:lnSpc>
                <a:spcPct val="150000"/>
              </a:lnSpc>
              <a:buAutoNum type="arabicPeriod"/>
            </a:pPr>
            <a:endParaRPr lang="ja-JP" altLang="en-US" sz="4800" b="1" dirty="0">
              <a:latin typeface="Microsoft JhengHei Light" panose="020B0304030504040204" pitchFamily="34" charset="-120"/>
              <a:ea typeface="Microsoft JhengHei Light" panose="020B0304030504040204" pitchFamily="34" charset="-120"/>
            </a:endParaRPr>
          </a:p>
          <a:p>
            <a:pPr marL="914400" indent="-914400">
              <a:lnSpc>
                <a:spcPct val="150000"/>
              </a:lnSpc>
              <a:buAutoNum type="arabicPeriod"/>
            </a:pPr>
            <a:r>
              <a:rPr lang="ja-JP" altLang="en-US" sz="4800" b="1" dirty="0">
                <a:latin typeface="Microsoft JhengHei Light" panose="020B0304030504040204" pitchFamily="34" charset="-120"/>
                <a:ea typeface="Microsoft JhengHei Light" panose="020B0304030504040204" pitchFamily="34" charset="-120"/>
              </a:rPr>
              <a:t> 因為颱風，有招牌可能會掉下來。（～恐れがある）</a:t>
            </a:r>
          </a:p>
          <a:p>
            <a:pPr marL="914400" indent="-914400">
              <a:lnSpc>
                <a:spcPct val="150000"/>
              </a:lnSpc>
              <a:buAutoNum type="arabicPeriod"/>
            </a:pPr>
            <a:endParaRPr lang="ja-JP" altLang="en-US" sz="4800" b="1" dirty="0">
              <a:latin typeface="Microsoft JhengHei Light" panose="020B0304030504040204" pitchFamily="34" charset="-120"/>
              <a:ea typeface="Microsoft JhengHei Light" panose="020B0304030504040204" pitchFamily="34" charset="-120"/>
            </a:endParaRPr>
          </a:p>
          <a:p>
            <a:pPr marL="914400" indent="-914400">
              <a:lnSpc>
                <a:spcPct val="150000"/>
              </a:lnSpc>
              <a:buAutoNum type="arabicPeriod"/>
            </a:pPr>
            <a:r>
              <a:rPr lang="ja-JP" altLang="en-US" sz="4800" b="1" dirty="0">
                <a:latin typeface="Microsoft JhengHei Light" panose="020B0304030504040204" pitchFamily="34" charset="-120"/>
                <a:ea typeface="Microsoft JhengHei Light" panose="020B0304030504040204" pitchFamily="34" charset="-120"/>
              </a:rPr>
              <a:t>雖然很忙，但還沒有忙到連飯都沒空吃的程度。（～ほどではない）</a:t>
            </a:r>
          </a:p>
          <a:p>
            <a:pPr marL="914400" indent="-914400">
              <a:lnSpc>
                <a:spcPct val="150000"/>
              </a:lnSpc>
              <a:buAutoNum type="arabicPeriod"/>
            </a:pPr>
            <a:endParaRPr lang="ja-JP" altLang="en-US" sz="4800" b="1" dirty="0">
              <a:latin typeface="Microsoft JhengHei Light" panose="020B0304030504040204" pitchFamily="34" charset="-120"/>
              <a:ea typeface="Microsoft JhengHei Light" panose="020B0304030504040204" pitchFamily="34" charset="-120"/>
            </a:endParaRPr>
          </a:p>
          <a:p>
            <a:pPr marL="914400" indent="-914400">
              <a:lnSpc>
                <a:spcPct val="150000"/>
              </a:lnSpc>
              <a:buAutoNum type="arabicPeriod"/>
            </a:pPr>
            <a:r>
              <a:rPr lang="ja-JP" altLang="en-US" sz="4800" b="1" dirty="0">
                <a:latin typeface="Microsoft JhengHei Light" panose="020B0304030504040204" pitchFamily="34" charset="-120"/>
                <a:ea typeface="Microsoft JhengHei Light" panose="020B0304030504040204" pitchFamily="34" charset="-120"/>
              </a:rPr>
              <a:t>小時候常常在這座公園玩。（～ものだ）</a:t>
            </a:r>
          </a:p>
        </p:txBody>
      </p:sp>
      <p:sp>
        <p:nvSpPr>
          <p:cNvPr id="2" name="標題 1">
            <a:extLst>
              <a:ext uri="{FF2B5EF4-FFF2-40B4-BE49-F238E27FC236}">
                <a16:creationId xmlns:a16="http://schemas.microsoft.com/office/drawing/2014/main" id="{5EF006DD-708A-A917-58CA-597F9BD1007A}"/>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3</a:t>
            </a:r>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zh-TW" altLang="en-US" sz="5000" b="1" dirty="0">
                <a:solidFill>
                  <a:srgbClr val="1C85C9"/>
                </a:solidFill>
                <a:latin typeface="BIZ UDPGothic" panose="020B0400000000000000" pitchFamily="34" charset="-128"/>
                <a:ea typeface="BIZ UDPGothic" panose="020B0400000000000000" pitchFamily="34" charset="-128"/>
                <a:sym typeface="Arial"/>
              </a:rPr>
              <a:t> 翻譯練習</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Tree>
    <p:extLst>
      <p:ext uri="{BB962C8B-B14F-4D97-AF65-F5344CB8AC3E}">
        <p14:creationId xmlns:p14="http://schemas.microsoft.com/office/powerpoint/2010/main" val="3450174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C9886-A626-60D2-71B1-29A110E7CAD0}"/>
            </a:ext>
          </a:extLst>
        </p:cNvPr>
        <p:cNvGrpSpPr/>
        <p:nvPr/>
      </p:nvGrpSpPr>
      <p:grpSpPr>
        <a:xfrm>
          <a:off x="0" y="0"/>
          <a:ext cx="0" cy="0"/>
          <a:chOff x="0" y="0"/>
          <a:chExt cx="0" cy="0"/>
        </a:xfrm>
      </p:grpSpPr>
      <p:sp>
        <p:nvSpPr>
          <p:cNvPr id="9" name="文字方塊 8">
            <a:extLst>
              <a:ext uri="{FF2B5EF4-FFF2-40B4-BE49-F238E27FC236}">
                <a16:creationId xmlns:a16="http://schemas.microsoft.com/office/drawing/2014/main" id="{0CAF9C41-14FE-17B0-CE76-741338CCF4CA}"/>
              </a:ext>
            </a:extLst>
          </p:cNvPr>
          <p:cNvSpPr txBox="1"/>
          <p:nvPr/>
        </p:nvSpPr>
        <p:spPr>
          <a:xfrm>
            <a:off x="1041143" y="2911401"/>
            <a:ext cx="22301713" cy="8820556"/>
          </a:xfrm>
          <a:prstGeom prst="rect">
            <a:avLst/>
          </a:prstGeom>
          <a:noFill/>
        </p:spPr>
        <p:txBody>
          <a:bodyPr wrap="square">
            <a:spAutoFit/>
          </a:bodyPr>
          <a:lstStyle/>
          <a:p>
            <a:pPr marL="914400" indent="-914400">
              <a:lnSpc>
                <a:spcPct val="150000"/>
              </a:lnSpc>
              <a:buAutoNum type="arabicPeriod"/>
            </a:pPr>
            <a:r>
              <a:rPr lang="ja-JP" altLang="en-US" sz="4800" b="1" dirty="0">
                <a:latin typeface="Microsoft JhengHei Light" panose="020B0304030504040204" pitchFamily="34" charset="-120"/>
                <a:ea typeface="Microsoft JhengHei Light" panose="020B0304030504040204" pitchFamily="34" charset="-120"/>
              </a:rPr>
              <a:t>名牌包包不可能便宜。（～わけがない）</a:t>
            </a:r>
            <a:endParaRPr lang="en-US" altLang="ja-JP" sz="4800" b="1" dirty="0">
              <a:latin typeface="Microsoft JhengHei Light" panose="020B0304030504040204" pitchFamily="34" charset="-120"/>
              <a:ea typeface="Microsoft JhengHei Light" panose="020B0304030504040204" pitchFamily="34" charset="-120"/>
            </a:endParaRPr>
          </a:p>
          <a:p>
            <a:pPr>
              <a:lnSpc>
                <a:spcPct val="150000"/>
              </a:lnSpc>
            </a:pPr>
            <a:r>
              <a:rPr lang="en-US" altLang="ja-JP" sz="4800" b="1" dirty="0">
                <a:solidFill>
                  <a:srgbClr val="1C85C9"/>
                </a:solidFill>
                <a:latin typeface="Microsoft JhengHei Light" panose="020B0304030504040204" pitchFamily="34" charset="-120"/>
                <a:ea typeface="Microsoft JhengHei Light" panose="020B0304030504040204" pitchFamily="34" charset="-120"/>
              </a:rPr>
              <a:t>	</a:t>
            </a:r>
            <a:r>
              <a:rPr lang="ja-JP" altLang="en-US" sz="4800" b="1" dirty="0">
                <a:solidFill>
                  <a:srgbClr val="1C85C9"/>
                </a:solidFill>
                <a:latin typeface="BIZ UDGothic" panose="020B0400000000000000" pitchFamily="33" charset="-128"/>
                <a:ea typeface="BIZ UDGothic" panose="020B0400000000000000" pitchFamily="33" charset="-128"/>
              </a:rPr>
              <a:t>ブランドのバッグが安いわけがない。</a:t>
            </a:r>
          </a:p>
          <a:p>
            <a:pPr marL="914400" indent="-914400">
              <a:lnSpc>
                <a:spcPct val="150000"/>
              </a:lnSpc>
              <a:buAutoNum type="arabicPeriod" startAt="2"/>
            </a:pPr>
            <a:r>
              <a:rPr lang="ja-JP" altLang="en-US" sz="4800" b="1" dirty="0">
                <a:latin typeface="Microsoft JhengHei Light" panose="020B0304030504040204" pitchFamily="34" charset="-120"/>
                <a:ea typeface="Microsoft JhengHei Light" panose="020B0304030504040204" pitchFamily="34" charset="-120"/>
              </a:rPr>
              <a:t>因為颱風，有招牌可能會掉下來。（～恐れがある）</a:t>
            </a:r>
            <a:endParaRPr lang="en-US" altLang="ja-JP" sz="4800" b="1" dirty="0">
              <a:latin typeface="Microsoft JhengHei Light" panose="020B0304030504040204" pitchFamily="34" charset="-120"/>
              <a:ea typeface="Microsoft JhengHei Light" panose="020B0304030504040204" pitchFamily="34" charset="-120"/>
            </a:endParaRPr>
          </a:p>
          <a:p>
            <a:pPr>
              <a:lnSpc>
                <a:spcPct val="150000"/>
              </a:lnSpc>
            </a:pPr>
            <a:r>
              <a:rPr lang="en-US" altLang="ja-JP" sz="4800" b="1" dirty="0">
                <a:solidFill>
                  <a:srgbClr val="1C85C9"/>
                </a:solidFill>
                <a:latin typeface="BIZ UDGothic" panose="020B0400000000000000" pitchFamily="33" charset="-128"/>
                <a:ea typeface="BIZ UDGothic" panose="020B0400000000000000" pitchFamily="33" charset="-128"/>
              </a:rPr>
              <a:t>	</a:t>
            </a:r>
            <a:r>
              <a:rPr lang="ja-JP" altLang="en-US" sz="4800" b="1" dirty="0">
                <a:solidFill>
                  <a:srgbClr val="1C85C9"/>
                </a:solidFill>
                <a:latin typeface="BIZ UDGothic" panose="020B0400000000000000" pitchFamily="33" charset="-128"/>
                <a:ea typeface="BIZ UDGothic" panose="020B0400000000000000" pitchFamily="33" charset="-128"/>
              </a:rPr>
              <a:t>台風の影響で、看板が落ちる恐れがあります。</a:t>
            </a:r>
          </a:p>
          <a:p>
            <a:pPr marL="914400" indent="-914400">
              <a:lnSpc>
                <a:spcPct val="150000"/>
              </a:lnSpc>
              <a:buAutoNum type="arabicPeriod" startAt="3"/>
            </a:pPr>
            <a:r>
              <a:rPr lang="ja-JP" altLang="en-US" sz="4800" b="1" dirty="0">
                <a:latin typeface="Microsoft JhengHei Light" panose="020B0304030504040204" pitchFamily="34" charset="-120"/>
                <a:ea typeface="Microsoft JhengHei Light" panose="020B0304030504040204" pitchFamily="34" charset="-120"/>
              </a:rPr>
              <a:t>雖然很忙，但還沒有忙到連飯都沒空吃的程度。（～ほどではない）</a:t>
            </a:r>
            <a:endParaRPr lang="en-US" altLang="ja-JP" sz="4800" b="1" dirty="0">
              <a:latin typeface="Microsoft JhengHei Light" panose="020B0304030504040204" pitchFamily="34" charset="-120"/>
              <a:ea typeface="Microsoft JhengHei Light" panose="020B0304030504040204" pitchFamily="34" charset="-120"/>
            </a:endParaRPr>
          </a:p>
          <a:p>
            <a:pPr>
              <a:lnSpc>
                <a:spcPct val="150000"/>
              </a:lnSpc>
            </a:pPr>
            <a:r>
              <a:rPr lang="en-US" altLang="ja-JP" sz="4800" b="1" dirty="0">
                <a:solidFill>
                  <a:srgbClr val="1C85C9"/>
                </a:solidFill>
                <a:latin typeface="Microsoft JhengHei Light" panose="020B0304030504040204" pitchFamily="34" charset="-120"/>
                <a:ea typeface="Microsoft JhengHei Light" panose="020B0304030504040204" pitchFamily="34" charset="-120"/>
              </a:rPr>
              <a:t>	</a:t>
            </a:r>
            <a:r>
              <a:rPr lang="ja-JP" altLang="en-US" sz="4800" b="1" dirty="0">
                <a:solidFill>
                  <a:srgbClr val="1C85C9"/>
                </a:solidFill>
                <a:latin typeface="BIZ UDGothic" panose="020B0400000000000000" pitchFamily="33" charset="-128"/>
                <a:ea typeface="BIZ UDGothic" panose="020B0400000000000000" pitchFamily="33" charset="-128"/>
              </a:rPr>
              <a:t>忙しいけれど、ご飯を食べる時間もないほどではありません。</a:t>
            </a:r>
          </a:p>
          <a:p>
            <a:pPr marL="914400" indent="-914400">
              <a:lnSpc>
                <a:spcPct val="150000"/>
              </a:lnSpc>
              <a:buAutoNum type="arabicPeriod" startAt="4"/>
            </a:pPr>
            <a:r>
              <a:rPr lang="ja-JP" altLang="en-US" sz="4800" b="1" dirty="0">
                <a:latin typeface="Microsoft JhengHei Light" panose="020B0304030504040204" pitchFamily="34" charset="-120"/>
                <a:ea typeface="Microsoft JhengHei Light" panose="020B0304030504040204" pitchFamily="34" charset="-120"/>
              </a:rPr>
              <a:t> 小時候常常在這座公園玩</a:t>
            </a:r>
            <a:r>
              <a:rPr lang="ja-JP" altLang="en-US" sz="4800" b="1">
                <a:latin typeface="Microsoft JhengHei Light" panose="020B0304030504040204" pitchFamily="34" charset="-120"/>
                <a:ea typeface="Microsoft JhengHei Light" panose="020B0304030504040204" pitchFamily="34" charset="-120"/>
              </a:rPr>
              <a:t>。（～</a:t>
            </a:r>
            <a:r>
              <a:rPr lang="ja-JP" altLang="en-US" sz="4800" b="1" dirty="0">
                <a:latin typeface="Microsoft JhengHei Light" panose="020B0304030504040204" pitchFamily="34" charset="-120"/>
                <a:ea typeface="Microsoft JhengHei Light" panose="020B0304030504040204" pitchFamily="34" charset="-120"/>
              </a:rPr>
              <a:t>ものだ）</a:t>
            </a:r>
            <a:endParaRPr lang="en-US" altLang="ja-JP" sz="4800" b="1" dirty="0">
              <a:latin typeface="Microsoft JhengHei Light" panose="020B0304030504040204" pitchFamily="34" charset="-120"/>
              <a:ea typeface="Microsoft JhengHei Light" panose="020B0304030504040204" pitchFamily="34" charset="-120"/>
            </a:endParaRPr>
          </a:p>
          <a:p>
            <a:pPr>
              <a:lnSpc>
                <a:spcPct val="150000"/>
              </a:lnSpc>
            </a:pPr>
            <a:r>
              <a:rPr lang="en-US" altLang="ja-JP" sz="4800" b="1" dirty="0">
                <a:solidFill>
                  <a:srgbClr val="1C85C9"/>
                </a:solidFill>
                <a:latin typeface="BIZ UDGothic" panose="020B0400000000000000" pitchFamily="33" charset="-128"/>
                <a:ea typeface="BIZ UDGothic" panose="020B0400000000000000" pitchFamily="33" charset="-128"/>
              </a:rPr>
              <a:t>	</a:t>
            </a:r>
            <a:r>
              <a:rPr lang="ja-JP" altLang="en-US" sz="4800" b="1" dirty="0">
                <a:solidFill>
                  <a:srgbClr val="1C85C9"/>
                </a:solidFill>
                <a:latin typeface="BIZ UDGothic" panose="020B0400000000000000" pitchFamily="33" charset="-128"/>
                <a:ea typeface="BIZ UDGothic" panose="020B0400000000000000" pitchFamily="33" charset="-128"/>
              </a:rPr>
              <a:t>子どものころは、この公園でよく遊んだものだ。</a:t>
            </a:r>
          </a:p>
        </p:txBody>
      </p:sp>
      <p:sp>
        <p:nvSpPr>
          <p:cNvPr id="2" name="標題 1">
            <a:extLst>
              <a:ext uri="{FF2B5EF4-FFF2-40B4-BE49-F238E27FC236}">
                <a16:creationId xmlns:a16="http://schemas.microsoft.com/office/drawing/2014/main" id="{903D1CF9-DD25-80A8-9AAB-6951F4DE9ADC}"/>
              </a:ext>
            </a:extLst>
          </p:cNvPr>
          <p:cNvSpPr txBox="1"/>
          <p:nvPr/>
        </p:nvSpPr>
        <p:spPr>
          <a:xfrm>
            <a:off x="6893533" y="404783"/>
            <a:ext cx="19983450" cy="1148734"/>
          </a:xfrm>
          <a:prstGeom prst="rect">
            <a:avLst/>
          </a:prstGeom>
        </p:spPr>
        <p:txBody>
          <a:bodyPr vert="horz" lIns="91440" tIns="45720" rIns="91440" bIns="45720" rtlCol="0" anchor="ctr">
            <a:noAutofit/>
          </a:bodyPr>
          <a:lstStyle>
            <a:lvl1pPr algn="l" defTabSz="1828800" rtl="0" eaLnBrk="1" latinLnBrk="0" hangingPunct="1">
              <a:lnSpc>
                <a:spcPct val="90000"/>
              </a:lnSpc>
              <a:spcBef>
                <a:spcPct val="0"/>
              </a:spcBef>
              <a:buNone/>
              <a:defRPr lang="en-US" sz="6000" b="0" i="0" u="none" strike="noStrike" kern="1200" cap="none" dirty="0">
                <a:solidFill>
                  <a:srgbClr val="E46D4B"/>
                </a:solidFill>
                <a:latin typeface="Gen Jyuu GothicL Bold" panose="020B0602020203020207" pitchFamily="34" charset="-120"/>
                <a:ea typeface="Gen Jyuu GothicL Bold" panose="020B0602020203020207" pitchFamily="34" charset="-120"/>
                <a:cs typeface="Gen Jyuu GothicL Bold" panose="020B0602020203020207" pitchFamily="34" charset="-120"/>
              </a:defRPr>
            </a:lvl1pPr>
          </a:lstStyle>
          <a:p>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en-US" altLang="ja-JP" sz="5000" b="1" dirty="0">
                <a:solidFill>
                  <a:srgbClr val="1C85C9"/>
                </a:solidFill>
                <a:latin typeface="BIZ UDPGothic" panose="020B0400000000000000" pitchFamily="34" charset="-128"/>
                <a:ea typeface="BIZ UDPGothic" panose="020B0400000000000000" pitchFamily="34" charset="-128"/>
                <a:sym typeface="Arial"/>
              </a:rPr>
              <a:t>3</a:t>
            </a:r>
            <a:r>
              <a:rPr lang="ja-JP" altLang="en-US" sz="5000" b="1" dirty="0">
                <a:solidFill>
                  <a:srgbClr val="1C85C9"/>
                </a:solidFill>
                <a:latin typeface="BIZ UDPGothic" panose="020B0400000000000000" pitchFamily="34" charset="-128"/>
                <a:ea typeface="BIZ UDPGothic" panose="020B0400000000000000" pitchFamily="34" charset="-128"/>
                <a:sym typeface="Arial"/>
              </a:rPr>
              <a:t>）</a:t>
            </a:r>
            <a:r>
              <a:rPr lang="zh-TW" altLang="en-US" sz="5000" b="1" dirty="0">
                <a:solidFill>
                  <a:srgbClr val="1C85C9"/>
                </a:solidFill>
                <a:latin typeface="BIZ UDPGothic" panose="020B0400000000000000" pitchFamily="34" charset="-128"/>
                <a:ea typeface="BIZ UDPGothic" panose="020B0400000000000000" pitchFamily="34" charset="-128"/>
                <a:sym typeface="Arial"/>
              </a:rPr>
              <a:t> 翻譯練習</a:t>
            </a:r>
            <a:r>
              <a:rPr lang="ja-JP" altLang="en-US" sz="5000" b="1" dirty="0">
                <a:solidFill>
                  <a:srgbClr val="1C85C9"/>
                </a:solidFill>
                <a:latin typeface="BIZ UDPGothic" panose="020B0400000000000000" pitchFamily="34" charset="-128"/>
                <a:ea typeface="BIZ UDPGothic" panose="020B0400000000000000" pitchFamily="34" charset="-128"/>
                <a:sym typeface="Arial"/>
              </a:rPr>
              <a:t>　</a:t>
            </a:r>
            <a:endParaRPr lang="ja-JP" altLang="en-US" sz="5000" b="1" dirty="0">
              <a:solidFill>
                <a:srgbClr val="1C85C9"/>
              </a:solidFill>
              <a:latin typeface="BIZ UDPGothic" panose="020B0400000000000000" pitchFamily="34" charset="-128"/>
              <a:ea typeface="BIZ UDPGothic" panose="020B0400000000000000" pitchFamily="34" charset="-128"/>
              <a:cs typeface="Gen Jyuu GothicL Bold" panose="02020500000000000000" charset="-120"/>
            </a:endParaRPr>
          </a:p>
        </p:txBody>
      </p:sp>
    </p:spTree>
    <p:extLst>
      <p:ext uri="{BB962C8B-B14F-4D97-AF65-F5344CB8AC3E}">
        <p14:creationId xmlns:p14="http://schemas.microsoft.com/office/powerpoint/2010/main" val="33836980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19"/>
          <p:cNvSpPr/>
          <p:nvPr/>
        </p:nvSpPr>
        <p:spPr>
          <a:xfrm>
            <a:off x="-1800" y="0"/>
            <a:ext cx="24387600" cy="13716000"/>
          </a:xfrm>
          <a:prstGeom prst="rect">
            <a:avLst/>
          </a:prstGeom>
          <a:solidFill>
            <a:schemeClr val="accent1">
              <a:lumMod val="60000"/>
              <a:lumOff val="40000"/>
            </a:schemeClr>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3600"/>
              <a:buFont typeface="SimSun"/>
              <a:buNone/>
            </a:pPr>
            <a:endParaRPr sz="3600" b="0" i="0" u="none" strike="noStrike" cap="none" dirty="0">
              <a:solidFill>
                <a:srgbClr val="FFFFFF"/>
              </a:solidFill>
              <a:latin typeface="SimSun"/>
              <a:ea typeface="SimSun"/>
              <a:cs typeface="SimSun"/>
              <a:sym typeface="SimSun"/>
            </a:endParaRPr>
          </a:p>
        </p:txBody>
      </p:sp>
      <p:sp>
        <p:nvSpPr>
          <p:cNvPr id="304" name="Google Shape;304;p19"/>
          <p:cNvSpPr txBox="1">
            <a:spLocks noGrp="1"/>
          </p:cNvSpPr>
          <p:nvPr>
            <p:ph type="ctrTitle" idx="4294967295"/>
          </p:nvPr>
        </p:nvSpPr>
        <p:spPr>
          <a:xfrm>
            <a:off x="3048000" y="6874950"/>
            <a:ext cx="18288000" cy="3877201"/>
          </a:xfrm>
          <a:prstGeom prst="rect">
            <a:avLst/>
          </a:prstGeom>
          <a:noFill/>
          <a:ln>
            <a:noFill/>
          </a:ln>
        </p:spPr>
        <p:txBody>
          <a:bodyPr spcFirstLastPara="1" wrap="square" lIns="91350" tIns="91350" rIns="91350" bIns="91350" anchor="ctr" anchorCtr="0">
            <a:normAutofit/>
          </a:bodyPr>
          <a:lstStyle/>
          <a:p>
            <a:pPr marL="0" marR="0" lvl="0" indent="0" algn="ctr" rtl="0">
              <a:lnSpc>
                <a:spcPct val="100000"/>
              </a:lnSpc>
              <a:spcBef>
                <a:spcPts val="0"/>
              </a:spcBef>
              <a:spcAft>
                <a:spcPts val="0"/>
              </a:spcAft>
              <a:buClr>
                <a:srgbClr val="FFFFFF"/>
              </a:buClr>
              <a:buSzPts val="8800"/>
              <a:buFont typeface="Microsoft JhengHei"/>
              <a:buNone/>
            </a:pPr>
            <a:r>
              <a:rPr lang="en-US" sz="8800" err="1">
                <a:solidFill>
                  <a:schemeClr val="bg1"/>
                </a:solidFill>
                <a:effectLst>
                  <a:outerShdw blurRad="38100" dist="38100" dir="2700000" algn="tl">
                    <a:srgbClr val="000000">
                      <a:alpha val="43137"/>
                    </a:srgbClr>
                  </a:outerShdw>
                </a:effectLst>
                <a:latin typeface="Gen Jyuu GothicL Bold" panose="020B0602020203020207" pitchFamily="34" charset="-120"/>
                <a:ea typeface="Gen Jyuu GothicL Bold" panose="020B0602020203020207" pitchFamily="34" charset="-120"/>
                <a:cs typeface="Gen Jyuu GothicL Bold" panose="020B0602020203020207" pitchFamily="34" charset="-120"/>
                <a:sym typeface="Microsoft JhengHei"/>
              </a:rPr>
              <a:t>また次回の授業でお会いしましょう</a:t>
            </a:r>
            <a:endParaRPr>
              <a:solidFill>
                <a:schemeClr val="bg1"/>
              </a:solidFill>
              <a:effectLst>
                <a:outerShdw blurRad="38100" dist="38100" dir="2700000" algn="tl">
                  <a:srgbClr val="000000">
                    <a:alpha val="43137"/>
                  </a:srgbClr>
                </a:outerShdw>
              </a:effectLst>
              <a:latin typeface="Gen Jyuu GothicL Bold" panose="020B0602020203020207" pitchFamily="34" charset="-120"/>
              <a:ea typeface="Gen Jyuu GothicL Bold" panose="020B0602020203020207" pitchFamily="34" charset="-120"/>
              <a:cs typeface="Gen Jyuu GothicL Bold" panose="020B0602020203020207" pitchFamily="34" charset="-120"/>
            </a:endParaRPr>
          </a:p>
        </p:txBody>
      </p:sp>
      <p:grpSp>
        <p:nvGrpSpPr>
          <p:cNvPr id="305" name="Google Shape;305;p19"/>
          <p:cNvGrpSpPr/>
          <p:nvPr/>
        </p:nvGrpSpPr>
        <p:grpSpPr>
          <a:xfrm>
            <a:off x="10521949" y="2253139"/>
            <a:ext cx="3340119" cy="4440061"/>
            <a:chOff x="-1" y="-2"/>
            <a:chExt cx="3340118" cy="4440059"/>
          </a:xfrm>
        </p:grpSpPr>
        <p:cxnSp>
          <p:nvCxnSpPr>
            <p:cNvPr id="306" name="Google Shape;306;p19"/>
            <p:cNvCxnSpPr/>
            <p:nvPr/>
          </p:nvCxnSpPr>
          <p:spPr>
            <a:xfrm rot="10800000">
              <a:off x="319467" y="1446531"/>
              <a:ext cx="1179133" cy="1"/>
            </a:xfrm>
            <a:prstGeom prst="straightConnector1">
              <a:avLst/>
            </a:prstGeom>
            <a:noFill/>
            <a:ln w="25400" cap="flat" cmpd="sng">
              <a:solidFill>
                <a:srgbClr val="FFFFFF"/>
              </a:solidFill>
              <a:prstDash val="dash"/>
              <a:bevel/>
              <a:headEnd type="none" w="sm" len="sm"/>
              <a:tailEnd type="oval" w="med" len="med"/>
            </a:ln>
          </p:spPr>
        </p:cxnSp>
        <p:grpSp>
          <p:nvGrpSpPr>
            <p:cNvPr id="307" name="Google Shape;307;p19"/>
            <p:cNvGrpSpPr/>
            <p:nvPr/>
          </p:nvGrpSpPr>
          <p:grpSpPr>
            <a:xfrm>
              <a:off x="-1" y="-2"/>
              <a:ext cx="3340118" cy="2879716"/>
              <a:chOff x="-1" y="-1"/>
              <a:chExt cx="3340117" cy="2879714"/>
            </a:xfrm>
          </p:grpSpPr>
          <p:sp>
            <p:nvSpPr>
              <p:cNvPr id="308" name="Google Shape;308;p19"/>
              <p:cNvSpPr/>
              <p:nvPr/>
            </p:nvSpPr>
            <p:spPr>
              <a:xfrm>
                <a:off x="-1" y="-1"/>
                <a:ext cx="3340117" cy="2879714"/>
              </a:xfrm>
              <a:custGeom>
                <a:avLst/>
                <a:gdLst/>
                <a:ahLst/>
                <a:cxnLst/>
                <a:rect l="l" t="t" r="r" b="b"/>
                <a:pathLst>
                  <a:path w="21600" h="21600" extrusionOk="0">
                    <a:moveTo>
                      <a:pt x="0" y="10800"/>
                    </a:moveTo>
                    <a:lnTo>
                      <a:pt x="4656" y="0"/>
                    </a:lnTo>
                    <a:lnTo>
                      <a:pt x="16944" y="0"/>
                    </a:lnTo>
                    <a:lnTo>
                      <a:pt x="21600" y="10800"/>
                    </a:lnTo>
                    <a:lnTo>
                      <a:pt x="16944" y="21600"/>
                    </a:lnTo>
                    <a:lnTo>
                      <a:pt x="4656" y="21600"/>
                    </a:lnTo>
                    <a:close/>
                  </a:path>
                </a:pathLst>
              </a:custGeom>
              <a:solidFill>
                <a:srgbClr val="FFFFF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3600"/>
                  <a:buFont typeface="SimSun"/>
                  <a:buNone/>
                </a:pPr>
                <a:endParaRPr sz="3600" b="0" i="0" u="none" strike="noStrike" cap="none">
                  <a:solidFill>
                    <a:srgbClr val="FFFFFF"/>
                  </a:solidFill>
                  <a:latin typeface="SimSun"/>
                  <a:ea typeface="SimSun"/>
                  <a:cs typeface="SimSun"/>
                  <a:sym typeface="SimSun"/>
                </a:endParaRPr>
              </a:p>
            </p:txBody>
          </p:sp>
          <p:sp>
            <p:nvSpPr>
              <p:cNvPr id="309" name="Google Shape;309;p19"/>
              <p:cNvSpPr/>
              <p:nvPr/>
            </p:nvSpPr>
            <p:spPr>
              <a:xfrm>
                <a:off x="894020" y="719932"/>
                <a:ext cx="1495801" cy="1495801"/>
              </a:xfrm>
              <a:prstGeom prst="ellipse">
                <a:avLst/>
              </a:prstGeom>
              <a:solidFill>
                <a:srgbClr val="FFFFF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3600"/>
                  <a:buFont typeface="SimSun"/>
                  <a:buNone/>
                </a:pPr>
                <a:endParaRPr sz="3600" b="0" i="0" u="none" strike="noStrike" cap="none">
                  <a:solidFill>
                    <a:srgbClr val="FFFFFF"/>
                  </a:solidFill>
                  <a:latin typeface="SimSun"/>
                  <a:ea typeface="SimSun"/>
                  <a:cs typeface="SimSun"/>
                  <a:sym typeface="SimSun"/>
                </a:endParaRPr>
              </a:p>
            </p:txBody>
          </p:sp>
          <p:sp>
            <p:nvSpPr>
              <p:cNvPr id="310" name="Google Shape;310;p19"/>
              <p:cNvSpPr/>
              <p:nvPr/>
            </p:nvSpPr>
            <p:spPr>
              <a:xfrm>
                <a:off x="140105" y="105120"/>
                <a:ext cx="3048625" cy="2628396"/>
              </a:xfrm>
              <a:custGeom>
                <a:avLst/>
                <a:gdLst/>
                <a:ahLst/>
                <a:cxnLst/>
                <a:rect l="l" t="t" r="r" b="b"/>
                <a:pathLst>
                  <a:path w="21600" h="21600" extrusionOk="0">
                    <a:moveTo>
                      <a:pt x="0" y="10800"/>
                    </a:moveTo>
                    <a:lnTo>
                      <a:pt x="4656" y="0"/>
                    </a:lnTo>
                    <a:lnTo>
                      <a:pt x="16944" y="0"/>
                    </a:lnTo>
                    <a:lnTo>
                      <a:pt x="21600" y="10800"/>
                    </a:lnTo>
                    <a:lnTo>
                      <a:pt x="16944" y="21600"/>
                    </a:lnTo>
                    <a:lnTo>
                      <a:pt x="4656" y="21600"/>
                    </a:lnTo>
                    <a:close/>
                  </a:path>
                </a:pathLst>
              </a:custGeom>
              <a:noFill/>
              <a:ln w="12700" cap="flat" cmpd="sng">
                <a:solidFill>
                  <a:srgbClr val="7F7F7F"/>
                </a:solidFill>
                <a:prstDash val="dot"/>
                <a:bevel/>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3600"/>
                  <a:buFont typeface="SimSun"/>
                  <a:buNone/>
                </a:pPr>
                <a:endParaRPr sz="3600" b="0" i="0" u="none" strike="noStrike" cap="none">
                  <a:solidFill>
                    <a:srgbClr val="FFFFFF"/>
                  </a:solidFill>
                  <a:latin typeface="SimSun"/>
                  <a:ea typeface="SimSun"/>
                  <a:cs typeface="SimSun"/>
                  <a:sym typeface="SimSun"/>
                </a:endParaRPr>
              </a:p>
            </p:txBody>
          </p:sp>
        </p:grpSp>
        <p:sp>
          <p:nvSpPr>
            <p:cNvPr id="313" name="Google Shape;313;p19"/>
            <p:cNvSpPr txBox="1"/>
            <p:nvPr/>
          </p:nvSpPr>
          <p:spPr>
            <a:xfrm>
              <a:off x="244517" y="2606355"/>
              <a:ext cx="2839800" cy="1833702"/>
            </a:xfrm>
            <a:prstGeom prst="rect">
              <a:avLst/>
            </a:prstGeom>
            <a:noFill/>
            <a:ln>
              <a:noFill/>
            </a:ln>
          </p:spPr>
          <p:txBody>
            <a:bodyPr spcFirstLastPara="1" wrap="square" lIns="91350" tIns="91350" rIns="91350" bIns="91350" anchor="t" anchorCtr="0">
              <a:spAutoFit/>
            </a:bodyPr>
            <a:lstStyle/>
            <a:p>
              <a:pPr marL="0" marR="0" lvl="0" indent="0" algn="just" rtl="0">
                <a:lnSpc>
                  <a:spcPct val="100000"/>
                </a:lnSpc>
                <a:spcBef>
                  <a:spcPts val="0"/>
                </a:spcBef>
                <a:spcAft>
                  <a:spcPts val="0"/>
                </a:spcAft>
                <a:buClr>
                  <a:srgbClr val="4079B6"/>
                </a:buClr>
                <a:buSzPts val="10800"/>
                <a:buFont typeface="Microsoft Yahei"/>
                <a:buNone/>
              </a:pPr>
              <a:r>
                <a:rPr lang="en-US" sz="10800" b="1" i="0" u="none" strike="noStrike" cap="none" dirty="0">
                  <a:solidFill>
                    <a:srgbClr val="4079B6"/>
                  </a:solidFill>
                  <a:latin typeface="Microsoft Yahei"/>
                  <a:ea typeface="Microsoft Yahei"/>
                  <a:cs typeface="Microsoft Yahei"/>
                  <a:sym typeface="Microsoft Yahei"/>
                </a:rPr>
                <a:t>·</a:t>
              </a:r>
              <a:r>
                <a:rPr lang="en-US" sz="10800" b="1" i="0" u="none" strike="noStrike" cap="none" dirty="0">
                  <a:solidFill>
                    <a:srgbClr val="3F3F3F"/>
                  </a:solidFill>
                  <a:latin typeface="Microsoft Yahei"/>
                  <a:ea typeface="Microsoft Yahei"/>
                  <a:cs typeface="Microsoft Yahei"/>
                  <a:sym typeface="Microsoft Yahei"/>
                </a:rPr>
                <a:t> </a:t>
              </a:r>
              <a:r>
                <a:rPr lang="en-US" sz="10800" b="1" i="0" u="none" strike="noStrike" cap="none" dirty="0">
                  <a:solidFill>
                    <a:srgbClr val="FFC000"/>
                  </a:solidFill>
                  <a:latin typeface="Microsoft Yahei"/>
                  <a:ea typeface="Microsoft Yahei"/>
                  <a:cs typeface="Microsoft Yahei"/>
                  <a:sym typeface="Microsoft Yahei"/>
                </a:rPr>
                <a:t>·</a:t>
              </a:r>
              <a:r>
                <a:rPr lang="en-US" sz="10800" b="1" i="0" u="none" strike="noStrike" cap="none" dirty="0">
                  <a:solidFill>
                    <a:srgbClr val="3F3F3F"/>
                  </a:solidFill>
                  <a:latin typeface="Microsoft Yahei"/>
                  <a:ea typeface="Microsoft Yahei"/>
                  <a:cs typeface="Microsoft Yahei"/>
                  <a:sym typeface="Microsoft Yahei"/>
                </a:rPr>
                <a:t> </a:t>
              </a:r>
              <a:r>
                <a:rPr lang="en-US" sz="10800" b="1" i="0" u="none" strike="noStrike" cap="none" dirty="0">
                  <a:solidFill>
                    <a:srgbClr val="FD5229"/>
                  </a:solidFill>
                  <a:latin typeface="Microsoft Yahei"/>
                  <a:ea typeface="Microsoft Yahei"/>
                  <a:cs typeface="Microsoft Yahei"/>
                  <a:sym typeface="Microsoft Yahei"/>
                </a:rPr>
                <a:t>·</a:t>
              </a:r>
              <a:endParaRPr sz="1400" b="0" i="0" u="none" strike="noStrike" cap="none" dirty="0">
                <a:solidFill>
                  <a:srgbClr val="000000"/>
                </a:solidFill>
                <a:latin typeface="BIZ UDGothic" panose="020B0400000000000000" pitchFamily="33" charset="-128"/>
                <a:ea typeface="BIZ UDGothic" panose="020B0400000000000000" pitchFamily="33" charset="-128"/>
                <a:cs typeface="Arial"/>
                <a:sym typeface="Arial"/>
              </a:endParaRPr>
            </a:p>
          </p:txBody>
        </p:sp>
        <p:pic>
          <p:nvPicPr>
            <p:cNvPr id="314" name="Google Shape;314;p19" descr="Google Shape;425;p57"/>
            <p:cNvPicPr preferRelativeResize="0"/>
            <p:nvPr/>
          </p:nvPicPr>
          <p:blipFill rotWithShape="1">
            <a:blip r:embed="rId3">
              <a:alphaModFix/>
            </a:blip>
            <a:srcRect/>
            <a:stretch/>
          </p:blipFill>
          <p:spPr>
            <a:xfrm>
              <a:off x="725868" y="955041"/>
              <a:ext cx="1888364" cy="1062685"/>
            </a:xfrm>
            <a:prstGeom prst="rect">
              <a:avLst/>
            </a:prstGeom>
            <a:noFill/>
            <a:ln>
              <a:noFill/>
            </a:ln>
          </p:spPr>
        </p:pic>
      </p:grpSp>
    </p:spTree>
  </p:cSld>
  <p:clrMapOvr>
    <a:masterClrMapping/>
  </p:clrMapOvr>
</p:sld>
</file>

<file path=ppt/theme/theme1.xml><?xml version="1.0" encoding="utf-8"?>
<a:theme xmlns:a="http://schemas.openxmlformats.org/drawingml/2006/main" name="HDOfficeLightV0">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主题">
  <a:themeElements>
    <a:clrScheme name="Office 主题">
      <a:dk1>
        <a:srgbClr val="000000"/>
      </a:dk1>
      <a:lt1>
        <a:srgbClr val="FFFFFF"/>
      </a:lt1>
      <a:dk2>
        <a:srgbClr val="A7A7A7"/>
      </a:dk2>
      <a:lt2>
        <a:srgbClr val="535353"/>
      </a:lt2>
      <a:accent1>
        <a:srgbClr val="4F81BD"/>
      </a:accent1>
      <a:accent2>
        <a:srgbClr val="C0504D"/>
      </a:accent2>
      <a:accent3>
        <a:srgbClr val="8F8F8F"/>
      </a:accent3>
      <a:accent4>
        <a:srgbClr val="707070"/>
      </a:accent4>
      <a:accent5>
        <a:srgbClr val="B2C1DB"/>
      </a:accent5>
      <a:accent6>
        <a:srgbClr val="AE4845"/>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TM02900720[[fn=要素]]</Template>
  <TotalTime>1010</TotalTime>
  <Words>1408</Words>
  <Application>Microsoft Office PowerPoint</Application>
  <PresentationFormat>ユーザー設定</PresentationFormat>
  <Paragraphs>109</Paragraphs>
  <Slides>14</Slides>
  <Notes>13</Notes>
  <HiddenSlides>0</HiddenSlides>
  <MMClips>0</MMClips>
  <ScaleCrop>false</ScaleCrop>
  <HeadingPairs>
    <vt:vector size="6" baseType="variant">
      <vt:variant>
        <vt:lpstr>使用されているフォント</vt:lpstr>
      </vt:variant>
      <vt:variant>
        <vt:i4>13</vt:i4>
      </vt:variant>
      <vt:variant>
        <vt:lpstr>テーマ</vt:lpstr>
      </vt:variant>
      <vt:variant>
        <vt:i4>1</vt:i4>
      </vt:variant>
      <vt:variant>
        <vt:lpstr>スライド タイトル</vt:lpstr>
      </vt:variant>
      <vt:variant>
        <vt:i4>14</vt:i4>
      </vt:variant>
    </vt:vector>
  </HeadingPairs>
  <TitlesOfParts>
    <vt:vector size="28" baseType="lpstr">
      <vt:lpstr>SimSun</vt:lpstr>
      <vt:lpstr>Microsoft JhengHei Light</vt:lpstr>
      <vt:lpstr>Gen Jyuu Gothic Bold</vt:lpstr>
      <vt:lpstr>HGPSoeiKakugothicUB</vt:lpstr>
      <vt:lpstr>Microsoft Yahei</vt:lpstr>
      <vt:lpstr>Calibri</vt:lpstr>
      <vt:lpstr>Wingdings 2</vt:lpstr>
      <vt:lpstr>BIZ UDGothic</vt:lpstr>
      <vt:lpstr>BIZ UDPGothic</vt:lpstr>
      <vt:lpstr>Microsoft JhengHei</vt:lpstr>
      <vt:lpstr>Gen Jyuu GothicL Bold</vt:lpstr>
      <vt:lpstr>Arial</vt:lpstr>
      <vt:lpstr>Calibri Light</vt:lpstr>
      <vt:lpstr>HDOfficeLightV0</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また次回の授業でお会いしましょう</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user</dc:creator>
  <cp:lastModifiedBy>嘉展 張</cp:lastModifiedBy>
  <cp:revision>2</cp:revision>
  <dcterms:modified xsi:type="dcterms:W3CDTF">2025-08-23T09:53:40Z</dcterms:modified>
</cp:coreProperties>
</file>