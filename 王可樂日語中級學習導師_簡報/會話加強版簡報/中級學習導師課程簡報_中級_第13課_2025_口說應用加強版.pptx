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8" r:id="rId1"/>
  </p:sldMasterIdLst>
  <p:notesMasterIdLst>
    <p:notesMasterId r:id="rId16"/>
  </p:notesMasterIdLst>
  <p:handoutMasterIdLst>
    <p:handoutMasterId r:id="rId17"/>
  </p:handoutMasterIdLst>
  <p:sldIdLst>
    <p:sldId id="274" r:id="rId2"/>
    <p:sldId id="371" r:id="rId3"/>
    <p:sldId id="375" r:id="rId4"/>
    <p:sldId id="372" r:id="rId5"/>
    <p:sldId id="377" r:id="rId6"/>
    <p:sldId id="358" r:id="rId7"/>
    <p:sldId id="370" r:id="rId8"/>
    <p:sldId id="354" r:id="rId9"/>
    <p:sldId id="355" r:id="rId10"/>
    <p:sldId id="374" r:id="rId11"/>
    <p:sldId id="373" r:id="rId12"/>
    <p:sldId id="343" r:id="rId13"/>
    <p:sldId id="342" r:id="rId14"/>
    <p:sldId id="264" r:id="rId15"/>
  </p:sldIdLst>
  <p:sldSz cx="24384000" cy="13716000"/>
  <p:notesSz cx="6858000" cy="9144000"/>
  <p:embeddedFontLst>
    <p:embeddedFont>
      <p:font typeface="BIZ UDPGothic" panose="020B0400000000000000" pitchFamily="50" charset="-128"/>
      <p:regular r:id="rId18"/>
      <p:bold r:id="rId19"/>
    </p:embeddedFont>
    <p:embeddedFont>
      <p:font typeface="BIZ UDGothic" panose="020B0400000000000000" pitchFamily="49" charset="-128"/>
      <p:regular r:id="rId20"/>
      <p:bold r:id="rId21"/>
    </p:embeddedFont>
    <p:embeddedFont>
      <p:font typeface="Gen Jyuu GothicL Bold" panose="020B0600070205080204" charset="-128"/>
      <p:bold r:id="rId22"/>
    </p:embeddedFont>
    <p:embeddedFont>
      <p:font typeface="HGPSoeiKakugothicUB" panose="020B0900000000000000" pitchFamily="50" charset="-128"/>
      <p:regular r:id="rId23"/>
    </p:embeddedFont>
    <p:embeddedFont>
      <p:font typeface="Gen Jyuu Gothic Bold" panose="020B0602020203020207" pitchFamily="50" charset="-128"/>
      <p:bold r:id="rId24"/>
    </p:embeddedFont>
    <p:embeddedFont>
      <p:font typeface="Microsoft JhengHei" panose="020B0604030504040204" pitchFamily="34" charset="-120"/>
      <p:regular r:id="rId25"/>
      <p:bold r:id="rId26"/>
    </p:embeddedFont>
    <p:embeddedFont>
      <p:font typeface="Microsoft JhengHei Light" panose="020B0304030504040204" pitchFamily="34" charset="-120"/>
      <p:regular r:id="rId27"/>
    </p:embeddedFont>
    <p:embeddedFont>
      <p:font typeface="Microsoft Yahei" panose="020B0503020204020204" pitchFamily="34" charset="-122"/>
      <p:regular r:id="rId28"/>
      <p:bold r:id="rId29"/>
    </p:embeddedFont>
    <p:embeddedFont>
      <p:font typeface="Wingdings 2" panose="05020102010507070707" pitchFamily="18" charset="2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  <p:ext uri="http://customooxmlschemas.google.com/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31" roundtripDataSignature="AMtx7mgWneN2Aa4XZ32EnoSuaD2gv1sk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85C9"/>
    <a:srgbClr val="2289CB"/>
    <a:srgbClr val="288CCC"/>
    <a:srgbClr val="E46D4B"/>
    <a:srgbClr val="F2F2F2"/>
    <a:srgbClr val="3B3838"/>
    <a:srgbClr val="EF8759"/>
    <a:srgbClr val="000000"/>
    <a:srgbClr val="7F7F7F"/>
    <a:srgbClr val="D8D0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38253C-CE1C-441D-9F71-7C8062F38DBD}" v="31" dt="2025-08-24T07:31:39.2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中等深淺樣式 3 - 輔色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中等深淺樣式 4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954" y="5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4632" y="105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21" Type="http://schemas.openxmlformats.org/officeDocument/2006/relationships/font" Target="fonts/font4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5" Type="http://schemas.openxmlformats.org/officeDocument/2006/relationships/font" Target="fonts/font8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嘉展 張" userId="56c0cc265fef7f12" providerId="LiveId" clId="{213D5065-CE67-4765-9BDB-C6C7D26EE3E2}"/>
    <pc:docChg chg="undo custSel addSld delSld modSld modMainMaster">
      <pc:chgData name="嘉展 張" userId="56c0cc265fef7f12" providerId="LiveId" clId="{213D5065-CE67-4765-9BDB-C6C7D26EE3E2}" dt="2025-07-13T11:08:57.250" v="210" actId="5793"/>
      <pc:docMkLst>
        <pc:docMk/>
      </pc:docMkLst>
      <pc:sldChg chg="modSp mod">
        <pc:chgData name="嘉展 張" userId="56c0cc265fef7f12" providerId="LiveId" clId="{213D5065-CE67-4765-9BDB-C6C7D26EE3E2}" dt="2025-07-13T10:51:19.674" v="22" actId="20577"/>
        <pc:sldMkLst>
          <pc:docMk/>
          <pc:sldMk cId="1698366788" sldId="274"/>
        </pc:sldMkLst>
      </pc:sldChg>
      <pc:sldChg chg="del">
        <pc:chgData name="嘉展 張" userId="56c0cc265fef7f12" providerId="LiveId" clId="{213D5065-CE67-4765-9BDB-C6C7D26EE3E2}" dt="2025-07-13T11:03:34.371" v="156" actId="47"/>
        <pc:sldMkLst>
          <pc:docMk/>
          <pc:sldMk cId="3752334464" sldId="345"/>
        </pc:sldMkLst>
      </pc:sldChg>
      <pc:sldChg chg="modSp mod">
        <pc:chgData name="嘉展 張" userId="56c0cc265fef7f12" providerId="LiveId" clId="{213D5065-CE67-4765-9BDB-C6C7D26EE3E2}" dt="2025-07-13T11:03:30.555" v="155" actId="207"/>
        <pc:sldMkLst>
          <pc:docMk/>
          <pc:sldMk cId="732333138" sldId="351"/>
        </pc:sldMkLst>
      </pc:sldChg>
      <pc:sldChg chg="modSp mod">
        <pc:chgData name="嘉展 張" userId="56c0cc265fef7f12" providerId="LiveId" clId="{213D5065-CE67-4765-9BDB-C6C7D26EE3E2}" dt="2025-07-13T11:06:17.774" v="180" actId="207"/>
        <pc:sldMkLst>
          <pc:docMk/>
          <pc:sldMk cId="2503062332" sldId="354"/>
        </pc:sldMkLst>
      </pc:sldChg>
      <pc:sldChg chg="modSp mod">
        <pc:chgData name="嘉展 張" userId="56c0cc265fef7f12" providerId="LiveId" clId="{213D5065-CE67-4765-9BDB-C6C7D26EE3E2}" dt="2025-07-13T11:06:01.834" v="179"/>
        <pc:sldMkLst>
          <pc:docMk/>
          <pc:sldMk cId="2169278876" sldId="355"/>
        </pc:sldMkLst>
      </pc:sldChg>
      <pc:sldChg chg="delSp modSp mod">
        <pc:chgData name="嘉展 張" userId="56c0cc265fef7f12" providerId="LiveId" clId="{213D5065-CE67-4765-9BDB-C6C7D26EE3E2}" dt="2025-07-13T11:04:26.703" v="166"/>
        <pc:sldMkLst>
          <pc:docMk/>
          <pc:sldMk cId="4193172206" sldId="358"/>
        </pc:sldMkLst>
      </pc:sldChg>
      <pc:sldChg chg="modSp mod">
        <pc:chgData name="嘉展 張" userId="56c0cc265fef7f12" providerId="LiveId" clId="{213D5065-CE67-4765-9BDB-C6C7D26EE3E2}" dt="2025-07-13T11:00:14.015" v="60" actId="207"/>
        <pc:sldMkLst>
          <pc:docMk/>
          <pc:sldMk cId="3585428774" sldId="359"/>
        </pc:sldMkLst>
      </pc:sldChg>
      <pc:sldChg chg="modSp mod">
        <pc:chgData name="嘉展 張" userId="56c0cc265fef7f12" providerId="LiveId" clId="{213D5065-CE67-4765-9BDB-C6C7D26EE3E2}" dt="2025-07-13T11:00:07.921" v="59"/>
        <pc:sldMkLst>
          <pc:docMk/>
          <pc:sldMk cId="3330119125" sldId="366"/>
        </pc:sldMkLst>
      </pc:sldChg>
      <pc:sldChg chg="del">
        <pc:chgData name="嘉展 張" userId="56c0cc265fef7f12" providerId="LiveId" clId="{213D5065-CE67-4765-9BDB-C6C7D26EE3E2}" dt="2025-07-13T11:03:34.371" v="156" actId="47"/>
        <pc:sldMkLst>
          <pc:docMk/>
          <pc:sldMk cId="1054572155" sldId="368"/>
        </pc:sldMkLst>
      </pc:sldChg>
      <pc:sldChg chg="add">
        <pc:chgData name="嘉展 張" userId="56c0cc265fef7f12" providerId="LiveId" clId="{213D5065-CE67-4765-9BDB-C6C7D26EE3E2}" dt="2025-07-13T11:03:27.459" v="154"/>
        <pc:sldMkLst>
          <pc:docMk/>
          <pc:sldMk cId="3880434486" sldId="369"/>
        </pc:sldMkLst>
      </pc:sldChg>
      <pc:sldChg chg="modSp add mod">
        <pc:chgData name="嘉展 張" userId="56c0cc265fef7f12" providerId="LiveId" clId="{213D5065-CE67-4765-9BDB-C6C7D26EE3E2}" dt="2025-07-13T11:04:43.531" v="169"/>
        <pc:sldMkLst>
          <pc:docMk/>
          <pc:sldMk cId="988387482" sldId="370"/>
        </pc:sldMkLst>
      </pc:sldChg>
      <pc:sldMasterChg chg="modSldLayout">
        <pc:chgData name="嘉展 張" userId="56c0cc265fef7f12" providerId="LiveId" clId="{213D5065-CE67-4765-9BDB-C6C7D26EE3E2}" dt="2025-07-13T10:51:41.973" v="33" actId="20577"/>
        <pc:sldMasterMkLst>
          <pc:docMk/>
          <pc:sldMasterMk cId="2733321511" sldId="2147483688"/>
        </pc:sldMasterMkLst>
        <pc:sldLayoutChg chg="modSp mod">
          <pc:chgData name="嘉展 張" userId="56c0cc265fef7f12" providerId="LiveId" clId="{213D5065-CE67-4765-9BDB-C6C7D26EE3E2}" dt="2025-07-13T10:51:41.973" v="33" actId="20577"/>
          <pc:sldLayoutMkLst>
            <pc:docMk/>
            <pc:sldMasterMk cId="2733321511" sldId="2147483688"/>
            <pc:sldLayoutMk cId="2749409723" sldId="2147483690"/>
          </pc:sldLayoutMkLst>
        </pc:sldLayoutChg>
      </pc:sldMasterChg>
    </pc:docChg>
  </pc:docChgLst>
  <pc:docChgLst>
    <pc:chgData name="嘉展 張" userId="56c0cc265fef7f12" providerId="LiveId" clId="{FC3B12ED-B978-4741-8F4E-ACC995148FC2}"/>
    <pc:docChg chg="undo custSel modSld">
      <pc:chgData name="嘉展 張" userId="56c0cc265fef7f12" providerId="LiveId" clId="{FC3B12ED-B978-4741-8F4E-ACC995148FC2}" dt="2025-07-07T04:22:08.380" v="43" actId="207"/>
      <pc:docMkLst>
        <pc:docMk/>
      </pc:docMkLst>
      <pc:sldChg chg="addSp delSp modSp mod">
        <pc:chgData name="嘉展 張" userId="56c0cc265fef7f12" providerId="LiveId" clId="{FC3B12ED-B978-4741-8F4E-ACC995148FC2}" dt="2025-07-07T04:20:44.928" v="23" actId="207"/>
        <pc:sldMkLst>
          <pc:docMk/>
          <pc:sldMk cId="0" sldId="264"/>
        </pc:sldMkLst>
      </pc:sldChg>
      <pc:sldChg chg="modSp mod">
        <pc:chgData name="嘉展 張" userId="56c0cc265fef7f12" providerId="LiveId" clId="{FC3B12ED-B978-4741-8F4E-ACC995148FC2}" dt="2025-07-07T04:19:17.917" v="6" actId="207"/>
        <pc:sldMkLst>
          <pc:docMk/>
          <pc:sldMk cId="516855969" sldId="328"/>
        </pc:sldMkLst>
      </pc:sldChg>
      <pc:sldChg chg="modSp mod">
        <pc:chgData name="嘉展 張" userId="56c0cc265fef7f12" providerId="LiveId" clId="{FC3B12ED-B978-4741-8F4E-ACC995148FC2}" dt="2025-07-07T04:19:30.362" v="10" actId="207"/>
        <pc:sldMkLst>
          <pc:docMk/>
          <pc:sldMk cId="1848417769" sldId="329"/>
        </pc:sldMkLst>
      </pc:sldChg>
      <pc:sldChg chg="modSp mod">
        <pc:chgData name="嘉展 張" userId="56c0cc265fef7f12" providerId="LiveId" clId="{FC3B12ED-B978-4741-8F4E-ACC995148FC2}" dt="2025-07-07T04:19:24.576" v="8" actId="207"/>
        <pc:sldMkLst>
          <pc:docMk/>
          <pc:sldMk cId="725604826" sldId="330"/>
        </pc:sldMkLst>
      </pc:sldChg>
      <pc:sldChg chg="modSp mod">
        <pc:chgData name="嘉展 張" userId="56c0cc265fef7f12" providerId="LiveId" clId="{FC3B12ED-B978-4741-8F4E-ACC995148FC2}" dt="2025-07-07T04:18:57.079" v="0" actId="207"/>
        <pc:sldMkLst>
          <pc:docMk/>
          <pc:sldMk cId="1652940647" sldId="335"/>
        </pc:sldMkLst>
      </pc:sldChg>
      <pc:sldChg chg="modSp mod">
        <pc:chgData name="嘉展 張" userId="56c0cc265fef7f12" providerId="LiveId" clId="{FC3B12ED-B978-4741-8F4E-ACC995148FC2}" dt="2025-07-07T04:19:06.457" v="2" actId="207"/>
        <pc:sldMkLst>
          <pc:docMk/>
          <pc:sldMk cId="3676040206" sldId="336"/>
        </pc:sldMkLst>
      </pc:sldChg>
      <pc:sldChg chg="modSp mod">
        <pc:chgData name="嘉展 張" userId="56c0cc265fef7f12" providerId="LiveId" clId="{FC3B12ED-B978-4741-8F4E-ACC995148FC2}" dt="2025-07-07T04:22:08.380" v="43" actId="207"/>
        <pc:sldMkLst>
          <pc:docMk/>
          <pc:sldMk cId="2128628793" sldId="337"/>
        </pc:sldMkLst>
      </pc:sldChg>
      <pc:sldChg chg="modSp mod">
        <pc:chgData name="嘉展 張" userId="56c0cc265fef7f12" providerId="LiveId" clId="{FC3B12ED-B978-4741-8F4E-ACC995148FC2}" dt="2025-07-07T04:21:51.077" v="38" actId="207"/>
        <pc:sldMkLst>
          <pc:docMk/>
          <pc:sldMk cId="4036497139" sldId="338"/>
        </pc:sldMkLst>
      </pc:sldChg>
      <pc:sldChg chg="modSp mod">
        <pc:chgData name="嘉展 張" userId="56c0cc265fef7f12" providerId="LiveId" clId="{FC3B12ED-B978-4741-8F4E-ACC995148FC2}" dt="2025-07-07T04:21:32.640" v="32" actId="207"/>
        <pc:sldMkLst>
          <pc:docMk/>
          <pc:sldMk cId="2939669483" sldId="339"/>
        </pc:sldMkLst>
      </pc:sldChg>
      <pc:sldChg chg="modSp mod">
        <pc:chgData name="嘉展 張" userId="56c0cc265fef7f12" providerId="LiveId" clId="{FC3B12ED-B978-4741-8F4E-ACC995148FC2}" dt="2025-07-07T04:21:07.627" v="27" actId="207"/>
        <pc:sldMkLst>
          <pc:docMk/>
          <pc:sldMk cId="1195771477" sldId="340"/>
        </pc:sldMkLst>
      </pc:sldChg>
      <pc:sldChg chg="modSp mod">
        <pc:chgData name="嘉展 張" userId="56c0cc265fef7f12" providerId="LiveId" clId="{FC3B12ED-B978-4741-8F4E-ACC995148FC2}" dt="2025-07-07T04:21:24.340" v="30" actId="207"/>
        <pc:sldMkLst>
          <pc:docMk/>
          <pc:sldMk cId="3653896156" sldId="341"/>
        </pc:sldMkLst>
      </pc:sldChg>
      <pc:sldChg chg="modSp mod">
        <pc:chgData name="嘉展 張" userId="56c0cc265fef7f12" providerId="LiveId" clId="{FC3B12ED-B978-4741-8F4E-ACC995148FC2}" dt="2025-07-07T04:19:43.171" v="12" actId="207"/>
        <pc:sldMkLst>
          <pc:docMk/>
          <pc:sldMk cId="3383698067" sldId="342"/>
        </pc:sldMkLst>
      </pc:sldChg>
      <pc:sldChg chg="modSp mod">
        <pc:chgData name="嘉展 張" userId="56c0cc265fef7f12" providerId="LiveId" clId="{FC3B12ED-B978-4741-8F4E-ACC995148FC2}" dt="2025-07-07T04:20:00.157" v="17" actId="207"/>
        <pc:sldMkLst>
          <pc:docMk/>
          <pc:sldMk cId="345017411" sldId="343"/>
        </pc:sldMkLst>
      </pc:sldChg>
    </pc:docChg>
  </pc:docChgLst>
  <pc:docChgLst>
    <pc:chgData name="嘉展 張" userId="56c0cc265fef7f12" providerId="LiveId" clId="{0BB0EFE5-82D4-4395-89A8-40A71B510EC6}"/>
    <pc:docChg chg="undo custSel addSld delSld modSld modMainMaster">
      <pc:chgData name="嘉展 張" userId="56c0cc265fef7f12" providerId="LiveId" clId="{0BB0EFE5-82D4-4395-89A8-40A71B510EC6}" dt="2025-07-10T11:02:24.083" v="259" actId="108"/>
      <pc:docMkLst>
        <pc:docMk/>
      </pc:docMkLst>
      <pc:sldChg chg="modSp mod">
        <pc:chgData name="嘉展 張" userId="56c0cc265fef7f12" providerId="LiveId" clId="{0BB0EFE5-82D4-4395-89A8-40A71B510EC6}" dt="2025-07-10T10:47:54.091" v="120" actId="207"/>
        <pc:sldMkLst>
          <pc:docMk/>
          <pc:sldMk cId="3676040206" sldId="336"/>
        </pc:sldMkLst>
      </pc:sldChg>
      <pc:sldChg chg="modSp mod">
        <pc:chgData name="嘉展 張" userId="56c0cc265fef7f12" providerId="LiveId" clId="{0BB0EFE5-82D4-4395-89A8-40A71B510EC6}" dt="2025-07-10T10:45:23.104" v="91" actId="207"/>
        <pc:sldMkLst>
          <pc:docMk/>
          <pc:sldMk cId="3585428774" sldId="359"/>
        </pc:sldMkLst>
      </pc:sldChg>
      <pc:sldChg chg="del">
        <pc:chgData name="嘉展 張" userId="56c0cc265fef7f12" providerId="LiveId" clId="{0BB0EFE5-82D4-4395-89A8-40A71B510EC6}" dt="2025-07-10T10:48:02.987" v="121" actId="47"/>
        <pc:sldMkLst>
          <pc:docMk/>
          <pc:sldMk cId="1907735413" sldId="360"/>
        </pc:sldMkLst>
      </pc:sldChg>
      <pc:sldChg chg="add">
        <pc:chgData name="嘉展 張" userId="56c0cc265fef7f12" providerId="LiveId" clId="{0BB0EFE5-82D4-4395-89A8-40A71B510EC6}" dt="2025-07-10T10:47:50.439" v="119"/>
        <pc:sldMkLst>
          <pc:docMk/>
          <pc:sldMk cId="771378846" sldId="361"/>
        </pc:sldMkLst>
      </pc:sldChg>
    </pc:docChg>
  </pc:docChgLst>
  <pc:docChgLst>
    <pc:chgData name="嘉展 張" userId="56c0cc265fef7f12" providerId="LiveId" clId="{CA2D70FC-5C55-47B2-99B4-B3F2BD8F9BEE}"/>
    <pc:docChg chg="undo custSel addSld delSld modSld sldOrd modMainMaster">
      <pc:chgData name="嘉展 張" userId="56c0cc265fef7f12" providerId="LiveId" clId="{CA2D70FC-5C55-47B2-99B4-B3F2BD8F9BEE}" dt="2025-07-09T09:08:13.713" v="221" actId="207"/>
      <pc:docMkLst>
        <pc:docMk/>
      </pc:docMkLst>
      <pc:sldChg chg="modSp mod">
        <pc:chgData name="嘉展 張" userId="56c0cc265fef7f12" providerId="LiveId" clId="{CA2D70FC-5C55-47B2-99B4-B3F2BD8F9BEE}" dt="2025-07-09T08:53:37.299" v="38"/>
        <pc:sldMkLst>
          <pc:docMk/>
          <pc:sldMk cId="1698366788" sldId="274"/>
        </pc:sldMkLst>
      </pc:sldChg>
      <pc:sldChg chg="modSp mod">
        <pc:chgData name="嘉展 張" userId="56c0cc265fef7f12" providerId="LiveId" clId="{CA2D70FC-5C55-47B2-99B4-B3F2BD8F9BEE}" dt="2025-07-09T09:00:47.384" v="157" actId="207"/>
        <pc:sldMkLst>
          <pc:docMk/>
          <pc:sldMk cId="3676040206" sldId="336"/>
        </pc:sldMkLst>
      </pc:sldChg>
      <pc:sldChg chg="del">
        <pc:chgData name="嘉展 張" userId="56c0cc265fef7f12" providerId="LiveId" clId="{CA2D70FC-5C55-47B2-99B4-B3F2BD8F9BEE}" dt="2025-07-09T08:58:04.032" v="107" actId="47"/>
        <pc:sldMkLst>
          <pc:docMk/>
          <pc:sldMk cId="2128628793" sldId="337"/>
        </pc:sldMkLst>
      </pc:sldChg>
      <pc:sldChg chg="modSp mod">
        <pc:chgData name="嘉展 張" userId="56c0cc265fef7f12" providerId="LiveId" clId="{CA2D70FC-5C55-47B2-99B4-B3F2BD8F9BEE}" dt="2025-07-09T09:07:36.283" v="220" actId="20577"/>
        <pc:sldMkLst>
          <pc:docMk/>
          <pc:sldMk cId="3383698067" sldId="342"/>
        </pc:sldMkLst>
      </pc:sldChg>
      <pc:sldChg chg="modSp mod ord">
        <pc:chgData name="嘉展 張" userId="56c0cc265fef7f12" providerId="LiveId" clId="{CA2D70FC-5C55-47B2-99B4-B3F2BD8F9BEE}" dt="2025-07-09T09:07:28.375" v="218" actId="20577"/>
        <pc:sldMkLst>
          <pc:docMk/>
          <pc:sldMk cId="345017411" sldId="343"/>
        </pc:sldMkLst>
      </pc:sldChg>
      <pc:sldChg chg="modSp mod">
        <pc:chgData name="嘉展 張" userId="56c0cc265fef7f12" providerId="LiveId" clId="{CA2D70FC-5C55-47B2-99B4-B3F2BD8F9BEE}" dt="2025-07-09T09:01:08.659" v="159" actId="15"/>
        <pc:sldMkLst>
          <pc:docMk/>
          <pc:sldMk cId="3752334464" sldId="345"/>
        </pc:sldMkLst>
      </pc:sldChg>
      <pc:sldChg chg="modSp mod">
        <pc:chgData name="嘉展 張" userId="56c0cc265fef7f12" providerId="LiveId" clId="{CA2D70FC-5C55-47B2-99B4-B3F2BD8F9BEE}" dt="2025-07-09T09:03:30.405" v="167" actId="15"/>
        <pc:sldMkLst>
          <pc:docMk/>
          <pc:sldMk cId="1115666099" sldId="346"/>
        </pc:sldMkLst>
      </pc:sldChg>
      <pc:sldChg chg="modSp mod">
        <pc:chgData name="嘉展 張" userId="56c0cc265fef7f12" providerId="LiveId" clId="{CA2D70FC-5C55-47B2-99B4-B3F2BD8F9BEE}" dt="2025-07-09T09:04:04.880" v="171"/>
        <pc:sldMkLst>
          <pc:docMk/>
          <pc:sldMk cId="3822570613" sldId="347"/>
        </pc:sldMkLst>
      </pc:sldChg>
      <pc:sldChg chg="modSp mod">
        <pc:chgData name="嘉展 張" userId="56c0cc265fef7f12" providerId="LiveId" clId="{CA2D70FC-5C55-47B2-99B4-B3F2BD8F9BEE}" dt="2025-07-09T08:58:00.156" v="106" actId="207"/>
        <pc:sldMkLst>
          <pc:docMk/>
          <pc:sldMk cId="732333138" sldId="351"/>
        </pc:sldMkLst>
      </pc:sldChg>
      <pc:sldChg chg="del">
        <pc:chgData name="嘉展 張" userId="56c0cc265fef7f12" providerId="LiveId" clId="{CA2D70FC-5C55-47B2-99B4-B3F2BD8F9BEE}" dt="2025-07-09T08:59:58.138" v="140" actId="47"/>
        <pc:sldMkLst>
          <pc:docMk/>
          <pc:sldMk cId="838783306" sldId="352"/>
        </pc:sldMkLst>
      </pc:sldChg>
      <pc:sldChg chg="del">
        <pc:chgData name="嘉展 張" userId="56c0cc265fef7f12" providerId="LiveId" clId="{CA2D70FC-5C55-47B2-99B4-B3F2BD8F9BEE}" dt="2025-07-09T09:01:18.660" v="162" actId="47"/>
        <pc:sldMkLst>
          <pc:docMk/>
          <pc:sldMk cId="1406075394" sldId="353"/>
        </pc:sldMkLst>
      </pc:sldChg>
      <pc:sldChg chg="modSp mod">
        <pc:chgData name="嘉展 張" userId="56c0cc265fef7f12" providerId="LiveId" clId="{CA2D70FC-5C55-47B2-99B4-B3F2BD8F9BEE}" dt="2025-07-09T09:04:26.024" v="173" actId="15"/>
        <pc:sldMkLst>
          <pc:docMk/>
          <pc:sldMk cId="2503062332" sldId="354"/>
        </pc:sldMkLst>
      </pc:sldChg>
      <pc:sldChg chg="modSp mod">
        <pc:chgData name="嘉展 張" userId="56c0cc265fef7f12" providerId="LiveId" clId="{CA2D70FC-5C55-47B2-99B4-B3F2BD8F9BEE}" dt="2025-07-09T09:04:52.828" v="176"/>
        <pc:sldMkLst>
          <pc:docMk/>
          <pc:sldMk cId="2169278876" sldId="355"/>
        </pc:sldMkLst>
      </pc:sldChg>
      <pc:sldChg chg="add">
        <pc:chgData name="嘉展 張" userId="56c0cc265fef7f12" providerId="LiveId" clId="{CA2D70FC-5C55-47B2-99B4-B3F2BD8F9BEE}" dt="2025-07-09T08:57:55.575" v="105"/>
        <pc:sldMkLst>
          <pc:docMk/>
          <pc:sldMk cId="3052656619" sldId="356"/>
        </pc:sldMkLst>
      </pc:sldChg>
      <pc:sldChg chg="add">
        <pc:chgData name="嘉展 張" userId="56c0cc265fef7f12" providerId="LiveId" clId="{CA2D70FC-5C55-47B2-99B4-B3F2BD8F9BEE}" dt="2025-07-09T09:00:43.843" v="156"/>
        <pc:sldMkLst>
          <pc:docMk/>
          <pc:sldMk cId="185642437" sldId="357"/>
        </pc:sldMkLst>
      </pc:sldChg>
      <pc:sldChg chg="addSp modSp add mod">
        <pc:chgData name="嘉展 張" userId="56c0cc265fef7f12" providerId="LiveId" clId="{CA2D70FC-5C55-47B2-99B4-B3F2BD8F9BEE}" dt="2025-07-09T09:08:13.713" v="221" actId="207"/>
        <pc:sldMkLst>
          <pc:docMk/>
          <pc:sldMk cId="4193172206" sldId="358"/>
        </pc:sldMkLst>
      </pc:sldChg>
      <pc:sldMasterChg chg="modSldLayout">
        <pc:chgData name="嘉展 張" userId="56c0cc265fef7f12" providerId="LiveId" clId="{CA2D70FC-5C55-47B2-99B4-B3F2BD8F9BEE}" dt="2025-07-09T08:54:19.509" v="64" actId="20577"/>
        <pc:sldMasterMkLst>
          <pc:docMk/>
          <pc:sldMasterMk cId="2733321511" sldId="2147483688"/>
        </pc:sldMasterMkLst>
        <pc:sldLayoutChg chg="modSp mod">
          <pc:chgData name="嘉展 張" userId="56c0cc265fef7f12" providerId="LiveId" clId="{CA2D70FC-5C55-47B2-99B4-B3F2BD8F9BEE}" dt="2025-07-09T08:54:19.509" v="64" actId="20577"/>
          <pc:sldLayoutMkLst>
            <pc:docMk/>
            <pc:sldMasterMk cId="2733321511" sldId="2147483688"/>
            <pc:sldLayoutMk cId="2749409723" sldId="2147483690"/>
          </pc:sldLayoutMkLst>
        </pc:sldLayoutChg>
      </pc:sldMasterChg>
    </pc:docChg>
  </pc:docChgLst>
  <pc:docChgLst>
    <pc:chgData name="嘉展 張" userId="56c0cc265fef7f12" providerId="LiveId" clId="{61A3D83D-8E70-4168-93F8-664275C06C64}"/>
    <pc:docChg chg="undo custSel addSld delSld modSld sldOrd modMainMaster">
      <pc:chgData name="嘉展 張" userId="56c0cc265fef7f12" providerId="LiveId" clId="{61A3D83D-8E70-4168-93F8-664275C06C64}" dt="2025-07-09T08:50:25.732" v="856" actId="207"/>
      <pc:docMkLst>
        <pc:docMk/>
      </pc:docMkLst>
      <pc:sldChg chg="modSp mod">
        <pc:chgData name="嘉展 張" userId="56c0cc265fef7f12" providerId="LiveId" clId="{61A3D83D-8E70-4168-93F8-664275C06C64}" dt="2025-07-07T22:21:16.724" v="41" actId="20577"/>
        <pc:sldMkLst>
          <pc:docMk/>
          <pc:sldMk cId="1698366788" sldId="274"/>
        </pc:sldMkLst>
      </pc:sldChg>
      <pc:sldChg chg="del">
        <pc:chgData name="嘉展 張" userId="56c0cc265fef7f12" providerId="LiveId" clId="{61A3D83D-8E70-4168-93F8-664275C06C64}" dt="2025-07-09T08:38:51.651" v="661" actId="47"/>
        <pc:sldMkLst>
          <pc:docMk/>
          <pc:sldMk cId="516855969" sldId="328"/>
        </pc:sldMkLst>
      </pc:sldChg>
      <pc:sldChg chg="modSp del mod ord">
        <pc:chgData name="嘉展 張" userId="56c0cc265fef7f12" providerId="LiveId" clId="{61A3D83D-8E70-4168-93F8-664275C06C64}" dt="2025-07-09T08:36:52.758" v="629" actId="47"/>
        <pc:sldMkLst>
          <pc:docMk/>
          <pc:sldMk cId="1652940647" sldId="335"/>
        </pc:sldMkLst>
      </pc:sldChg>
      <pc:sldChg chg="modSp mod">
        <pc:chgData name="嘉展 張" userId="56c0cc265fef7f12" providerId="LiveId" clId="{61A3D83D-8E70-4168-93F8-664275C06C64}" dt="2025-07-09T08:37:56.642" v="658" actId="207"/>
        <pc:sldMkLst>
          <pc:docMk/>
          <pc:sldMk cId="3676040206" sldId="336"/>
        </pc:sldMkLst>
      </pc:sldChg>
      <pc:sldChg chg="modSp mod ord">
        <pc:chgData name="嘉展 張" userId="56c0cc265fef7f12" providerId="LiveId" clId="{61A3D83D-8E70-4168-93F8-664275C06C64}" dt="2025-07-09T08:36:46.609" v="628" actId="207"/>
        <pc:sldMkLst>
          <pc:docMk/>
          <pc:sldMk cId="2128628793" sldId="337"/>
        </pc:sldMkLst>
      </pc:sldChg>
      <pc:sldChg chg="modSp mod">
        <pc:chgData name="嘉展 張" userId="56c0cc265fef7f12" providerId="LiveId" clId="{61A3D83D-8E70-4168-93F8-664275C06C64}" dt="2025-07-09T08:47:51.529" v="819" actId="5793"/>
        <pc:sldMkLst>
          <pc:docMk/>
          <pc:sldMk cId="3383698067" sldId="342"/>
        </pc:sldMkLst>
      </pc:sldChg>
      <pc:sldChg chg="modSp mod">
        <pc:chgData name="嘉展 張" userId="56c0cc265fef7f12" providerId="LiveId" clId="{61A3D83D-8E70-4168-93F8-664275C06C64}" dt="2025-07-09T08:49:53.628" v="855" actId="207"/>
        <pc:sldMkLst>
          <pc:docMk/>
          <pc:sldMk cId="345017411" sldId="343"/>
        </pc:sldMkLst>
      </pc:sldChg>
      <pc:sldChg chg="addSp delSp modSp mod">
        <pc:chgData name="嘉展 張" userId="56c0cc265fef7f12" providerId="LiveId" clId="{61A3D83D-8E70-4168-93F8-664275C06C64}" dt="2025-07-09T08:50:25.732" v="856" actId="207"/>
        <pc:sldMkLst>
          <pc:docMk/>
          <pc:sldMk cId="3752334464" sldId="345"/>
        </pc:sldMkLst>
      </pc:sldChg>
      <pc:sldChg chg="addSp delSp modSp mod">
        <pc:chgData name="嘉展 張" userId="56c0cc265fef7f12" providerId="LiveId" clId="{61A3D83D-8E70-4168-93F8-664275C06C64}" dt="2025-07-09T08:44:55.675" v="778" actId="20577"/>
        <pc:sldMkLst>
          <pc:docMk/>
          <pc:sldMk cId="1115666099" sldId="346"/>
        </pc:sldMkLst>
      </pc:sldChg>
      <pc:sldChg chg="addSp delSp modSp mod">
        <pc:chgData name="嘉展 張" userId="56c0cc265fef7f12" providerId="LiveId" clId="{61A3D83D-8E70-4168-93F8-664275C06C64}" dt="2025-07-09T08:45:47.099" v="793"/>
        <pc:sldMkLst>
          <pc:docMk/>
          <pc:sldMk cId="3822570613" sldId="347"/>
        </pc:sldMkLst>
      </pc:sldChg>
      <pc:sldChg chg="del">
        <pc:chgData name="嘉展 張" userId="56c0cc265fef7f12" providerId="LiveId" clId="{61A3D83D-8E70-4168-93F8-664275C06C64}" dt="2025-07-09T08:46:08.197" v="794" actId="47"/>
        <pc:sldMkLst>
          <pc:docMk/>
          <pc:sldMk cId="2652490174" sldId="348"/>
        </pc:sldMkLst>
      </pc:sldChg>
      <pc:sldChg chg="del">
        <pc:chgData name="嘉展 張" userId="56c0cc265fef7f12" providerId="LiveId" clId="{61A3D83D-8E70-4168-93F8-664275C06C64}" dt="2025-07-09T08:46:08.197" v="794" actId="47"/>
        <pc:sldMkLst>
          <pc:docMk/>
          <pc:sldMk cId="2056490660" sldId="349"/>
        </pc:sldMkLst>
      </pc:sldChg>
      <pc:sldChg chg="del">
        <pc:chgData name="嘉展 張" userId="56c0cc265fef7f12" providerId="LiveId" clId="{61A3D83D-8E70-4168-93F8-664275C06C64}" dt="2025-07-09T08:37:50.990" v="657" actId="47"/>
        <pc:sldMkLst>
          <pc:docMk/>
          <pc:sldMk cId="1893602695" sldId="350"/>
        </pc:sldMkLst>
      </pc:sldChg>
      <pc:sldChg chg="modSp add mod ord">
        <pc:chgData name="嘉展 張" userId="56c0cc265fef7f12" providerId="LiveId" clId="{61A3D83D-8E70-4168-93F8-664275C06C64}" dt="2025-07-09T08:36:58.667" v="633" actId="207"/>
        <pc:sldMkLst>
          <pc:docMk/>
          <pc:sldMk cId="732333138" sldId="351"/>
        </pc:sldMkLst>
      </pc:sldChg>
      <pc:sldChg chg="add">
        <pc:chgData name="嘉展 張" userId="56c0cc265fef7f12" providerId="LiveId" clId="{61A3D83D-8E70-4168-93F8-664275C06C64}" dt="2025-07-09T08:37:49.462" v="656"/>
        <pc:sldMkLst>
          <pc:docMk/>
          <pc:sldMk cId="838783306" sldId="352"/>
        </pc:sldMkLst>
      </pc:sldChg>
      <pc:sldChg chg="modSp add mod">
        <pc:chgData name="嘉展 張" userId="56c0cc265fef7f12" providerId="LiveId" clId="{61A3D83D-8E70-4168-93F8-664275C06C64}" dt="2025-07-09T08:44:59.889" v="784" actId="20577"/>
        <pc:sldMkLst>
          <pc:docMk/>
          <pc:sldMk cId="1406075394" sldId="353"/>
        </pc:sldMkLst>
      </pc:sldChg>
      <pc:sldChg chg="modSp add mod">
        <pc:chgData name="嘉展 張" userId="56c0cc265fef7f12" providerId="LiveId" clId="{61A3D83D-8E70-4168-93F8-664275C06C64}" dt="2025-07-09T08:46:38.988" v="804" actId="15"/>
        <pc:sldMkLst>
          <pc:docMk/>
          <pc:sldMk cId="2503062332" sldId="354"/>
        </pc:sldMkLst>
      </pc:sldChg>
      <pc:sldChg chg="addSp delSp modSp add mod">
        <pc:chgData name="嘉展 張" userId="56c0cc265fef7f12" providerId="LiveId" clId="{61A3D83D-8E70-4168-93F8-664275C06C64}" dt="2025-07-09T08:47:25.416" v="812"/>
        <pc:sldMkLst>
          <pc:docMk/>
          <pc:sldMk cId="2169278876" sldId="355"/>
        </pc:sldMkLst>
      </pc:sldChg>
      <pc:sldMasterChg chg="modSldLayout">
        <pc:chgData name="嘉展 張" userId="56c0cc265fef7f12" providerId="LiveId" clId="{61A3D83D-8E70-4168-93F8-664275C06C64}" dt="2025-07-07T22:46:29.148" v="596" actId="20577"/>
        <pc:sldMasterMkLst>
          <pc:docMk/>
          <pc:sldMasterMk cId="2733321511" sldId="2147483688"/>
        </pc:sldMasterMkLst>
        <pc:sldLayoutChg chg="modSp mod">
          <pc:chgData name="嘉展 張" userId="56c0cc265fef7f12" providerId="LiveId" clId="{61A3D83D-8E70-4168-93F8-664275C06C64}" dt="2025-07-07T22:46:29.148" v="596" actId="20577"/>
          <pc:sldLayoutMkLst>
            <pc:docMk/>
            <pc:sldMasterMk cId="2733321511" sldId="2147483688"/>
            <pc:sldLayoutMk cId="2749409723" sldId="2147483690"/>
          </pc:sldLayoutMkLst>
        </pc:sldLayoutChg>
      </pc:sldMasterChg>
    </pc:docChg>
  </pc:docChgLst>
  <pc:docChgLst>
    <pc:chgData name="嘉展 張" userId="56c0cc265fef7f12" providerId="LiveId" clId="{871B63E1-5688-4BC9-A264-EFDDC7298B48}"/>
    <pc:docChg chg="undo custSel addSld delSld modSld modMainMaster">
      <pc:chgData name="嘉展 張" userId="56c0cc265fef7f12" providerId="LiveId" clId="{871B63E1-5688-4BC9-A264-EFDDC7298B48}" dt="2025-07-11T23:25:53.146" v="183" actId="5793"/>
      <pc:docMkLst>
        <pc:docMk/>
      </pc:docMkLst>
      <pc:sldChg chg="modSp mod">
        <pc:chgData name="嘉展 張" userId="56c0cc265fef7f12" providerId="LiveId" clId="{871B63E1-5688-4BC9-A264-EFDDC7298B48}" dt="2025-07-11T23:13:48.171" v="11"/>
        <pc:sldMkLst>
          <pc:docMk/>
          <pc:sldMk cId="1698366788" sldId="274"/>
        </pc:sldMkLst>
      </pc:sldChg>
      <pc:sldChg chg="del">
        <pc:chgData name="嘉展 張" userId="56c0cc265fef7f12" providerId="LiveId" clId="{871B63E1-5688-4BC9-A264-EFDDC7298B48}" dt="2025-07-11T23:21:07.059" v="123" actId="47"/>
        <pc:sldMkLst>
          <pc:docMk/>
          <pc:sldMk cId="3676040206" sldId="336"/>
        </pc:sldMkLst>
      </pc:sldChg>
      <pc:sldChg chg="modSp mod">
        <pc:chgData name="嘉展 張" userId="56c0cc265fef7f12" providerId="LiveId" clId="{871B63E1-5688-4BC9-A264-EFDDC7298B48}" dt="2025-07-11T23:25:53.146" v="183" actId="5793"/>
        <pc:sldMkLst>
          <pc:docMk/>
          <pc:sldMk cId="3383698067" sldId="342"/>
        </pc:sldMkLst>
      </pc:sldChg>
      <pc:sldChg chg="modSp mod">
        <pc:chgData name="嘉展 張" userId="56c0cc265fef7f12" providerId="LiveId" clId="{871B63E1-5688-4BC9-A264-EFDDC7298B48}" dt="2025-07-11T23:23:17.764" v="150" actId="20577"/>
        <pc:sldMkLst>
          <pc:docMk/>
          <pc:sldMk cId="345017411" sldId="343"/>
        </pc:sldMkLst>
      </pc:sldChg>
      <pc:sldChg chg="modSp mod">
        <pc:chgData name="嘉展 張" userId="56c0cc265fef7f12" providerId="LiveId" clId="{871B63E1-5688-4BC9-A264-EFDDC7298B48}" dt="2025-07-11T23:21:28.196" v="125" actId="15"/>
        <pc:sldMkLst>
          <pc:docMk/>
          <pc:sldMk cId="3752334464" sldId="345"/>
        </pc:sldMkLst>
      </pc:sldChg>
      <pc:sldChg chg="modSp mod">
        <pc:chgData name="嘉展 張" userId="56c0cc265fef7f12" providerId="LiveId" clId="{871B63E1-5688-4BC9-A264-EFDDC7298B48}" dt="2025-07-11T23:22:00.820" v="130" actId="15"/>
        <pc:sldMkLst>
          <pc:docMk/>
          <pc:sldMk cId="1115666099" sldId="346"/>
        </pc:sldMkLst>
      </pc:sldChg>
      <pc:sldChg chg="modSp mod">
        <pc:chgData name="嘉展 張" userId="56c0cc265fef7f12" providerId="LiveId" clId="{871B63E1-5688-4BC9-A264-EFDDC7298B48}" dt="2025-07-11T23:22:18.321" v="133"/>
        <pc:sldMkLst>
          <pc:docMk/>
          <pc:sldMk cId="3822570613" sldId="347"/>
        </pc:sldMkLst>
      </pc:sldChg>
      <pc:sldChg chg="modSp mod">
        <pc:chgData name="嘉展 張" userId="56c0cc265fef7f12" providerId="LiveId" clId="{871B63E1-5688-4BC9-A264-EFDDC7298B48}" dt="2025-07-11T23:20:59.511" v="121" actId="207"/>
        <pc:sldMkLst>
          <pc:docMk/>
          <pc:sldMk cId="732333138" sldId="351"/>
        </pc:sldMkLst>
      </pc:sldChg>
      <pc:sldChg chg="modSp mod">
        <pc:chgData name="嘉展 張" userId="56c0cc265fef7f12" providerId="LiveId" clId="{871B63E1-5688-4BC9-A264-EFDDC7298B48}" dt="2025-07-11T23:22:37.686" v="135" actId="15"/>
        <pc:sldMkLst>
          <pc:docMk/>
          <pc:sldMk cId="2503062332" sldId="354"/>
        </pc:sldMkLst>
      </pc:sldChg>
      <pc:sldChg chg="modSp mod">
        <pc:chgData name="嘉展 張" userId="56c0cc265fef7f12" providerId="LiveId" clId="{871B63E1-5688-4BC9-A264-EFDDC7298B48}" dt="2025-07-11T23:22:54.190" v="138"/>
        <pc:sldMkLst>
          <pc:docMk/>
          <pc:sldMk cId="2169278876" sldId="355"/>
        </pc:sldMkLst>
      </pc:sldChg>
      <pc:sldChg chg="modSp mod">
        <pc:chgData name="嘉展 張" userId="56c0cc265fef7f12" providerId="LiveId" clId="{871B63E1-5688-4BC9-A264-EFDDC7298B48}" dt="2025-07-11T23:21:47.926" v="128"/>
        <pc:sldMkLst>
          <pc:docMk/>
          <pc:sldMk cId="4193172206" sldId="358"/>
        </pc:sldMkLst>
      </pc:sldChg>
      <pc:sldChg chg="modSp mod">
        <pc:chgData name="嘉展 張" userId="56c0cc265fef7f12" providerId="LiveId" clId="{871B63E1-5688-4BC9-A264-EFDDC7298B48}" dt="2025-07-11T23:21:01.265" v="122" actId="207"/>
        <pc:sldMkLst>
          <pc:docMk/>
          <pc:sldMk cId="3585428774" sldId="359"/>
        </pc:sldMkLst>
      </pc:sldChg>
      <pc:sldChg chg="del">
        <pc:chgData name="嘉展 張" userId="56c0cc265fef7f12" providerId="LiveId" clId="{871B63E1-5688-4BC9-A264-EFDDC7298B48}" dt="2025-07-11T23:21:07.059" v="123" actId="47"/>
        <pc:sldMkLst>
          <pc:docMk/>
          <pc:sldMk cId="771378846" sldId="361"/>
        </pc:sldMkLst>
      </pc:sldChg>
      <pc:sldChg chg="add">
        <pc:chgData name="嘉展 張" userId="56c0cc265fef7f12" providerId="LiveId" clId="{871B63E1-5688-4BC9-A264-EFDDC7298B48}" dt="2025-07-11T23:18:10.223" v="57"/>
        <pc:sldMkLst>
          <pc:docMk/>
          <pc:sldMk cId="2643400217" sldId="362"/>
        </pc:sldMkLst>
      </pc:sldChg>
      <pc:sldChg chg="add">
        <pc:chgData name="嘉展 張" userId="56c0cc265fef7f12" providerId="LiveId" clId="{871B63E1-5688-4BC9-A264-EFDDC7298B48}" dt="2025-07-11T23:20:56.187" v="120"/>
        <pc:sldMkLst>
          <pc:docMk/>
          <pc:sldMk cId="1308011151" sldId="363"/>
        </pc:sldMkLst>
      </pc:sldChg>
      <pc:sldMasterChg chg="modSldLayout">
        <pc:chgData name="嘉展 張" userId="56c0cc265fef7f12" providerId="LiveId" clId="{871B63E1-5688-4BC9-A264-EFDDC7298B48}" dt="2025-07-11T23:18:41.043" v="80" actId="20577"/>
        <pc:sldMasterMkLst>
          <pc:docMk/>
          <pc:sldMasterMk cId="2733321511" sldId="2147483688"/>
        </pc:sldMasterMkLst>
        <pc:sldLayoutChg chg="modSp mod">
          <pc:chgData name="嘉展 張" userId="56c0cc265fef7f12" providerId="LiveId" clId="{871B63E1-5688-4BC9-A264-EFDDC7298B48}" dt="2025-07-11T23:18:41.043" v="80" actId="20577"/>
          <pc:sldLayoutMkLst>
            <pc:docMk/>
            <pc:sldMasterMk cId="2733321511" sldId="2147483688"/>
            <pc:sldLayoutMk cId="2749409723" sldId="2147483690"/>
          </pc:sldLayoutMkLst>
        </pc:sldLayoutChg>
      </pc:sldMasterChg>
    </pc:docChg>
  </pc:docChgLst>
  <pc:docChgLst>
    <pc:chgData name="嘉展 張" userId="56c0cc265fef7f12" providerId="LiveId" clId="{7C6C2923-82F6-4236-9CB5-3F8454DD2333}"/>
    <pc:docChg chg="undo redo custSel addSld delSld modSld modMainMaster">
      <pc:chgData name="嘉展 張" userId="56c0cc265fef7f12" providerId="LiveId" clId="{7C6C2923-82F6-4236-9CB5-3F8454DD2333}" dt="2025-08-20T12:42:05.296" v="255"/>
      <pc:docMkLst>
        <pc:docMk/>
      </pc:docMkLst>
      <pc:sldChg chg="addSp delSp modSp mod">
        <pc:chgData name="嘉展 張" userId="56c0cc265fef7f12" providerId="LiveId" clId="{7C6C2923-82F6-4236-9CB5-3F8454DD2333}" dt="2025-07-13T22:38:47.078" v="194" actId="207"/>
        <pc:sldMkLst>
          <pc:docMk/>
          <pc:sldMk cId="732333138" sldId="351"/>
        </pc:sldMkLst>
      </pc:sldChg>
      <pc:sldChg chg="modSp mod">
        <pc:chgData name="嘉展 張" userId="56c0cc265fef7f12" providerId="LiveId" clId="{7C6C2923-82F6-4236-9CB5-3F8454DD2333}" dt="2025-07-13T22:41:58.678" v="207" actId="15"/>
        <pc:sldMkLst>
          <pc:docMk/>
          <pc:sldMk cId="2503062332" sldId="354"/>
        </pc:sldMkLst>
      </pc:sldChg>
      <pc:sldChg chg="modSp mod">
        <pc:chgData name="嘉展 張" userId="56c0cc265fef7f12" providerId="LiveId" clId="{7C6C2923-82F6-4236-9CB5-3F8454DD2333}" dt="2025-07-13T22:42:24.359" v="210"/>
        <pc:sldMkLst>
          <pc:docMk/>
          <pc:sldMk cId="2169278876" sldId="355"/>
        </pc:sldMkLst>
      </pc:sldChg>
      <pc:sldChg chg="modSp mod">
        <pc:chgData name="嘉展 張" userId="56c0cc265fef7f12" providerId="LiveId" clId="{7C6C2923-82F6-4236-9CB5-3F8454DD2333}" dt="2025-07-13T22:39:24.136" v="196" actId="15"/>
        <pc:sldMkLst>
          <pc:docMk/>
          <pc:sldMk cId="4193172206" sldId="358"/>
        </pc:sldMkLst>
      </pc:sldChg>
      <pc:sldChg chg="modSp mod">
        <pc:chgData name="嘉展 張" userId="56c0cc265fef7f12" providerId="LiveId" clId="{7C6C2923-82F6-4236-9CB5-3F8454DD2333}" dt="2025-07-13T22:35:44.551" v="144" actId="207"/>
        <pc:sldMkLst>
          <pc:docMk/>
          <pc:sldMk cId="3585428774" sldId="359"/>
        </pc:sldMkLst>
      </pc:sldChg>
      <pc:sldChg chg="del">
        <pc:chgData name="嘉展 張" userId="56c0cc265fef7f12" providerId="LiveId" clId="{7C6C2923-82F6-4236-9CB5-3F8454DD2333}" dt="2025-07-13T22:35:41.671" v="143" actId="47"/>
        <pc:sldMkLst>
          <pc:docMk/>
          <pc:sldMk cId="3330119125" sldId="366"/>
        </pc:sldMkLst>
      </pc:sldChg>
      <pc:sldChg chg="del">
        <pc:chgData name="嘉展 張" userId="56c0cc265fef7f12" providerId="LiveId" clId="{7C6C2923-82F6-4236-9CB5-3F8454DD2333}" dt="2025-07-13T22:36:57.978" v="164" actId="47"/>
        <pc:sldMkLst>
          <pc:docMk/>
          <pc:sldMk cId="3880434486" sldId="369"/>
        </pc:sldMkLst>
      </pc:sldChg>
      <pc:sldChg chg="modSp mod">
        <pc:chgData name="嘉展 張" userId="56c0cc265fef7f12" providerId="LiveId" clId="{7C6C2923-82F6-4236-9CB5-3F8454DD2333}" dt="2025-07-13T22:39:47.736" v="200"/>
        <pc:sldMkLst>
          <pc:docMk/>
          <pc:sldMk cId="988387482" sldId="370"/>
        </pc:sldMkLst>
      </pc:sldChg>
      <pc:sldChg chg="add">
        <pc:chgData name="嘉展 張" userId="56c0cc265fef7f12" providerId="LiveId" clId="{7C6C2923-82F6-4236-9CB5-3F8454DD2333}" dt="2025-07-13T22:35:40.278" v="142"/>
        <pc:sldMkLst>
          <pc:docMk/>
          <pc:sldMk cId="3132866523" sldId="371"/>
        </pc:sldMkLst>
      </pc:sldChg>
      <pc:sldChg chg="add">
        <pc:chgData name="嘉展 張" userId="56c0cc265fef7f12" providerId="LiveId" clId="{7C6C2923-82F6-4236-9CB5-3F8454DD2333}" dt="2025-07-13T22:38:43.920" v="193"/>
        <pc:sldMkLst>
          <pc:docMk/>
          <pc:sldMk cId="620344238" sldId="372"/>
        </pc:sldMkLst>
      </pc:sldChg>
    </pc:docChg>
  </pc:docChgLst>
  <pc:docChgLst>
    <pc:chgData name="嘉展 張" userId="56c0cc265fef7f12" providerId="LiveId" clId="{879AC0E9-7501-4668-80DB-CE5CA74F18BF}"/>
    <pc:docChg chg="undo custSel addSld delSld modSld modMainMaster">
      <pc:chgData name="嘉展 張" userId="56c0cc265fef7f12" providerId="LiveId" clId="{879AC0E9-7501-4668-80DB-CE5CA74F18BF}" dt="2025-07-12T16:13:38.248" v="196" actId="20577"/>
      <pc:docMkLst>
        <pc:docMk/>
      </pc:docMkLst>
      <pc:sldChg chg="modSp mod">
        <pc:chgData name="嘉展 張" userId="56c0cc265fef7f12" providerId="LiveId" clId="{879AC0E9-7501-4668-80DB-CE5CA74F18BF}" dt="2025-07-12T14:30:51.547" v="40" actId="27636"/>
        <pc:sldMkLst>
          <pc:docMk/>
          <pc:sldMk cId="1698366788" sldId="274"/>
        </pc:sldMkLst>
      </pc:sldChg>
      <pc:sldChg chg="modSp mod">
        <pc:chgData name="嘉展 張" userId="56c0cc265fef7f12" providerId="LiveId" clId="{879AC0E9-7501-4668-80DB-CE5CA74F18BF}" dt="2025-07-12T16:13:38.248" v="196" actId="20577"/>
        <pc:sldMkLst>
          <pc:docMk/>
          <pc:sldMk cId="3383698067" sldId="342"/>
        </pc:sldMkLst>
      </pc:sldChg>
      <pc:sldChg chg="modSp mod">
        <pc:chgData name="嘉展 張" userId="56c0cc265fef7f12" providerId="LiveId" clId="{879AC0E9-7501-4668-80DB-CE5CA74F18BF}" dt="2025-07-12T16:13:26.939" v="184" actId="6549"/>
        <pc:sldMkLst>
          <pc:docMk/>
          <pc:sldMk cId="345017411" sldId="343"/>
        </pc:sldMkLst>
      </pc:sldChg>
      <pc:sldChg chg="modSp mod">
        <pc:chgData name="嘉展 張" userId="56c0cc265fef7f12" providerId="LiveId" clId="{879AC0E9-7501-4668-80DB-CE5CA74F18BF}" dt="2025-07-12T15:36:04.544" v="104" actId="15"/>
        <pc:sldMkLst>
          <pc:docMk/>
          <pc:sldMk cId="3752334464" sldId="345"/>
        </pc:sldMkLst>
      </pc:sldChg>
      <pc:sldChg chg="modSp mod">
        <pc:chgData name="嘉展 張" userId="56c0cc265fef7f12" providerId="LiveId" clId="{879AC0E9-7501-4668-80DB-CE5CA74F18BF}" dt="2025-07-12T16:07:10.911" v="137" actId="15"/>
        <pc:sldMkLst>
          <pc:docMk/>
          <pc:sldMk cId="1115666099" sldId="346"/>
        </pc:sldMkLst>
      </pc:sldChg>
      <pc:sldChg chg="modSp mod">
        <pc:chgData name="嘉展 張" userId="56c0cc265fef7f12" providerId="LiveId" clId="{879AC0E9-7501-4668-80DB-CE5CA74F18BF}" dt="2025-07-12T16:07:28.807" v="140"/>
        <pc:sldMkLst>
          <pc:docMk/>
          <pc:sldMk cId="3822570613" sldId="347"/>
        </pc:sldMkLst>
      </pc:sldChg>
      <pc:sldChg chg="modSp mod">
        <pc:chgData name="嘉展 張" userId="56c0cc265fef7f12" providerId="LiveId" clId="{879AC0E9-7501-4668-80DB-CE5CA74F18BF}" dt="2025-07-12T15:09:07.935" v="102" actId="207"/>
        <pc:sldMkLst>
          <pc:docMk/>
          <pc:sldMk cId="732333138" sldId="351"/>
        </pc:sldMkLst>
      </pc:sldChg>
      <pc:sldChg chg="modSp mod">
        <pc:chgData name="嘉展 張" userId="56c0cc265fef7f12" providerId="LiveId" clId="{879AC0E9-7501-4668-80DB-CE5CA74F18BF}" dt="2025-07-12T16:07:44.860" v="142" actId="15"/>
        <pc:sldMkLst>
          <pc:docMk/>
          <pc:sldMk cId="2503062332" sldId="354"/>
        </pc:sldMkLst>
      </pc:sldChg>
      <pc:sldChg chg="modSp mod">
        <pc:chgData name="嘉展 張" userId="56c0cc265fef7f12" providerId="LiveId" clId="{879AC0E9-7501-4668-80DB-CE5CA74F18BF}" dt="2025-07-12T16:08:05.777" v="145"/>
        <pc:sldMkLst>
          <pc:docMk/>
          <pc:sldMk cId="2169278876" sldId="355"/>
        </pc:sldMkLst>
      </pc:sldChg>
      <pc:sldChg chg="modSp mod">
        <pc:chgData name="嘉展 張" userId="56c0cc265fef7f12" providerId="LiveId" clId="{879AC0E9-7501-4668-80DB-CE5CA74F18BF}" dt="2025-07-12T15:42:43.207" v="135" actId="1035"/>
        <pc:sldMkLst>
          <pc:docMk/>
          <pc:sldMk cId="4193172206" sldId="358"/>
        </pc:sldMkLst>
      </pc:sldChg>
      <pc:sldChg chg="modSp mod">
        <pc:chgData name="嘉展 張" userId="56c0cc265fef7f12" providerId="LiveId" clId="{879AC0E9-7501-4668-80DB-CE5CA74F18BF}" dt="2025-07-12T14:55:12.837" v="56" actId="20577"/>
        <pc:sldMkLst>
          <pc:docMk/>
          <pc:sldMk cId="3585428774" sldId="359"/>
        </pc:sldMkLst>
      </pc:sldChg>
      <pc:sldChg chg="del">
        <pc:chgData name="嘉展 張" userId="56c0cc265fef7f12" providerId="LiveId" clId="{879AC0E9-7501-4668-80DB-CE5CA74F18BF}" dt="2025-07-12T15:09:04.989" v="101" actId="47"/>
        <pc:sldMkLst>
          <pc:docMk/>
          <pc:sldMk cId="1800767988" sldId="367"/>
        </pc:sldMkLst>
      </pc:sldChg>
      <pc:sldChg chg="add">
        <pc:chgData name="嘉展 張" userId="56c0cc265fef7f12" providerId="LiveId" clId="{879AC0E9-7501-4668-80DB-CE5CA74F18BF}" dt="2025-07-12T15:09:02.987" v="100"/>
        <pc:sldMkLst>
          <pc:docMk/>
          <pc:sldMk cId="1054572155" sldId="368"/>
        </pc:sldMkLst>
      </pc:sldChg>
      <pc:sldMasterChg chg="modSldLayout">
        <pc:chgData name="嘉展 張" userId="56c0cc265fef7f12" providerId="LiveId" clId="{879AC0E9-7501-4668-80DB-CE5CA74F18BF}" dt="2025-07-12T14:19:41.818" v="31" actId="20577"/>
        <pc:sldMasterMkLst>
          <pc:docMk/>
          <pc:sldMasterMk cId="2733321511" sldId="2147483688"/>
        </pc:sldMasterMkLst>
        <pc:sldLayoutChg chg="modSp mod">
          <pc:chgData name="嘉展 張" userId="56c0cc265fef7f12" providerId="LiveId" clId="{879AC0E9-7501-4668-80DB-CE5CA74F18BF}" dt="2025-07-12T14:19:41.818" v="31" actId="20577"/>
          <pc:sldLayoutMkLst>
            <pc:docMk/>
            <pc:sldMasterMk cId="2733321511" sldId="2147483688"/>
            <pc:sldLayoutMk cId="2749409723" sldId="2147483690"/>
          </pc:sldLayoutMkLst>
        </pc:sldLayoutChg>
      </pc:sldMasterChg>
    </pc:docChg>
  </pc:docChgLst>
  <pc:docChgLst>
    <pc:chgData name="嘉展 張" userId="56c0cc265fef7f12" providerId="LiveId" clId="{B8F15BBE-A2E8-4DCB-B8C2-722EEBD073BE}"/>
    <pc:docChg chg="undo redo custSel addSld delSld modSld modMainMaster">
      <pc:chgData name="嘉展 張" userId="56c0cc265fef7f12" providerId="LiveId" clId="{B8F15BBE-A2E8-4DCB-B8C2-722EEBD073BE}" dt="2025-07-11T23:37:36.079" v="211" actId="20577"/>
      <pc:docMkLst>
        <pc:docMk/>
      </pc:docMkLst>
      <pc:sldChg chg="modSp mod">
        <pc:chgData name="嘉展 張" userId="56c0cc265fef7f12" providerId="LiveId" clId="{B8F15BBE-A2E8-4DCB-B8C2-722EEBD073BE}" dt="2025-07-11T23:32:58.322" v="141" actId="6549"/>
        <pc:sldMkLst>
          <pc:docMk/>
          <pc:sldMk cId="4193172206" sldId="358"/>
        </pc:sldMkLst>
      </pc:sldChg>
      <pc:sldChg chg="modSp mod">
        <pc:chgData name="嘉展 張" userId="56c0cc265fef7f12" providerId="LiveId" clId="{B8F15BBE-A2E8-4DCB-B8C2-722EEBD073BE}" dt="2025-07-11T23:29:58.509" v="83" actId="207"/>
        <pc:sldMkLst>
          <pc:docMk/>
          <pc:sldMk cId="3585428774" sldId="359"/>
        </pc:sldMkLst>
      </pc:sldChg>
      <pc:sldChg chg="del">
        <pc:chgData name="嘉展 張" userId="56c0cc265fef7f12" providerId="LiveId" clId="{B8F15BBE-A2E8-4DCB-B8C2-722EEBD073BE}" dt="2025-07-11T23:29:53.142" v="81" actId="47"/>
        <pc:sldMkLst>
          <pc:docMk/>
          <pc:sldMk cId="2643400217" sldId="362"/>
        </pc:sldMkLst>
      </pc:sldChg>
      <pc:sldChg chg="del">
        <pc:chgData name="嘉展 張" userId="56c0cc265fef7f12" providerId="LiveId" clId="{B8F15BBE-A2E8-4DCB-B8C2-722EEBD073BE}" dt="2025-07-11T23:31:42.132" v="129" actId="47"/>
        <pc:sldMkLst>
          <pc:docMk/>
          <pc:sldMk cId="1308011151" sldId="363"/>
        </pc:sldMkLst>
      </pc:sldChg>
      <pc:sldChg chg="add">
        <pc:chgData name="嘉展 張" userId="56c0cc265fef7f12" providerId="LiveId" clId="{B8F15BBE-A2E8-4DCB-B8C2-722EEBD073BE}" dt="2025-07-11T23:29:54.524" v="82"/>
        <pc:sldMkLst>
          <pc:docMk/>
          <pc:sldMk cId="2901890192" sldId="364"/>
        </pc:sldMkLst>
      </pc:sldChg>
      <pc:sldChg chg="add">
        <pc:chgData name="嘉展 張" userId="56c0cc265fef7f12" providerId="LiveId" clId="{B8F15BBE-A2E8-4DCB-B8C2-722EEBD073BE}" dt="2025-07-11T23:31:40.443" v="128"/>
        <pc:sldMkLst>
          <pc:docMk/>
          <pc:sldMk cId="4208653585" sldId="365"/>
        </pc:sldMkLst>
      </pc:sldChg>
      <pc:sldChg chg="addSp delSp modSp add del mod">
        <pc:chgData name="嘉展 張" userId="56c0cc265fef7f12" providerId="LiveId" clId="{B8F15BBE-A2E8-4DCB-B8C2-722EEBD073BE}" dt="2025-07-11T23:35:29.456" v="171" actId="47"/>
        <pc:sldMkLst>
          <pc:docMk/>
          <pc:sldMk cId="2529413341" sldId="366"/>
        </pc:sldMkLst>
      </pc:sldChg>
    </pc:docChg>
  </pc:docChgLst>
  <pc:docChgLst>
    <pc:chgData name="嘉展 張" userId="56c0cc265fef7f12" providerId="LiveId" clId="{8E012BFB-294C-4CBC-BFD9-F4F33BC901B5}"/>
    <pc:docChg chg="undo custSel addSld delSld modSld modMainMaster">
      <pc:chgData name="嘉展 張" userId="56c0cc265fef7f12" providerId="LiveId" clId="{8E012BFB-294C-4CBC-BFD9-F4F33BC901B5}" dt="2025-07-07T13:15:43.499" v="1890"/>
      <pc:docMkLst>
        <pc:docMk/>
      </pc:docMkLst>
      <pc:sldChg chg="modSp mod">
        <pc:chgData name="嘉展 張" userId="56c0cc265fef7f12" providerId="LiveId" clId="{8E012BFB-294C-4CBC-BFD9-F4F33BC901B5}" dt="2025-07-07T12:02:26.523" v="105" actId="20577"/>
        <pc:sldMkLst>
          <pc:docMk/>
          <pc:sldMk cId="1698366788" sldId="274"/>
        </pc:sldMkLst>
      </pc:sldChg>
      <pc:sldChg chg="modSp mod">
        <pc:chgData name="嘉展 張" userId="56c0cc265fef7f12" providerId="LiveId" clId="{8E012BFB-294C-4CBC-BFD9-F4F33BC901B5}" dt="2025-07-07T12:50:50.900" v="961"/>
        <pc:sldMkLst>
          <pc:docMk/>
          <pc:sldMk cId="516855969" sldId="328"/>
        </pc:sldMkLst>
      </pc:sldChg>
      <pc:sldChg chg="modSp mod">
        <pc:chgData name="嘉展 張" userId="56c0cc265fef7f12" providerId="LiveId" clId="{8E012BFB-294C-4CBC-BFD9-F4F33BC901B5}" dt="2025-07-07T12:22:12.557" v="459" actId="20577"/>
        <pc:sldMkLst>
          <pc:docMk/>
          <pc:sldMk cId="1652940647" sldId="335"/>
        </pc:sldMkLst>
      </pc:sldChg>
      <pc:sldChg chg="modSp mod">
        <pc:chgData name="嘉展 張" userId="56c0cc265fef7f12" providerId="LiveId" clId="{8E012BFB-294C-4CBC-BFD9-F4F33BC901B5}" dt="2025-07-07T12:47:32.732" v="938" actId="207"/>
        <pc:sldMkLst>
          <pc:docMk/>
          <pc:sldMk cId="3676040206" sldId="336"/>
        </pc:sldMkLst>
      </pc:sldChg>
      <pc:sldChg chg="modSp mod">
        <pc:chgData name="嘉展 張" userId="56c0cc265fef7f12" providerId="LiveId" clId="{8E012BFB-294C-4CBC-BFD9-F4F33BC901B5}" dt="2025-07-07T12:23:48.151" v="466" actId="207"/>
        <pc:sldMkLst>
          <pc:docMk/>
          <pc:sldMk cId="2128628793" sldId="337"/>
        </pc:sldMkLst>
      </pc:sldChg>
      <pc:sldChg chg="modSp mod">
        <pc:chgData name="嘉展 張" userId="56c0cc265fef7f12" providerId="LiveId" clId="{8E012BFB-294C-4CBC-BFD9-F4F33BC901B5}" dt="2025-07-07T13:15:23.668" v="1886" actId="1076"/>
        <pc:sldMkLst>
          <pc:docMk/>
          <pc:sldMk cId="3383698067" sldId="342"/>
        </pc:sldMkLst>
      </pc:sldChg>
      <pc:sldChg chg="modSp mod">
        <pc:chgData name="嘉展 張" userId="56c0cc265fef7f12" providerId="LiveId" clId="{8E012BFB-294C-4CBC-BFD9-F4F33BC901B5}" dt="2025-07-07T13:15:43.499" v="1890"/>
        <pc:sldMkLst>
          <pc:docMk/>
          <pc:sldMk cId="345017411" sldId="343"/>
        </pc:sldMkLst>
      </pc:sldChg>
      <pc:sldChg chg="del">
        <pc:chgData name="嘉展 張" userId="56c0cc265fef7f12" providerId="LiveId" clId="{8E012BFB-294C-4CBC-BFD9-F4F33BC901B5}" dt="2025-07-07T12:41:39.935" v="731" actId="47"/>
        <pc:sldMkLst>
          <pc:docMk/>
          <pc:sldMk cId="919750547" sldId="344"/>
        </pc:sldMkLst>
      </pc:sldChg>
      <pc:sldChg chg="modSp mod">
        <pc:chgData name="嘉展 張" userId="56c0cc265fef7f12" providerId="LiveId" clId="{8E012BFB-294C-4CBC-BFD9-F4F33BC901B5}" dt="2025-07-07T12:51:07.548" v="963"/>
        <pc:sldMkLst>
          <pc:docMk/>
          <pc:sldMk cId="3752334464" sldId="345"/>
        </pc:sldMkLst>
      </pc:sldChg>
      <pc:sldChg chg="modSp mod">
        <pc:chgData name="嘉展 張" userId="56c0cc265fef7f12" providerId="LiveId" clId="{8E012BFB-294C-4CBC-BFD9-F4F33BC901B5}" dt="2025-07-07T12:52:38.362" v="983" actId="20577"/>
        <pc:sldMkLst>
          <pc:docMk/>
          <pc:sldMk cId="1115666099" sldId="346"/>
        </pc:sldMkLst>
      </pc:sldChg>
      <pc:sldChg chg="modSp mod">
        <pc:chgData name="嘉展 張" userId="56c0cc265fef7f12" providerId="LiveId" clId="{8E012BFB-294C-4CBC-BFD9-F4F33BC901B5}" dt="2025-07-07T12:53:49.422" v="986"/>
        <pc:sldMkLst>
          <pc:docMk/>
          <pc:sldMk cId="3822570613" sldId="347"/>
        </pc:sldMkLst>
      </pc:sldChg>
      <pc:sldChg chg="modSp mod">
        <pc:chgData name="嘉展 張" userId="56c0cc265fef7f12" providerId="LiveId" clId="{8E012BFB-294C-4CBC-BFD9-F4F33BC901B5}" dt="2025-07-07T12:55:05.653" v="1005" actId="20577"/>
        <pc:sldMkLst>
          <pc:docMk/>
          <pc:sldMk cId="2652490174" sldId="348"/>
        </pc:sldMkLst>
      </pc:sldChg>
      <pc:sldChg chg="modSp mod">
        <pc:chgData name="嘉展 張" userId="56c0cc265fef7f12" providerId="LiveId" clId="{8E012BFB-294C-4CBC-BFD9-F4F33BC901B5}" dt="2025-07-07T12:55:49.755" v="1008"/>
        <pc:sldMkLst>
          <pc:docMk/>
          <pc:sldMk cId="2056490660" sldId="349"/>
        </pc:sldMkLst>
      </pc:sldChg>
      <pc:sldChg chg="modSp add mod">
        <pc:chgData name="嘉展 張" userId="56c0cc265fef7f12" providerId="LiveId" clId="{8E012BFB-294C-4CBC-BFD9-F4F33BC901B5}" dt="2025-07-07T12:47:17.642" v="936" actId="207"/>
        <pc:sldMkLst>
          <pc:docMk/>
          <pc:sldMk cId="1893602695" sldId="350"/>
        </pc:sldMkLst>
      </pc:sldChg>
      <pc:sldMasterChg chg="modSldLayout">
        <pc:chgData name="嘉展 張" userId="56c0cc265fef7f12" providerId="LiveId" clId="{8E012BFB-294C-4CBC-BFD9-F4F33BC901B5}" dt="2025-07-07T11:59:24.703" v="91" actId="6549"/>
        <pc:sldMasterMkLst>
          <pc:docMk/>
          <pc:sldMasterMk cId="2733321511" sldId="2147483688"/>
        </pc:sldMasterMkLst>
        <pc:sldLayoutChg chg="modSp mod">
          <pc:chgData name="嘉展 張" userId="56c0cc265fef7f12" providerId="LiveId" clId="{8E012BFB-294C-4CBC-BFD9-F4F33BC901B5}" dt="2025-07-07T11:59:24.703" v="91" actId="6549"/>
          <pc:sldLayoutMkLst>
            <pc:docMk/>
            <pc:sldMasterMk cId="2733321511" sldId="2147483688"/>
            <pc:sldLayoutMk cId="2749409723" sldId="2147483690"/>
          </pc:sldLayoutMkLst>
        </pc:sldLayoutChg>
      </pc:sldMasterChg>
    </pc:docChg>
  </pc:docChgLst>
  <pc:docChgLst>
    <pc:chgData name="嘉展 張" userId="56c0cc265fef7f12" providerId="LiveId" clId="{4409F9D8-FA24-44EF-8020-254A52CDBD6B}"/>
    <pc:docChg chg="undo custSel addSld delSld modSld modMainMaster">
      <pc:chgData name="嘉展 張" userId="56c0cc265fef7f12" providerId="LiveId" clId="{4409F9D8-FA24-44EF-8020-254A52CDBD6B}" dt="2025-07-11T23:49:18.575" v="183" actId="20577"/>
      <pc:docMkLst>
        <pc:docMk/>
      </pc:docMkLst>
      <pc:sldChg chg="modSp mod">
        <pc:chgData name="嘉展 張" userId="56c0cc265fef7f12" providerId="LiveId" clId="{4409F9D8-FA24-44EF-8020-254A52CDBD6B}" dt="2025-07-11T23:40:58.792" v="23" actId="20577"/>
        <pc:sldMkLst>
          <pc:docMk/>
          <pc:sldMk cId="1698366788" sldId="274"/>
        </pc:sldMkLst>
      </pc:sldChg>
      <pc:sldChg chg="modSp mod">
        <pc:chgData name="嘉展 張" userId="56c0cc265fef7f12" providerId="LiveId" clId="{4409F9D8-FA24-44EF-8020-254A52CDBD6B}" dt="2025-07-11T23:49:18.575" v="183" actId="20577"/>
        <pc:sldMkLst>
          <pc:docMk/>
          <pc:sldMk cId="3383698067" sldId="342"/>
        </pc:sldMkLst>
      </pc:sldChg>
      <pc:sldChg chg="modSp mod">
        <pc:chgData name="嘉展 張" userId="56c0cc265fef7f12" providerId="LiveId" clId="{4409F9D8-FA24-44EF-8020-254A52CDBD6B}" dt="2025-07-11T23:46:45.169" v="146" actId="6549"/>
        <pc:sldMkLst>
          <pc:docMk/>
          <pc:sldMk cId="345017411" sldId="343"/>
        </pc:sldMkLst>
      </pc:sldChg>
      <pc:sldChg chg="modSp mod">
        <pc:chgData name="嘉展 張" userId="56c0cc265fef7f12" providerId="LiveId" clId="{4409F9D8-FA24-44EF-8020-254A52CDBD6B}" dt="2025-07-11T23:44:45.539" v="120" actId="15"/>
        <pc:sldMkLst>
          <pc:docMk/>
          <pc:sldMk cId="3752334464" sldId="345"/>
        </pc:sldMkLst>
      </pc:sldChg>
      <pc:sldChg chg="modSp mod">
        <pc:chgData name="嘉展 張" userId="56c0cc265fef7f12" providerId="LiveId" clId="{4409F9D8-FA24-44EF-8020-254A52CDBD6B}" dt="2025-07-11T23:45:23.356" v="127" actId="15"/>
        <pc:sldMkLst>
          <pc:docMk/>
          <pc:sldMk cId="1115666099" sldId="346"/>
        </pc:sldMkLst>
      </pc:sldChg>
      <pc:sldChg chg="modSp mod">
        <pc:chgData name="嘉展 張" userId="56c0cc265fef7f12" providerId="LiveId" clId="{4409F9D8-FA24-44EF-8020-254A52CDBD6B}" dt="2025-07-11T23:45:47.305" v="131"/>
        <pc:sldMkLst>
          <pc:docMk/>
          <pc:sldMk cId="3822570613" sldId="347"/>
        </pc:sldMkLst>
      </pc:sldChg>
      <pc:sldChg chg="modSp mod">
        <pc:chgData name="嘉展 張" userId="56c0cc265fef7f12" providerId="LiveId" clId="{4409F9D8-FA24-44EF-8020-254A52CDBD6B}" dt="2025-07-11T23:44:22.209" v="117" actId="207"/>
        <pc:sldMkLst>
          <pc:docMk/>
          <pc:sldMk cId="732333138" sldId="351"/>
        </pc:sldMkLst>
      </pc:sldChg>
      <pc:sldChg chg="modSp mod">
        <pc:chgData name="嘉展 張" userId="56c0cc265fef7f12" providerId="LiveId" clId="{4409F9D8-FA24-44EF-8020-254A52CDBD6B}" dt="2025-07-11T23:46:02.119" v="133" actId="15"/>
        <pc:sldMkLst>
          <pc:docMk/>
          <pc:sldMk cId="2503062332" sldId="354"/>
        </pc:sldMkLst>
      </pc:sldChg>
      <pc:sldChg chg="modSp mod">
        <pc:chgData name="嘉展 張" userId="56c0cc265fef7f12" providerId="LiveId" clId="{4409F9D8-FA24-44EF-8020-254A52CDBD6B}" dt="2025-07-11T23:46:21.269" v="136"/>
        <pc:sldMkLst>
          <pc:docMk/>
          <pc:sldMk cId="2169278876" sldId="355"/>
        </pc:sldMkLst>
      </pc:sldChg>
      <pc:sldChg chg="modSp mod">
        <pc:chgData name="嘉展 張" userId="56c0cc265fef7f12" providerId="LiveId" clId="{4409F9D8-FA24-44EF-8020-254A52CDBD6B}" dt="2025-07-11T23:45:10.882" v="125" actId="6549"/>
        <pc:sldMkLst>
          <pc:docMk/>
          <pc:sldMk cId="4193172206" sldId="358"/>
        </pc:sldMkLst>
      </pc:sldChg>
      <pc:sldChg chg="modSp mod">
        <pc:chgData name="嘉展 張" userId="56c0cc265fef7f12" providerId="LiveId" clId="{4409F9D8-FA24-44EF-8020-254A52CDBD6B}" dt="2025-07-11T23:43:01.538" v="78" actId="207"/>
        <pc:sldMkLst>
          <pc:docMk/>
          <pc:sldMk cId="3585428774" sldId="359"/>
        </pc:sldMkLst>
      </pc:sldChg>
      <pc:sldChg chg="del">
        <pc:chgData name="嘉展 張" userId="56c0cc265fef7f12" providerId="LiveId" clId="{4409F9D8-FA24-44EF-8020-254A52CDBD6B}" dt="2025-07-11T23:43:08.834" v="79" actId="47"/>
        <pc:sldMkLst>
          <pc:docMk/>
          <pc:sldMk cId="2901890192" sldId="364"/>
        </pc:sldMkLst>
      </pc:sldChg>
      <pc:sldChg chg="del">
        <pc:chgData name="嘉展 張" userId="56c0cc265fef7f12" providerId="LiveId" clId="{4409F9D8-FA24-44EF-8020-254A52CDBD6B}" dt="2025-07-11T23:44:29.335" v="118" actId="47"/>
        <pc:sldMkLst>
          <pc:docMk/>
          <pc:sldMk cId="4208653585" sldId="365"/>
        </pc:sldMkLst>
      </pc:sldChg>
      <pc:sldChg chg="add">
        <pc:chgData name="嘉展 張" userId="56c0cc265fef7f12" providerId="LiveId" clId="{4409F9D8-FA24-44EF-8020-254A52CDBD6B}" dt="2025-07-11T23:42:57.506" v="77"/>
        <pc:sldMkLst>
          <pc:docMk/>
          <pc:sldMk cId="3330119125" sldId="366"/>
        </pc:sldMkLst>
      </pc:sldChg>
      <pc:sldChg chg="add">
        <pc:chgData name="嘉展 張" userId="56c0cc265fef7f12" providerId="LiveId" clId="{4409F9D8-FA24-44EF-8020-254A52CDBD6B}" dt="2025-07-11T23:44:15.134" v="116"/>
        <pc:sldMkLst>
          <pc:docMk/>
          <pc:sldMk cId="1800767988" sldId="367"/>
        </pc:sldMkLst>
      </pc:sldChg>
      <pc:sldMasterChg chg="modSldLayout">
        <pc:chgData name="嘉展 張" userId="56c0cc265fef7f12" providerId="LiveId" clId="{4409F9D8-FA24-44EF-8020-254A52CDBD6B}" dt="2025-07-11T23:41:22.191" v="34" actId="6549"/>
        <pc:sldMasterMkLst>
          <pc:docMk/>
          <pc:sldMasterMk cId="2733321511" sldId="2147483688"/>
        </pc:sldMasterMkLst>
        <pc:sldLayoutChg chg="modSp mod">
          <pc:chgData name="嘉展 張" userId="56c0cc265fef7f12" providerId="LiveId" clId="{4409F9D8-FA24-44EF-8020-254A52CDBD6B}" dt="2025-07-11T23:41:22.191" v="34" actId="6549"/>
          <pc:sldLayoutMkLst>
            <pc:docMk/>
            <pc:sldMasterMk cId="2733321511" sldId="2147483688"/>
            <pc:sldLayoutMk cId="2749409723" sldId="2147483690"/>
          </pc:sldLayoutMkLst>
        </pc:sldLayoutChg>
      </pc:sldMasterChg>
    </pc:docChg>
  </pc:docChgLst>
  <pc:docChgLst>
    <pc:chgData name="嘉展 張" userId="56c0cc265fef7f12" providerId="LiveId" clId="{7F69A522-7DAF-4A02-BC46-5EFA4FA51996}"/>
    <pc:docChg chg="undo redo custSel addSld delSld modSld sldOrd modMainMaster">
      <pc:chgData name="嘉展 張" userId="56c0cc265fef7f12" providerId="LiveId" clId="{7F69A522-7DAF-4A02-BC46-5EFA4FA51996}" dt="2025-07-07T11:43:59.783" v="1614" actId="20577"/>
      <pc:docMkLst>
        <pc:docMk/>
      </pc:docMkLst>
      <pc:sldChg chg="addSp modSp mod">
        <pc:chgData name="嘉展 張" userId="56c0cc265fef7f12" providerId="LiveId" clId="{7F69A522-7DAF-4A02-BC46-5EFA4FA51996}" dt="2025-07-07T07:12:49.739" v="133" actId="6549"/>
        <pc:sldMkLst>
          <pc:docMk/>
          <pc:sldMk cId="1698366788" sldId="274"/>
        </pc:sldMkLst>
      </pc:sldChg>
      <pc:sldChg chg="modSp mod">
        <pc:chgData name="嘉展 張" userId="56c0cc265fef7f12" providerId="LiveId" clId="{7F69A522-7DAF-4A02-BC46-5EFA4FA51996}" dt="2025-07-07T10:47:32.083" v="879" actId="15"/>
        <pc:sldMkLst>
          <pc:docMk/>
          <pc:sldMk cId="516855969" sldId="328"/>
        </pc:sldMkLst>
      </pc:sldChg>
      <pc:sldChg chg="del">
        <pc:chgData name="嘉展 張" userId="56c0cc265fef7f12" providerId="LiveId" clId="{7F69A522-7DAF-4A02-BC46-5EFA4FA51996}" dt="2025-07-07T10:48:34.374" v="888" actId="47"/>
        <pc:sldMkLst>
          <pc:docMk/>
          <pc:sldMk cId="1848417769" sldId="329"/>
        </pc:sldMkLst>
      </pc:sldChg>
      <pc:sldChg chg="del">
        <pc:chgData name="嘉展 張" userId="56c0cc265fef7f12" providerId="LiveId" clId="{7F69A522-7DAF-4A02-BC46-5EFA4FA51996}" dt="2025-07-07T10:48:34.374" v="888" actId="47"/>
        <pc:sldMkLst>
          <pc:docMk/>
          <pc:sldMk cId="725604826" sldId="330"/>
        </pc:sldMkLst>
      </pc:sldChg>
      <pc:sldChg chg="modSp mod">
        <pc:chgData name="嘉展 張" userId="56c0cc265fef7f12" providerId="LiveId" clId="{7F69A522-7DAF-4A02-BC46-5EFA4FA51996}" dt="2025-07-07T07:34:37.926" v="646" actId="20577"/>
        <pc:sldMkLst>
          <pc:docMk/>
          <pc:sldMk cId="1652940647" sldId="335"/>
        </pc:sldMkLst>
      </pc:sldChg>
      <pc:sldChg chg="modSp mod">
        <pc:chgData name="嘉展 張" userId="56c0cc265fef7f12" providerId="LiveId" clId="{7F69A522-7DAF-4A02-BC46-5EFA4FA51996}" dt="2025-07-07T10:41:39.183" v="813" actId="20577"/>
        <pc:sldMkLst>
          <pc:docMk/>
          <pc:sldMk cId="3676040206" sldId="336"/>
        </pc:sldMkLst>
      </pc:sldChg>
      <pc:sldChg chg="modSp mod">
        <pc:chgData name="嘉展 張" userId="56c0cc265fef7f12" providerId="LiveId" clId="{7F69A522-7DAF-4A02-BC46-5EFA4FA51996}" dt="2025-07-07T07:37:27.551" v="655"/>
        <pc:sldMkLst>
          <pc:docMk/>
          <pc:sldMk cId="2128628793" sldId="337"/>
        </pc:sldMkLst>
      </pc:sldChg>
      <pc:sldChg chg="del">
        <pc:chgData name="嘉展 張" userId="56c0cc265fef7f12" providerId="LiveId" clId="{7F69A522-7DAF-4A02-BC46-5EFA4FA51996}" dt="2025-07-07T07:14:28.904" v="169" actId="47"/>
        <pc:sldMkLst>
          <pc:docMk/>
          <pc:sldMk cId="4036497139" sldId="338"/>
        </pc:sldMkLst>
      </pc:sldChg>
      <pc:sldChg chg="modSp del mod">
        <pc:chgData name="嘉展 張" userId="56c0cc265fef7f12" providerId="LiveId" clId="{7F69A522-7DAF-4A02-BC46-5EFA4FA51996}" dt="2025-07-07T10:47:46.757" v="882" actId="47"/>
        <pc:sldMkLst>
          <pc:docMk/>
          <pc:sldMk cId="2939669483" sldId="339"/>
        </pc:sldMkLst>
      </pc:sldChg>
      <pc:sldChg chg="del">
        <pc:chgData name="嘉展 張" userId="56c0cc265fef7f12" providerId="LiveId" clId="{7F69A522-7DAF-4A02-BC46-5EFA4FA51996}" dt="2025-07-07T10:48:34.374" v="888" actId="47"/>
        <pc:sldMkLst>
          <pc:docMk/>
          <pc:sldMk cId="1195771477" sldId="340"/>
        </pc:sldMkLst>
      </pc:sldChg>
      <pc:sldChg chg="del">
        <pc:chgData name="嘉展 張" userId="56c0cc265fef7f12" providerId="LiveId" clId="{7F69A522-7DAF-4A02-BC46-5EFA4FA51996}" dt="2025-07-07T10:48:34.374" v="888" actId="47"/>
        <pc:sldMkLst>
          <pc:docMk/>
          <pc:sldMk cId="3653896156" sldId="341"/>
        </pc:sldMkLst>
      </pc:sldChg>
      <pc:sldChg chg="modSp mod">
        <pc:chgData name="嘉展 張" userId="56c0cc265fef7f12" providerId="LiveId" clId="{7F69A522-7DAF-4A02-BC46-5EFA4FA51996}" dt="2025-07-07T11:43:59.783" v="1614" actId="20577"/>
        <pc:sldMkLst>
          <pc:docMk/>
          <pc:sldMk cId="3383698067" sldId="342"/>
        </pc:sldMkLst>
      </pc:sldChg>
      <pc:sldChg chg="modSp mod">
        <pc:chgData name="嘉展 張" userId="56c0cc265fef7f12" providerId="LiveId" clId="{7F69A522-7DAF-4A02-BC46-5EFA4FA51996}" dt="2025-07-07T11:43:47.461" v="1596" actId="20577"/>
        <pc:sldMkLst>
          <pc:docMk/>
          <pc:sldMk cId="345017411" sldId="343"/>
        </pc:sldMkLst>
      </pc:sldChg>
      <pc:sldChg chg="modSp add mod">
        <pc:chgData name="嘉展 張" userId="56c0cc265fef7f12" providerId="LiveId" clId="{7F69A522-7DAF-4A02-BC46-5EFA4FA51996}" dt="2025-07-07T10:42:22.726" v="848" actId="207"/>
        <pc:sldMkLst>
          <pc:docMk/>
          <pc:sldMk cId="919750547" sldId="344"/>
        </pc:sldMkLst>
      </pc:sldChg>
      <pc:sldChg chg="add del">
        <pc:chgData name="嘉展 張" userId="56c0cc265fef7f12" providerId="LiveId" clId="{7F69A522-7DAF-4A02-BC46-5EFA4FA51996}" dt="2025-07-07T10:47:26.562" v="877" actId="47"/>
        <pc:sldMkLst>
          <pc:docMk/>
          <pc:sldMk cId="1590898524" sldId="345"/>
        </pc:sldMkLst>
      </pc:sldChg>
      <pc:sldChg chg="addSp modSp add del">
        <pc:chgData name="嘉展 張" userId="56c0cc265fef7f12" providerId="LiveId" clId="{7F69A522-7DAF-4A02-BC46-5EFA4FA51996}" dt="2025-07-07T10:46:57.549" v="873"/>
        <pc:sldMkLst>
          <pc:docMk/>
          <pc:sldMk cId="2963216146" sldId="345"/>
        </pc:sldMkLst>
      </pc:sldChg>
      <pc:sldChg chg="addSp modSp add mod">
        <pc:chgData name="嘉展 張" userId="56c0cc265fef7f12" providerId="LiveId" clId="{7F69A522-7DAF-4A02-BC46-5EFA4FA51996}" dt="2025-07-07T10:48:51.726" v="905" actId="20577"/>
        <pc:sldMkLst>
          <pc:docMk/>
          <pc:sldMk cId="3752334464" sldId="345"/>
        </pc:sldMkLst>
      </pc:sldChg>
      <pc:sldChg chg="modSp add mod ord">
        <pc:chgData name="嘉展 張" userId="56c0cc265fef7f12" providerId="LiveId" clId="{7F69A522-7DAF-4A02-BC46-5EFA4FA51996}" dt="2025-07-07T10:50:38.949" v="944" actId="20577"/>
        <pc:sldMkLst>
          <pc:docMk/>
          <pc:sldMk cId="1115666099" sldId="346"/>
        </pc:sldMkLst>
      </pc:sldChg>
      <pc:sldChg chg="add del">
        <pc:chgData name="嘉展 張" userId="56c0cc265fef7f12" providerId="LiveId" clId="{7F69A522-7DAF-4A02-BC46-5EFA4FA51996}" dt="2025-07-07T10:48:34.374" v="888" actId="47"/>
        <pc:sldMkLst>
          <pc:docMk/>
          <pc:sldMk cId="2840440202" sldId="346"/>
        </pc:sldMkLst>
      </pc:sldChg>
      <pc:sldChg chg="addSp modSp add mod">
        <pc:chgData name="嘉展 張" userId="56c0cc265fef7f12" providerId="LiveId" clId="{7F69A522-7DAF-4A02-BC46-5EFA4FA51996}" dt="2025-07-07T10:51:30.889" v="950" actId="20577"/>
        <pc:sldMkLst>
          <pc:docMk/>
          <pc:sldMk cId="3822570613" sldId="347"/>
        </pc:sldMkLst>
      </pc:sldChg>
      <pc:sldChg chg="modSp add mod ord">
        <pc:chgData name="嘉展 張" userId="56c0cc265fef7f12" providerId="LiveId" clId="{7F69A522-7DAF-4A02-BC46-5EFA4FA51996}" dt="2025-07-07T10:52:46.104" v="983" actId="6549"/>
        <pc:sldMkLst>
          <pc:docMk/>
          <pc:sldMk cId="2652490174" sldId="348"/>
        </pc:sldMkLst>
      </pc:sldChg>
      <pc:sldChg chg="addSp modSp add mod">
        <pc:chgData name="嘉展 張" userId="56c0cc265fef7f12" providerId="LiveId" clId="{7F69A522-7DAF-4A02-BC46-5EFA4FA51996}" dt="2025-07-07T10:53:10.646" v="989" actId="207"/>
        <pc:sldMkLst>
          <pc:docMk/>
          <pc:sldMk cId="2056490660" sldId="349"/>
        </pc:sldMkLst>
      </pc:sldChg>
      <pc:sldChg chg="modSp add del mod">
        <pc:chgData name="嘉展 張" userId="56c0cc265fef7f12" providerId="LiveId" clId="{7F69A522-7DAF-4A02-BC46-5EFA4FA51996}" dt="2025-07-07T11:43:02.907" v="1552" actId="47"/>
        <pc:sldMkLst>
          <pc:docMk/>
          <pc:sldMk cId="1303398649" sldId="350"/>
        </pc:sldMkLst>
      </pc:sldChg>
      <pc:sldMasterChg chg="modSldLayout">
        <pc:chgData name="嘉展 張" userId="56c0cc265fef7f12" providerId="LiveId" clId="{7F69A522-7DAF-4A02-BC46-5EFA4FA51996}" dt="2025-07-07T06:57:29.419" v="122" actId="20577"/>
        <pc:sldMasterMkLst>
          <pc:docMk/>
          <pc:sldMasterMk cId="2733321511" sldId="2147483688"/>
        </pc:sldMasterMkLst>
        <pc:sldLayoutChg chg="delSp mod">
          <pc:chgData name="嘉展 張" userId="56c0cc265fef7f12" providerId="LiveId" clId="{7F69A522-7DAF-4A02-BC46-5EFA4FA51996}" dt="2025-07-07T04:33:12.003" v="0" actId="21"/>
          <pc:sldLayoutMkLst>
            <pc:docMk/>
            <pc:sldMasterMk cId="2733321511" sldId="2147483688"/>
            <pc:sldLayoutMk cId="810264706" sldId="2147483689"/>
          </pc:sldLayoutMkLst>
        </pc:sldLayoutChg>
        <pc:sldLayoutChg chg="modSp mod">
          <pc:chgData name="嘉展 張" userId="56c0cc265fef7f12" providerId="LiveId" clId="{7F69A522-7DAF-4A02-BC46-5EFA4FA51996}" dt="2025-07-07T06:57:29.419" v="122" actId="20577"/>
          <pc:sldLayoutMkLst>
            <pc:docMk/>
            <pc:sldMasterMk cId="2733321511" sldId="2147483688"/>
            <pc:sldLayoutMk cId="2749409723" sldId="2147483690"/>
          </pc:sldLayoutMkLst>
        </pc:sldLayoutChg>
      </pc:sldMasterChg>
    </pc:docChg>
  </pc:docChgLst>
  <pc:docChgLst>
    <pc:chgData name="嘉展 張" userId="56c0cc265fef7f12" providerId="LiveId" clId="{3F38253C-CE1C-441D-9F71-7C8062F38DBD}"/>
    <pc:docChg chg="undo redo custSel addSld delSld modSld sldOrd">
      <pc:chgData name="嘉展 張" userId="56c0cc265fef7f12" providerId="LiveId" clId="{3F38253C-CE1C-441D-9F71-7C8062F38DBD}" dt="2025-08-24T07:34:25.677" v="1172" actId="1076"/>
      <pc:docMkLst>
        <pc:docMk/>
      </pc:docMkLst>
      <pc:sldChg chg="modSp del mod">
        <pc:chgData name="嘉展 張" userId="56c0cc265fef7f12" providerId="LiveId" clId="{3F38253C-CE1C-441D-9F71-7C8062F38DBD}" dt="2025-08-24T04:17:57.701" v="72" actId="47"/>
        <pc:sldMkLst>
          <pc:docMk/>
          <pc:sldMk cId="1115666099" sldId="346"/>
        </pc:sldMkLst>
        <pc:spChg chg="mod">
          <ac:chgData name="嘉展 張" userId="56c0cc265fef7f12" providerId="LiveId" clId="{3F38253C-CE1C-441D-9F71-7C8062F38DBD}" dt="2025-08-24T04:17:09.935" v="57" actId="6549"/>
          <ac:spMkLst>
            <pc:docMk/>
            <pc:sldMk cId="1115666099" sldId="346"/>
            <ac:spMk id="2" creationId="{B496C4D5-B9D6-E310-239F-160421EC28E2}"/>
          </ac:spMkLst>
        </pc:spChg>
      </pc:sldChg>
      <pc:sldChg chg="modSp del mod">
        <pc:chgData name="嘉展 張" userId="56c0cc265fef7f12" providerId="LiveId" clId="{3F38253C-CE1C-441D-9F71-7C8062F38DBD}" dt="2025-08-24T04:18:01.442" v="73" actId="47"/>
        <pc:sldMkLst>
          <pc:docMk/>
          <pc:sldMk cId="3822570613" sldId="347"/>
        </pc:sldMkLst>
        <pc:spChg chg="mod">
          <ac:chgData name="嘉展 張" userId="56c0cc265fef7f12" providerId="LiveId" clId="{3F38253C-CE1C-441D-9F71-7C8062F38DBD}" dt="2025-08-24T04:17:29.561" v="71" actId="6549"/>
          <ac:spMkLst>
            <pc:docMk/>
            <pc:sldMk cId="3822570613" sldId="347"/>
            <ac:spMk id="4" creationId="{7CF0AAA5-7B5F-5A35-EF73-2142F862E9C8}"/>
          </ac:spMkLst>
        </pc:spChg>
      </pc:sldChg>
      <pc:sldChg chg="addSp delSp modSp del mod">
        <pc:chgData name="嘉展 張" userId="56c0cc265fef7f12" providerId="LiveId" clId="{3F38253C-CE1C-441D-9F71-7C8062F38DBD}" dt="2025-08-24T07:25:46.921" v="709" actId="47"/>
        <pc:sldMkLst>
          <pc:docMk/>
          <pc:sldMk cId="732333138" sldId="351"/>
        </pc:sldMkLst>
        <pc:spChg chg="add del mod">
          <ac:chgData name="嘉展 張" userId="56c0cc265fef7f12" providerId="LiveId" clId="{3F38253C-CE1C-441D-9F71-7C8062F38DBD}" dt="2025-08-24T07:22:32.871" v="570" actId="21"/>
          <ac:spMkLst>
            <pc:docMk/>
            <pc:sldMk cId="732333138" sldId="351"/>
            <ac:spMk id="3" creationId="{EC2E126A-322C-0583-7ADE-E5F2BA175EB4}"/>
          </ac:spMkLst>
        </pc:spChg>
      </pc:sldChg>
      <pc:sldChg chg="addSp delSp modSp mod">
        <pc:chgData name="嘉展 張" userId="56c0cc265fef7f12" providerId="LiveId" clId="{3F38253C-CE1C-441D-9F71-7C8062F38DBD}" dt="2025-08-24T04:20:54.050" v="195"/>
        <pc:sldMkLst>
          <pc:docMk/>
          <pc:sldMk cId="2503062332" sldId="354"/>
        </pc:sldMkLst>
        <pc:spChg chg="mod">
          <ac:chgData name="嘉展 張" userId="56c0cc265fef7f12" providerId="LiveId" clId="{3F38253C-CE1C-441D-9F71-7C8062F38DBD}" dt="2025-08-24T04:19:22.280" v="118" actId="20577"/>
          <ac:spMkLst>
            <pc:docMk/>
            <pc:sldMk cId="2503062332" sldId="354"/>
            <ac:spMk id="2" creationId="{811F5A94-0B0C-504F-DC25-BE08E6B5923F}"/>
          </ac:spMkLst>
        </pc:spChg>
        <pc:spChg chg="add mod">
          <ac:chgData name="嘉展 張" userId="56c0cc265fef7f12" providerId="LiveId" clId="{3F38253C-CE1C-441D-9F71-7C8062F38DBD}" dt="2025-08-24T04:20:54.050" v="195"/>
          <ac:spMkLst>
            <pc:docMk/>
            <pc:sldMk cId="2503062332" sldId="354"/>
            <ac:spMk id="3" creationId="{1B7238F6-D0F1-18C6-9758-94F6EAE34FE6}"/>
          </ac:spMkLst>
        </pc:spChg>
        <pc:spChg chg="del">
          <ac:chgData name="嘉展 張" userId="56c0cc265fef7f12" providerId="LiveId" clId="{3F38253C-CE1C-441D-9F71-7C8062F38DBD}" dt="2025-08-24T04:20:53.873" v="194" actId="478"/>
          <ac:spMkLst>
            <pc:docMk/>
            <pc:sldMk cId="2503062332" sldId="354"/>
            <ac:spMk id="29" creationId="{D0DC7B53-0103-E1A0-F1F3-15DFF822DA28}"/>
          </ac:spMkLst>
        </pc:spChg>
      </pc:sldChg>
      <pc:sldChg chg="addSp delSp modSp mod ord">
        <pc:chgData name="嘉展 張" userId="56c0cc265fef7f12" providerId="LiveId" clId="{3F38253C-CE1C-441D-9F71-7C8062F38DBD}" dt="2025-08-24T04:21:00.015" v="197"/>
        <pc:sldMkLst>
          <pc:docMk/>
          <pc:sldMk cId="2169278876" sldId="355"/>
        </pc:sldMkLst>
        <pc:spChg chg="add mod">
          <ac:chgData name="嘉展 張" userId="56c0cc265fef7f12" providerId="LiveId" clId="{3F38253C-CE1C-441D-9F71-7C8062F38DBD}" dt="2025-08-24T04:21:00.015" v="197"/>
          <ac:spMkLst>
            <pc:docMk/>
            <pc:sldMk cId="2169278876" sldId="355"/>
            <ac:spMk id="2" creationId="{D9AD9C1E-C0CB-0CA8-BF8B-EE5C611C32BE}"/>
          </ac:spMkLst>
        </pc:spChg>
        <pc:spChg chg="mod">
          <ac:chgData name="嘉展 張" userId="56c0cc265fef7f12" providerId="LiveId" clId="{3F38253C-CE1C-441D-9F71-7C8062F38DBD}" dt="2025-08-24T04:19:57.818" v="161" actId="20577"/>
          <ac:spMkLst>
            <pc:docMk/>
            <pc:sldMk cId="2169278876" sldId="355"/>
            <ac:spMk id="4" creationId="{1A6F6398-4125-3D01-B3FA-C72FE3AE26BE}"/>
          </ac:spMkLst>
        </pc:spChg>
        <pc:spChg chg="del">
          <ac:chgData name="嘉展 張" userId="56c0cc265fef7f12" providerId="LiveId" clId="{3F38253C-CE1C-441D-9F71-7C8062F38DBD}" dt="2025-08-24T04:20:59.865" v="196" actId="478"/>
          <ac:spMkLst>
            <pc:docMk/>
            <pc:sldMk cId="2169278876" sldId="355"/>
            <ac:spMk id="29" creationId="{92FE2F65-EE2C-3DE9-04DF-3E842575BC27}"/>
          </ac:spMkLst>
        </pc:spChg>
      </pc:sldChg>
      <pc:sldChg chg="modSp mod">
        <pc:chgData name="嘉展 張" userId="56c0cc265fef7f12" providerId="LiveId" clId="{3F38253C-CE1C-441D-9F71-7C8062F38DBD}" dt="2025-08-24T04:17:02.997" v="56" actId="6549"/>
        <pc:sldMkLst>
          <pc:docMk/>
          <pc:sldMk cId="4193172206" sldId="358"/>
        </pc:sldMkLst>
        <pc:spChg chg="mod">
          <ac:chgData name="嘉展 張" userId="56c0cc265fef7f12" providerId="LiveId" clId="{3F38253C-CE1C-441D-9F71-7C8062F38DBD}" dt="2025-08-24T04:17:02.997" v="56" actId="6549"/>
          <ac:spMkLst>
            <pc:docMk/>
            <pc:sldMk cId="4193172206" sldId="358"/>
            <ac:spMk id="3" creationId="{CE42E57B-1BE0-21FA-52A0-358900141028}"/>
          </ac:spMkLst>
        </pc:spChg>
      </pc:sldChg>
      <pc:sldChg chg="addSp modSp del">
        <pc:chgData name="嘉展 張" userId="56c0cc265fef7f12" providerId="LiveId" clId="{3F38253C-CE1C-441D-9F71-7C8062F38DBD}" dt="2025-08-24T07:11:09.702" v="228" actId="47"/>
        <pc:sldMkLst>
          <pc:docMk/>
          <pc:sldMk cId="3585428774" sldId="359"/>
        </pc:sldMkLst>
        <pc:spChg chg="add mod">
          <ac:chgData name="嘉展 張" userId="56c0cc265fef7f12" providerId="LiveId" clId="{3F38253C-CE1C-441D-9F71-7C8062F38DBD}" dt="2025-08-24T04:22:35.465" v="226"/>
          <ac:spMkLst>
            <pc:docMk/>
            <pc:sldMk cId="3585428774" sldId="359"/>
            <ac:spMk id="3" creationId="{2DC4D525-E053-F522-4D63-254E9E47951C}"/>
          </ac:spMkLst>
        </pc:spChg>
      </pc:sldChg>
      <pc:sldChg chg="modSp mod">
        <pc:chgData name="嘉展 張" userId="56c0cc265fef7f12" providerId="LiveId" clId="{3F38253C-CE1C-441D-9F71-7C8062F38DBD}" dt="2025-08-24T04:20:48.094" v="193" actId="20577"/>
        <pc:sldMkLst>
          <pc:docMk/>
          <pc:sldMk cId="988387482" sldId="370"/>
        </pc:sldMkLst>
        <pc:spChg chg="mod">
          <ac:chgData name="嘉展 張" userId="56c0cc265fef7f12" providerId="LiveId" clId="{3F38253C-CE1C-441D-9F71-7C8062F38DBD}" dt="2025-08-24T04:16:49.513" v="51" actId="20577"/>
          <ac:spMkLst>
            <pc:docMk/>
            <pc:sldMk cId="988387482" sldId="370"/>
            <ac:spMk id="3" creationId="{48124F1D-B54A-90F3-D111-E1068E5A8F3F}"/>
          </ac:spMkLst>
        </pc:spChg>
        <pc:spChg chg="mod">
          <ac:chgData name="嘉展 張" userId="56c0cc265fef7f12" providerId="LiveId" clId="{3F38253C-CE1C-441D-9F71-7C8062F38DBD}" dt="2025-08-24T04:20:48.094" v="193" actId="20577"/>
          <ac:spMkLst>
            <pc:docMk/>
            <pc:sldMk cId="988387482" sldId="370"/>
            <ac:spMk id="29" creationId="{CECA8034-B576-4204-2C35-84CD997CE065}"/>
          </ac:spMkLst>
        </pc:spChg>
      </pc:sldChg>
      <pc:sldChg chg="addSp modSp mod">
        <pc:chgData name="嘉展 張" userId="56c0cc265fef7f12" providerId="LiveId" clId="{3F38253C-CE1C-441D-9F71-7C8062F38DBD}" dt="2025-08-24T07:16:35.134" v="561" actId="20577"/>
        <pc:sldMkLst>
          <pc:docMk/>
          <pc:sldMk cId="3132866523" sldId="371"/>
        </pc:sldMkLst>
        <pc:spChg chg="add mod">
          <ac:chgData name="嘉展 張" userId="56c0cc265fef7f12" providerId="LiveId" clId="{3F38253C-CE1C-441D-9F71-7C8062F38DBD}" dt="2025-08-24T07:13:26.740" v="336" actId="20577"/>
          <ac:spMkLst>
            <pc:docMk/>
            <pc:sldMk cId="3132866523" sldId="371"/>
            <ac:spMk id="3" creationId="{9D9DE702-75BE-2800-2E0A-98D50AA6C897}"/>
          </ac:spMkLst>
        </pc:spChg>
        <pc:spChg chg="mod">
          <ac:chgData name="嘉展 張" userId="56c0cc265fef7f12" providerId="LiveId" clId="{3F38253C-CE1C-441D-9F71-7C8062F38DBD}" dt="2025-08-24T07:16:35.134" v="561" actId="20577"/>
          <ac:spMkLst>
            <pc:docMk/>
            <pc:sldMk cId="3132866523" sldId="371"/>
            <ac:spMk id="9" creationId="{D1FB7E9A-89E9-CE08-B012-451EDA06403C}"/>
          </ac:spMkLst>
        </pc:spChg>
      </pc:sldChg>
      <pc:sldChg chg="modSp mod">
        <pc:chgData name="嘉展 張" userId="56c0cc265fef7f12" providerId="LiveId" clId="{3F38253C-CE1C-441D-9F71-7C8062F38DBD}" dt="2025-08-24T07:31:09.186" v="1003" actId="20577"/>
        <pc:sldMkLst>
          <pc:docMk/>
          <pc:sldMk cId="620344238" sldId="372"/>
        </pc:sldMkLst>
        <pc:spChg chg="mod">
          <ac:chgData name="嘉展 張" userId="56c0cc265fef7f12" providerId="LiveId" clId="{3F38253C-CE1C-441D-9F71-7C8062F38DBD}" dt="2025-08-24T07:31:09.186" v="1003" actId="20577"/>
          <ac:spMkLst>
            <pc:docMk/>
            <pc:sldMk cId="620344238" sldId="372"/>
            <ac:spMk id="9" creationId="{F6E34A12-1428-2EF6-63FB-2FCEA78E4545}"/>
          </ac:spMkLst>
        </pc:spChg>
      </pc:sldChg>
      <pc:sldChg chg="addSp delSp modSp add mod ord">
        <pc:chgData name="嘉展 張" userId="56c0cc265fef7f12" providerId="LiveId" clId="{3F38253C-CE1C-441D-9F71-7C8062F38DBD}" dt="2025-08-24T04:22:22.803" v="225" actId="20577"/>
        <pc:sldMkLst>
          <pc:docMk/>
          <pc:sldMk cId="1700877770" sldId="373"/>
        </pc:sldMkLst>
        <pc:spChg chg="mod">
          <ac:chgData name="嘉展 張" userId="56c0cc265fef7f12" providerId="LiveId" clId="{3F38253C-CE1C-441D-9F71-7C8062F38DBD}" dt="2025-08-24T04:21:38.324" v="209" actId="20577"/>
          <ac:spMkLst>
            <pc:docMk/>
            <pc:sldMk cId="1700877770" sldId="373"/>
            <ac:spMk id="2" creationId="{6D5A663F-ABEF-D253-D59B-6231CF0E94CB}"/>
          </ac:spMkLst>
        </pc:spChg>
        <pc:spChg chg="add mod">
          <ac:chgData name="嘉展 張" userId="56c0cc265fef7f12" providerId="LiveId" clId="{3F38253C-CE1C-441D-9F71-7C8062F38DBD}" dt="2025-08-24T04:21:04.870" v="199"/>
          <ac:spMkLst>
            <pc:docMk/>
            <pc:sldMk cId="1700877770" sldId="373"/>
            <ac:spMk id="3" creationId="{930E04CA-273C-7A19-CE46-2519D5791E6A}"/>
          </ac:spMkLst>
        </pc:spChg>
        <pc:spChg chg="add mod">
          <ac:chgData name="嘉展 張" userId="56c0cc265fef7f12" providerId="LiveId" clId="{3F38253C-CE1C-441D-9F71-7C8062F38DBD}" dt="2025-08-24T04:22:03.212" v="220"/>
          <ac:spMkLst>
            <pc:docMk/>
            <pc:sldMk cId="1700877770" sldId="373"/>
            <ac:spMk id="4" creationId="{C23C3810-EE12-1B45-7BD2-418D22754964}"/>
          </ac:spMkLst>
        </pc:spChg>
        <pc:spChg chg="add mod">
          <ac:chgData name="嘉展 張" userId="56c0cc265fef7f12" providerId="LiveId" clId="{3F38253C-CE1C-441D-9F71-7C8062F38DBD}" dt="2025-08-24T04:22:14.568" v="223" actId="1076"/>
          <ac:spMkLst>
            <pc:docMk/>
            <pc:sldMk cId="1700877770" sldId="373"/>
            <ac:spMk id="5" creationId="{AD049C99-4B39-E523-9E96-68C1424E4A24}"/>
          </ac:spMkLst>
        </pc:spChg>
        <pc:spChg chg="add mod">
          <ac:chgData name="嘉展 張" userId="56c0cc265fef7f12" providerId="LiveId" clId="{3F38253C-CE1C-441D-9F71-7C8062F38DBD}" dt="2025-08-24T04:22:22.803" v="225" actId="20577"/>
          <ac:spMkLst>
            <pc:docMk/>
            <pc:sldMk cId="1700877770" sldId="373"/>
            <ac:spMk id="6" creationId="{496E6FF6-737D-F5A0-9E0F-FABC7F571A8C}"/>
          </ac:spMkLst>
        </pc:spChg>
        <pc:spChg chg="del">
          <ac:chgData name="嘉展 張" userId="56c0cc265fef7f12" providerId="LiveId" clId="{3F38253C-CE1C-441D-9F71-7C8062F38DBD}" dt="2025-08-24T04:21:04.756" v="198" actId="478"/>
          <ac:spMkLst>
            <pc:docMk/>
            <pc:sldMk cId="1700877770" sldId="373"/>
            <ac:spMk id="29" creationId="{6E9A26D8-49E2-D601-87A9-149BF33CC871}"/>
          </ac:spMkLst>
        </pc:spChg>
      </pc:sldChg>
      <pc:sldChg chg="new del">
        <pc:chgData name="嘉展 張" userId="56c0cc265fef7f12" providerId="LiveId" clId="{3F38253C-CE1C-441D-9F71-7C8062F38DBD}" dt="2025-08-24T04:20:37.538" v="181" actId="680"/>
        <pc:sldMkLst>
          <pc:docMk/>
          <pc:sldMk cId="1509174217" sldId="374"/>
        </pc:sldMkLst>
      </pc:sldChg>
      <pc:sldChg chg="addSp delSp modSp add mod">
        <pc:chgData name="嘉展 張" userId="56c0cc265fef7f12" providerId="LiveId" clId="{3F38253C-CE1C-441D-9F71-7C8062F38DBD}" dt="2025-08-24T04:21:42.414" v="214" actId="20577"/>
        <pc:sldMkLst>
          <pc:docMk/>
          <pc:sldMk cId="2865136176" sldId="374"/>
        </pc:sldMkLst>
        <pc:spChg chg="mod">
          <ac:chgData name="嘉展 張" userId="56c0cc265fef7f12" providerId="LiveId" clId="{3F38253C-CE1C-441D-9F71-7C8062F38DBD}" dt="2025-08-24T04:21:42.414" v="214" actId="20577"/>
          <ac:spMkLst>
            <pc:docMk/>
            <pc:sldMk cId="2865136176" sldId="374"/>
            <ac:spMk id="2" creationId="{C091922F-05A3-46C8-5C8F-A21F488A2F7A}"/>
          </ac:spMkLst>
        </pc:spChg>
        <pc:spChg chg="add mod">
          <ac:chgData name="嘉展 張" userId="56c0cc265fef7f12" providerId="LiveId" clId="{3F38253C-CE1C-441D-9F71-7C8062F38DBD}" dt="2025-08-24T04:21:07.797" v="201"/>
          <ac:spMkLst>
            <pc:docMk/>
            <pc:sldMk cId="2865136176" sldId="374"/>
            <ac:spMk id="3" creationId="{0C68D5CC-B054-A999-3494-ABB44B501392}"/>
          </ac:spMkLst>
        </pc:spChg>
        <pc:spChg chg="del">
          <ac:chgData name="嘉展 張" userId="56c0cc265fef7f12" providerId="LiveId" clId="{3F38253C-CE1C-441D-9F71-7C8062F38DBD}" dt="2025-08-24T04:21:07.630" v="200" actId="478"/>
          <ac:spMkLst>
            <pc:docMk/>
            <pc:sldMk cId="2865136176" sldId="374"/>
            <ac:spMk id="29" creationId="{D89E3046-58FC-1711-E6CC-AA707FD03DA1}"/>
          </ac:spMkLst>
        </pc:spChg>
      </pc:sldChg>
      <pc:sldChg chg="addSp modSp add mod">
        <pc:chgData name="嘉展 張" userId="56c0cc265fef7f12" providerId="LiveId" clId="{3F38253C-CE1C-441D-9F71-7C8062F38DBD}" dt="2025-08-24T07:25:30.801" v="708" actId="20577"/>
        <pc:sldMkLst>
          <pc:docMk/>
          <pc:sldMk cId="3400877029" sldId="375"/>
        </pc:sldMkLst>
        <pc:spChg chg="add mod">
          <ac:chgData name="嘉展 張" userId="56c0cc265fef7f12" providerId="LiveId" clId="{3F38253C-CE1C-441D-9F71-7C8062F38DBD}" dt="2025-08-24T07:24:08.578" v="583"/>
          <ac:spMkLst>
            <pc:docMk/>
            <pc:sldMk cId="3400877029" sldId="375"/>
            <ac:spMk id="4" creationId="{EC2E126A-322C-0583-7ADE-E5F2BA175EB4}"/>
          </ac:spMkLst>
        </pc:spChg>
        <pc:spChg chg="add mod">
          <ac:chgData name="嘉展 張" userId="56c0cc265fef7f12" providerId="LiveId" clId="{3F38253C-CE1C-441D-9F71-7C8062F38DBD}" dt="2025-08-24T07:24:19.502" v="618" actId="20577"/>
          <ac:spMkLst>
            <pc:docMk/>
            <pc:sldMk cId="3400877029" sldId="375"/>
            <ac:spMk id="5" creationId="{88865252-4432-E8BD-10EA-236A4E36A643}"/>
          </ac:spMkLst>
        </pc:spChg>
        <pc:spChg chg="add mod">
          <ac:chgData name="嘉展 張" userId="56c0cc265fef7f12" providerId="LiveId" clId="{3F38253C-CE1C-441D-9F71-7C8062F38DBD}" dt="2025-08-24T07:24:33.399" v="626" actId="1076"/>
          <ac:spMkLst>
            <pc:docMk/>
            <pc:sldMk cId="3400877029" sldId="375"/>
            <ac:spMk id="6" creationId="{399AA1DE-25C1-066E-C226-2301E1B9B5CE}"/>
          </ac:spMkLst>
        </pc:spChg>
        <pc:spChg chg="add mod">
          <ac:chgData name="嘉展 張" userId="56c0cc265fef7f12" providerId="LiveId" clId="{3F38253C-CE1C-441D-9F71-7C8062F38DBD}" dt="2025-08-24T07:25:06.594" v="679" actId="1076"/>
          <ac:spMkLst>
            <pc:docMk/>
            <pc:sldMk cId="3400877029" sldId="375"/>
            <ac:spMk id="7" creationId="{207346F8-F38B-751A-C34A-9B0FD585C89C}"/>
          </ac:spMkLst>
        </pc:spChg>
        <pc:spChg chg="add mod">
          <ac:chgData name="嘉展 張" userId="56c0cc265fef7f12" providerId="LiveId" clId="{3F38253C-CE1C-441D-9F71-7C8062F38DBD}" dt="2025-08-24T07:25:30.801" v="708" actId="20577"/>
          <ac:spMkLst>
            <pc:docMk/>
            <pc:sldMk cId="3400877029" sldId="375"/>
            <ac:spMk id="8" creationId="{AFA24AB3-C51F-232A-871C-288DF34F16BE}"/>
          </ac:spMkLst>
        </pc:spChg>
      </pc:sldChg>
      <pc:sldChg chg="add del">
        <pc:chgData name="嘉展 張" userId="56c0cc265fef7f12" providerId="LiveId" clId="{3F38253C-CE1C-441D-9F71-7C8062F38DBD}" dt="2025-08-24T07:22:21.065" v="568"/>
        <pc:sldMkLst>
          <pc:docMk/>
          <pc:sldMk cId="918694933" sldId="376"/>
        </pc:sldMkLst>
      </pc:sldChg>
      <pc:sldChg chg="add del">
        <pc:chgData name="嘉展 張" userId="56c0cc265fef7f12" providerId="LiveId" clId="{3F38253C-CE1C-441D-9F71-7C8062F38DBD}" dt="2025-08-24T07:31:15.200" v="1005" actId="47"/>
        <pc:sldMkLst>
          <pc:docMk/>
          <pc:sldMk cId="1814373299" sldId="376"/>
        </pc:sldMkLst>
      </pc:sldChg>
      <pc:sldChg chg="add del">
        <pc:chgData name="嘉展 張" userId="56c0cc265fef7f12" providerId="LiveId" clId="{3F38253C-CE1C-441D-9F71-7C8062F38DBD}" dt="2025-08-24T07:22:10.815" v="564"/>
        <pc:sldMkLst>
          <pc:docMk/>
          <pc:sldMk cId="2161358297" sldId="376"/>
        </pc:sldMkLst>
      </pc:sldChg>
      <pc:sldChg chg="add del">
        <pc:chgData name="嘉展 張" userId="56c0cc265fef7f12" providerId="LiveId" clId="{3F38253C-CE1C-441D-9F71-7C8062F38DBD}" dt="2025-08-24T07:22:16.215" v="566"/>
        <pc:sldMkLst>
          <pc:docMk/>
          <pc:sldMk cId="2581731085" sldId="376"/>
        </pc:sldMkLst>
      </pc:sldChg>
      <pc:sldChg chg="addSp modSp add mod">
        <pc:chgData name="嘉展 張" userId="56c0cc265fef7f12" providerId="LiveId" clId="{3F38253C-CE1C-441D-9F71-7C8062F38DBD}" dt="2025-08-24T07:34:25.677" v="1172" actId="1076"/>
        <pc:sldMkLst>
          <pc:docMk/>
          <pc:sldMk cId="1786354499" sldId="377"/>
        </pc:sldMkLst>
        <pc:spChg chg="add mod">
          <ac:chgData name="嘉展 張" userId="56c0cc265fef7f12" providerId="LiveId" clId="{3F38253C-CE1C-441D-9F71-7C8062F38DBD}" dt="2025-08-24T07:33:11.440" v="1066" actId="20577"/>
          <ac:spMkLst>
            <pc:docMk/>
            <pc:sldMk cId="1786354499" sldId="377"/>
            <ac:spMk id="3" creationId="{DD5B1A6D-3D16-B2B0-4C2E-9FB178D79DCE}"/>
          </ac:spMkLst>
        </pc:spChg>
        <pc:spChg chg="add mod">
          <ac:chgData name="嘉展 張" userId="56c0cc265fef7f12" providerId="LiveId" clId="{3F38253C-CE1C-441D-9F71-7C8062F38DBD}" dt="2025-08-24T07:33:51.413" v="1106" actId="20577"/>
          <ac:spMkLst>
            <pc:docMk/>
            <pc:sldMk cId="1786354499" sldId="377"/>
            <ac:spMk id="4" creationId="{85F1DB2A-E83A-B244-BA14-F7E6F7B381DA}"/>
          </ac:spMkLst>
        </pc:spChg>
        <pc:spChg chg="add mod">
          <ac:chgData name="嘉展 張" userId="56c0cc265fef7f12" providerId="LiveId" clId="{3F38253C-CE1C-441D-9F71-7C8062F38DBD}" dt="2025-08-24T07:34:03.417" v="1133" actId="20577"/>
          <ac:spMkLst>
            <pc:docMk/>
            <pc:sldMk cId="1786354499" sldId="377"/>
            <ac:spMk id="5" creationId="{5BC8F481-E2BA-10A1-AC14-472895E449B4}"/>
          </ac:spMkLst>
        </pc:spChg>
        <pc:spChg chg="add mod">
          <ac:chgData name="嘉展 張" userId="56c0cc265fef7f12" providerId="LiveId" clId="{3F38253C-CE1C-441D-9F71-7C8062F38DBD}" dt="2025-08-24T07:34:13.288" v="1154" actId="1076"/>
          <ac:spMkLst>
            <pc:docMk/>
            <pc:sldMk cId="1786354499" sldId="377"/>
            <ac:spMk id="6" creationId="{E041C8CF-1A92-D15D-A220-DCFB9E20EDEB}"/>
          </ac:spMkLst>
        </pc:spChg>
        <pc:spChg chg="add mod">
          <ac:chgData name="嘉展 張" userId="56c0cc265fef7f12" providerId="LiveId" clId="{3F38253C-CE1C-441D-9F71-7C8062F38DBD}" dt="2025-08-24T07:34:25.677" v="1172" actId="1076"/>
          <ac:spMkLst>
            <pc:docMk/>
            <pc:sldMk cId="1786354499" sldId="377"/>
            <ac:spMk id="7" creationId="{E5FC1D70-B862-0734-5679-DDB6BD03B68F}"/>
          </ac:spMkLst>
        </pc:spChg>
      </pc:sldChg>
    </pc:docChg>
  </pc:docChgLst>
  <pc:docChgLst>
    <pc:chgData name="嘉展 張" userId="56c0cc265fef7f12" providerId="LiveId" clId="{8C17DC2B-5918-4C2A-ABAD-E0796C8BEBAA}"/>
    <pc:docChg chg="undo custSel addSld delSld modSld modMainMaster">
      <pc:chgData name="嘉展 張" userId="56c0cc265fef7f12" providerId="LiveId" clId="{8C17DC2B-5918-4C2A-ABAD-E0796C8BEBAA}" dt="2025-07-09T09:31:06.934" v="373" actId="2711"/>
      <pc:docMkLst>
        <pc:docMk/>
      </pc:docMkLst>
      <pc:sldChg chg="modSp mod">
        <pc:chgData name="嘉展 張" userId="56c0cc265fef7f12" providerId="LiveId" clId="{8C17DC2B-5918-4C2A-ABAD-E0796C8BEBAA}" dt="2025-07-09T09:14:09.580" v="41"/>
        <pc:sldMkLst>
          <pc:docMk/>
          <pc:sldMk cId="1698366788" sldId="274"/>
        </pc:sldMkLst>
      </pc:sldChg>
      <pc:sldChg chg="modSp mod">
        <pc:chgData name="嘉展 張" userId="56c0cc265fef7f12" providerId="LiveId" clId="{8C17DC2B-5918-4C2A-ABAD-E0796C8BEBAA}" dt="2025-07-09T09:23:28.904" v="318" actId="207"/>
        <pc:sldMkLst>
          <pc:docMk/>
          <pc:sldMk cId="3676040206" sldId="336"/>
        </pc:sldMkLst>
      </pc:sldChg>
      <pc:sldChg chg="modSp mod">
        <pc:chgData name="嘉展 張" userId="56c0cc265fef7f12" providerId="LiveId" clId="{8C17DC2B-5918-4C2A-ABAD-E0796C8BEBAA}" dt="2025-07-09T09:31:06.934" v="373" actId="2711"/>
        <pc:sldMkLst>
          <pc:docMk/>
          <pc:sldMk cId="3383698067" sldId="342"/>
        </pc:sldMkLst>
      </pc:sldChg>
      <pc:sldChg chg="modSp mod">
        <pc:chgData name="嘉展 張" userId="56c0cc265fef7f12" providerId="LiveId" clId="{8C17DC2B-5918-4C2A-ABAD-E0796C8BEBAA}" dt="2025-07-09T09:29:41.625" v="352" actId="20577"/>
        <pc:sldMkLst>
          <pc:docMk/>
          <pc:sldMk cId="345017411" sldId="343"/>
        </pc:sldMkLst>
      </pc:sldChg>
      <pc:sldChg chg="modSp mod">
        <pc:chgData name="嘉展 張" userId="56c0cc265fef7f12" providerId="LiveId" clId="{8C17DC2B-5918-4C2A-ABAD-E0796C8BEBAA}" dt="2025-07-09T09:25:12.609" v="320" actId="15"/>
        <pc:sldMkLst>
          <pc:docMk/>
          <pc:sldMk cId="3752334464" sldId="345"/>
        </pc:sldMkLst>
      </pc:sldChg>
      <pc:sldChg chg="modSp mod">
        <pc:chgData name="嘉展 張" userId="56c0cc265fef7f12" providerId="LiveId" clId="{8C17DC2B-5918-4C2A-ABAD-E0796C8BEBAA}" dt="2025-07-09T09:26:11.378" v="327" actId="15"/>
        <pc:sldMkLst>
          <pc:docMk/>
          <pc:sldMk cId="1115666099" sldId="346"/>
        </pc:sldMkLst>
      </pc:sldChg>
      <pc:sldChg chg="modSp mod">
        <pc:chgData name="嘉展 張" userId="56c0cc265fef7f12" providerId="LiveId" clId="{8C17DC2B-5918-4C2A-ABAD-E0796C8BEBAA}" dt="2025-07-09T09:26:39.415" v="331" actId="20577"/>
        <pc:sldMkLst>
          <pc:docMk/>
          <pc:sldMk cId="3822570613" sldId="347"/>
        </pc:sldMkLst>
      </pc:sldChg>
      <pc:sldChg chg="modSp mod">
        <pc:chgData name="嘉展 張" userId="56c0cc265fef7f12" providerId="LiveId" clId="{8C17DC2B-5918-4C2A-ABAD-E0796C8BEBAA}" dt="2025-07-09T09:19:45.557" v="174" actId="6549"/>
        <pc:sldMkLst>
          <pc:docMk/>
          <pc:sldMk cId="732333138" sldId="351"/>
        </pc:sldMkLst>
      </pc:sldChg>
      <pc:sldChg chg="modSp mod">
        <pc:chgData name="嘉展 張" userId="56c0cc265fef7f12" providerId="LiveId" clId="{8C17DC2B-5918-4C2A-ABAD-E0796C8BEBAA}" dt="2025-07-09T09:27:03.141" v="333" actId="15"/>
        <pc:sldMkLst>
          <pc:docMk/>
          <pc:sldMk cId="2503062332" sldId="354"/>
        </pc:sldMkLst>
      </pc:sldChg>
      <pc:sldChg chg="modSp mod">
        <pc:chgData name="嘉展 張" userId="56c0cc265fef7f12" providerId="LiveId" clId="{8C17DC2B-5918-4C2A-ABAD-E0796C8BEBAA}" dt="2025-07-09T09:28:04.992" v="336"/>
        <pc:sldMkLst>
          <pc:docMk/>
          <pc:sldMk cId="2169278876" sldId="355"/>
        </pc:sldMkLst>
      </pc:sldChg>
      <pc:sldChg chg="del">
        <pc:chgData name="嘉展 張" userId="56c0cc265fef7f12" providerId="LiveId" clId="{8C17DC2B-5918-4C2A-ABAD-E0796C8BEBAA}" dt="2025-07-09T09:20:12.217" v="177" actId="47"/>
        <pc:sldMkLst>
          <pc:docMk/>
          <pc:sldMk cId="3052656619" sldId="356"/>
        </pc:sldMkLst>
      </pc:sldChg>
      <pc:sldChg chg="del">
        <pc:chgData name="嘉展 張" userId="56c0cc265fef7f12" providerId="LiveId" clId="{8C17DC2B-5918-4C2A-ABAD-E0796C8BEBAA}" dt="2025-07-09T09:21:06.418" v="281" actId="47"/>
        <pc:sldMkLst>
          <pc:docMk/>
          <pc:sldMk cId="185642437" sldId="357"/>
        </pc:sldMkLst>
      </pc:sldChg>
      <pc:sldChg chg="modSp mod">
        <pc:chgData name="嘉展 張" userId="56c0cc265fef7f12" providerId="LiveId" clId="{8C17DC2B-5918-4C2A-ABAD-E0796C8BEBAA}" dt="2025-07-09T09:25:48.444" v="325" actId="207"/>
        <pc:sldMkLst>
          <pc:docMk/>
          <pc:sldMk cId="4193172206" sldId="358"/>
        </pc:sldMkLst>
      </pc:sldChg>
      <pc:sldChg chg="modSp add mod">
        <pc:chgData name="嘉展 張" userId="56c0cc265fef7f12" providerId="LiveId" clId="{8C17DC2B-5918-4C2A-ABAD-E0796C8BEBAA}" dt="2025-07-09T09:19:57.814" v="176" actId="207"/>
        <pc:sldMkLst>
          <pc:docMk/>
          <pc:sldMk cId="3585428774" sldId="359"/>
        </pc:sldMkLst>
      </pc:sldChg>
      <pc:sldChg chg="add">
        <pc:chgData name="嘉展 張" userId="56c0cc265fef7f12" providerId="LiveId" clId="{8C17DC2B-5918-4C2A-ABAD-E0796C8BEBAA}" dt="2025-07-09T09:23:26.053" v="317"/>
        <pc:sldMkLst>
          <pc:docMk/>
          <pc:sldMk cId="1907735413" sldId="360"/>
        </pc:sldMkLst>
      </pc:sldChg>
      <pc:sldMasterChg chg="modSldLayout">
        <pc:chgData name="嘉展 張" userId="56c0cc265fef7f12" providerId="LiveId" clId="{8C17DC2B-5918-4C2A-ABAD-E0796C8BEBAA}" dt="2025-07-09T09:18:08.998" v="120" actId="6549"/>
        <pc:sldMasterMkLst>
          <pc:docMk/>
          <pc:sldMasterMk cId="2733321511" sldId="2147483688"/>
        </pc:sldMasterMkLst>
        <pc:sldLayoutChg chg="modSp mod">
          <pc:chgData name="嘉展 張" userId="56c0cc265fef7f12" providerId="LiveId" clId="{8C17DC2B-5918-4C2A-ABAD-E0796C8BEBAA}" dt="2025-07-09T09:18:08.998" v="120" actId="6549"/>
          <pc:sldLayoutMkLst>
            <pc:docMk/>
            <pc:sldMasterMk cId="2733321511" sldId="2147483688"/>
            <pc:sldLayoutMk cId="2749409723" sldId="2147483690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08BF25A6-087F-D6D2-267D-B40DBA7EE1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A0814FC-58BC-3550-CD96-55E744A2254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02A62F-168C-441A-BD3A-3CBD0D8996EF}" type="datetimeFigureOut">
              <a:rPr lang="zh-TW" altLang="en-US" smtClean="0"/>
              <a:t>2025/8/24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9AE01F6-5383-DDC4-7D41-985AFCC1FBA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4AF33B8-A6BA-F9CB-9D1A-F0E8411475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F976BC-45D2-4837-B745-B3BC93427B1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84510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BIZ UDGothic" panose="020B0400000000000000" pitchFamily="33" charset="-128"/>
        <a:ea typeface="BIZ UDGothic" panose="020B0400000000000000" pitchFamily="33" charset="-128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EE3C2-3917-A3DB-A854-DDEC92D75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8B9CA80-B236-9C2D-2ECF-93C23F34DD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7134856-9EA2-42AE-CEDD-0BFEEA4C3B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697935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19E1C-2F88-D4E4-5F2F-6E5F37BC0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E726078-361B-85CC-1E7B-E6F86BDE72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A70315C-FEB3-FDF0-0A8C-60DBE86FB5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751465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19AA0-1386-BB40-26C3-3898415BF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294951A-7656-31D3-0463-7165FD630D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71C6FFD-D7CF-A114-3857-7D96EAE688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60462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BF879-7D2A-F857-4B4D-2403AC2BF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2CC8A1D-62D3-F864-9F0F-9A0175D2E8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9B56E72-33D2-E2FE-AB96-3C638374E5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498050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6B379-66A6-8293-506C-29E51887A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F9A3887-4357-E0FE-7DDD-A2FAFC324C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37AB0E6-6396-E25F-0096-5941418CD8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287842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4D6FF-0C0D-83F3-612A-BBDD094E0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3CCD3CD-9121-CCD1-AFFD-FDC8BEC79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0A8C1D2-90A8-9103-56B9-E33BF3DB83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866297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1817C-F287-F065-8882-D7A4DE98C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EDAC0BE-EE20-BA6B-0516-1B9B0FE685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C8B431F-7A24-FB64-CF33-07FADF8305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806188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AF310-7F58-FA17-6341-7E5E80802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57D5293-8193-FF20-FA48-8B4F973985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804C5F3-E8CC-A1B4-0A04-FF293BA051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246990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3F986-F5D1-4F70-D059-D6FBE7236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5B594EC-73AA-CF04-8FA8-F270202006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FEB2AF8-7346-E86B-3440-48ACA4C745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015780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96F27-765D-AD1C-5330-4FEC0D2F1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C6539F72-2AA8-3407-CA94-918A99A202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74E489D-FE56-A1FF-BBA3-B7464D9C2C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91091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BE18B-9284-4C34-1C60-E918802CD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E8BB489-F93C-819E-5985-79CFC6810C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2245CC0-BD14-DF5C-7A17-EFCD00FFE3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968629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9F13D-1ED7-DF52-F6AD-DA3481E6A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17BBF0B-7D7D-D6A0-63D5-6153918B72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5CD1C0-0BA9-E1F1-B6A8-BEA3D120E6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243089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  <p:sp>
        <p:nvSpPr>
          <p:cNvPr id="301" name="Google Shape;30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24893-DBDA-4BFA-9CE1-4BFE7CD0F8CF}" type="datetime1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  <p:sp>
        <p:nvSpPr>
          <p:cNvPr id="7" name="Google Shape;173;p15">
            <a:extLst>
              <a:ext uri="{FF2B5EF4-FFF2-40B4-BE49-F238E27FC236}">
                <a16:creationId xmlns:a16="http://schemas.microsoft.com/office/drawing/2014/main" id="{1EA53AEF-F2B1-0F4B-39E7-2C1000323C5C}"/>
              </a:ext>
            </a:extLst>
          </p:cNvPr>
          <p:cNvSpPr/>
          <p:nvPr userDrawn="1"/>
        </p:nvSpPr>
        <p:spPr>
          <a:xfrm>
            <a:off x="-1" y="12529696"/>
            <a:ext cx="24384001" cy="1188793"/>
          </a:xfrm>
          <a:prstGeom prst="rect">
            <a:avLst/>
          </a:prstGeom>
          <a:solidFill>
            <a:srgbClr val="288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endParaRPr sz="3600" b="0" i="0" u="none" strike="noStrike" cap="none" dirty="0">
              <a:solidFill>
                <a:srgbClr val="000000"/>
              </a:solidFill>
              <a:latin typeface="Gen Jyuu GothicL Bold" panose="020B0602020203020207" pitchFamily="34" charset="-120"/>
              <a:ea typeface="Gen Jyuu GothicL Bold" panose="020B0602020203020207" pitchFamily="34" charset="-120"/>
              <a:cs typeface="Gen Jyuu GothicL Bold" panose="020B0602020203020207" pitchFamily="34" charset="-120"/>
              <a:sym typeface="Calibri"/>
            </a:endParaRPr>
          </a:p>
        </p:txBody>
      </p:sp>
      <p:pic>
        <p:nvPicPr>
          <p:cNvPr id="8" name="Google Shape;175;p15" descr="00新品牌元素-55.png">
            <a:extLst>
              <a:ext uri="{FF2B5EF4-FFF2-40B4-BE49-F238E27FC236}">
                <a16:creationId xmlns:a16="http://schemas.microsoft.com/office/drawing/2014/main" id="{A1C6D771-7D6B-48B8-4879-512D53716F0E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661141" y="12716794"/>
            <a:ext cx="4686527" cy="849086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77;p15">
            <a:extLst>
              <a:ext uri="{FF2B5EF4-FFF2-40B4-BE49-F238E27FC236}">
                <a16:creationId xmlns:a16="http://schemas.microsoft.com/office/drawing/2014/main" id="{F6E91BB9-A0CF-7DC6-E565-0F8D841B8D6A}"/>
              </a:ext>
            </a:extLst>
          </p:cNvPr>
          <p:cNvSpPr txBox="1"/>
          <p:nvPr userDrawn="1"/>
        </p:nvSpPr>
        <p:spPr>
          <a:xfrm>
            <a:off x="1779473" y="4241866"/>
            <a:ext cx="5726816" cy="1415743"/>
          </a:xfrm>
          <a:prstGeom prst="rect">
            <a:avLst/>
          </a:prstGeom>
          <a:solidFill>
            <a:srgbClr val="288CCC"/>
          </a:solidFill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Arial"/>
              <a:buNone/>
            </a:pPr>
            <a:r>
              <a:rPr lang="en-US" sz="8000" b="0" i="0" u="none" strike="noStrike" cap="none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  <a:sym typeface="Arial"/>
              </a:rPr>
              <a:t>本課文型</a:t>
            </a:r>
            <a:endParaRPr sz="1400" b="0" i="0" u="none" strike="noStrike" cap="none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n Jyuu GothicL Bold" panose="020B0602020203020207" pitchFamily="34" charset="-120"/>
              <a:ea typeface="Gen Jyuu GothicL Bold" panose="020B0602020203020207" pitchFamily="34" charset="-120"/>
              <a:cs typeface="Gen Jyuu GothicL Bold" panose="020B0602020203020207" pitchFamily="34" charset="-120"/>
              <a:sym typeface="Arial"/>
            </a:endParaRPr>
          </a:p>
        </p:txBody>
      </p:sp>
      <p:pic>
        <p:nvPicPr>
          <p:cNvPr id="11" name="Google Shape;180;p15" descr="新品牌元素-04.png">
            <a:extLst>
              <a:ext uri="{FF2B5EF4-FFF2-40B4-BE49-F238E27FC236}">
                <a16:creationId xmlns:a16="http://schemas.microsoft.com/office/drawing/2014/main" id="{9706B59E-0CCB-A03D-5962-B885D023C539}"/>
              </a:ext>
            </a:extLst>
          </p:cNvPr>
          <p:cNvPicPr preferRelativeResize="0"/>
          <p:nvPr userDrawn="1"/>
        </p:nvPicPr>
        <p:blipFill rotWithShape="1">
          <a:blip r:embed="rId3">
            <a:alphaModFix amt="70000"/>
          </a:blip>
          <a:srcRect/>
          <a:stretch/>
        </p:blipFill>
        <p:spPr>
          <a:xfrm>
            <a:off x="21137221" y="1024091"/>
            <a:ext cx="2776561" cy="1589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81;p15" descr="00新品牌元素-47.png">
            <a:extLst>
              <a:ext uri="{FF2B5EF4-FFF2-40B4-BE49-F238E27FC236}">
                <a16:creationId xmlns:a16="http://schemas.microsoft.com/office/drawing/2014/main" id="{816445DC-2A49-15E8-A162-AB44553F104E}"/>
              </a:ext>
            </a:extLst>
          </p:cNvPr>
          <p:cNvPicPr preferRelativeResize="0"/>
          <p:nvPr userDrawn="1"/>
        </p:nvPicPr>
        <p:blipFill rotWithShape="1">
          <a:blip r:embed="rId4">
            <a:alphaModFix/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0832421" y="8763000"/>
            <a:ext cx="3780876" cy="4361092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文字版面配置區 17">
            <a:extLst>
              <a:ext uri="{FF2B5EF4-FFF2-40B4-BE49-F238E27FC236}">
                <a16:creationId xmlns:a16="http://schemas.microsoft.com/office/drawing/2014/main" id="{945131EA-FBA2-5A69-36FD-4A242A80AB2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9070" y="6660848"/>
            <a:ext cx="17113623" cy="5032117"/>
          </a:xfrm>
        </p:spPr>
        <p:txBody>
          <a:bodyPr numCol="2">
            <a:normAutofit/>
          </a:bodyPr>
          <a:lstStyle>
            <a:lvl1pPr marL="0" indent="0">
              <a:buNone/>
              <a:defRPr sz="4200">
                <a:solidFill>
                  <a:srgbClr val="3B3838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  <a:lvl2pPr marL="914400" indent="0">
              <a:buNone/>
              <a:defRPr sz="4200"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2pPr>
            <a:lvl3pPr>
              <a:defRPr sz="4200"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3pPr>
            <a:lvl4pPr>
              <a:defRPr sz="4200"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4pPr>
            <a:lvl5pPr>
              <a:defRPr sz="4200"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  <a:endParaRPr lang="en-US" altLang="zh-TW" dirty="0"/>
          </a:p>
        </p:txBody>
      </p:sp>
      <p:sp>
        <p:nvSpPr>
          <p:cNvPr id="19" name="Google Shape;179;p15">
            <a:extLst>
              <a:ext uri="{FF2B5EF4-FFF2-40B4-BE49-F238E27FC236}">
                <a16:creationId xmlns:a16="http://schemas.microsoft.com/office/drawing/2014/main" id="{3F54C1E6-3D7F-502D-6C15-E0DC042557B2}"/>
              </a:ext>
            </a:extLst>
          </p:cNvPr>
          <p:cNvSpPr txBox="1"/>
          <p:nvPr userDrawn="1"/>
        </p:nvSpPr>
        <p:spPr>
          <a:xfrm>
            <a:off x="18036333" y="12735798"/>
            <a:ext cx="5266463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Arial"/>
              <a:buNone/>
            </a:pPr>
            <a:r>
              <a:rPr lang="ja-JP" altLang="en-US" sz="4200" b="1" i="0" u="none" strike="noStrike" kern="1200" cap="none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n Jyuu Gothic Bold" panose="020B0602020203020207" pitchFamily="50" charset="-128"/>
                <a:ea typeface="Gen Jyuu Gothic Bold" panose="020B0602020203020207" pitchFamily="50" charset="-128"/>
                <a:cs typeface="Gen Jyuu Gothic Bold" panose="020B0602020203020207" pitchFamily="50" charset="-128"/>
                <a:sym typeface="Arial"/>
              </a:rPr>
              <a:t>學習導師・中級</a:t>
            </a:r>
          </a:p>
        </p:txBody>
      </p:sp>
    </p:spTree>
    <p:extLst>
      <p:ext uri="{BB962C8B-B14F-4D97-AF65-F5344CB8AC3E}">
        <p14:creationId xmlns:p14="http://schemas.microsoft.com/office/powerpoint/2010/main" val="81026470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381500" y="-36844"/>
            <a:ext cx="19983450" cy="114873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zh-TW" altLang="en-US"/>
              <a:t>按一下以編輯母片標題樣式 </a:t>
            </a:r>
            <a:endParaRPr 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AC0EF03-D6B3-CE56-533B-535D9DFA0793}"/>
              </a:ext>
            </a:extLst>
          </p:cNvPr>
          <p:cNvSpPr/>
          <p:nvPr userDrawn="1"/>
        </p:nvSpPr>
        <p:spPr>
          <a:xfrm>
            <a:off x="-38100" y="-151233"/>
            <a:ext cx="24403050" cy="189136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9" name="Google Shape;191;p60" descr="00新品牌元素-50.png">
            <a:extLst>
              <a:ext uri="{FF2B5EF4-FFF2-40B4-BE49-F238E27FC236}">
                <a16:creationId xmlns:a16="http://schemas.microsoft.com/office/drawing/2014/main" id="{30CA417C-C8B7-0AFC-3F11-7B07400254AC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76200" y="-165077"/>
            <a:ext cx="1371600" cy="1469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90;p60" descr="浮水印.png">
            <a:extLst>
              <a:ext uri="{FF2B5EF4-FFF2-40B4-BE49-F238E27FC236}">
                <a16:creationId xmlns:a16="http://schemas.microsoft.com/office/drawing/2014/main" id="{151502A3-5726-B337-1182-245A2ADF7D85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22574250" y="145476"/>
            <a:ext cx="1580320" cy="886984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文字方塊 17">
            <a:extLst>
              <a:ext uri="{FF2B5EF4-FFF2-40B4-BE49-F238E27FC236}">
                <a16:creationId xmlns:a16="http://schemas.microsoft.com/office/drawing/2014/main" id="{286F6F29-2332-3D9E-E40D-AF2D204D300D}"/>
              </a:ext>
            </a:extLst>
          </p:cNvPr>
          <p:cNvSpPr txBox="1"/>
          <p:nvPr userDrawn="1"/>
        </p:nvSpPr>
        <p:spPr>
          <a:xfrm>
            <a:off x="1346200" y="-1056222"/>
            <a:ext cx="30988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9600" b="1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1</a:t>
            </a:r>
            <a:r>
              <a:rPr kumimoji="1" lang="en-US" altLang="ja-JP" sz="9600" b="1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3</a:t>
            </a:r>
            <a:r>
              <a:rPr kumimoji="1" lang="zh-TW" altLang="en-US" sz="16600" b="1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    </a:t>
            </a:r>
            <a:endParaRPr kumimoji="1" lang="ja-JP" altLang="en-US" sz="16600" b="1" dirty="0">
              <a:solidFill>
                <a:srgbClr val="1C85C9"/>
              </a:solidFill>
              <a:latin typeface="HGPSoeiKakugothicUB" panose="020B0900000000000000" pitchFamily="34" charset="-128"/>
              <a:ea typeface="HGPSoeiKakugothicUB" panose="020B0900000000000000" pitchFamily="34" charset="-128"/>
              <a:cs typeface="Cascadia Mono SemiBold" panose="020B0609020000020004" pitchFamily="49" charset="0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666ED131-2A2B-58C7-4569-0A0957402ACC}"/>
              </a:ext>
            </a:extLst>
          </p:cNvPr>
          <p:cNvSpPr txBox="1"/>
          <p:nvPr userDrawn="1"/>
        </p:nvSpPr>
        <p:spPr>
          <a:xfrm>
            <a:off x="3071004" y="355598"/>
            <a:ext cx="796194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b="0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幸せの形</a:t>
            </a:r>
            <a:endParaRPr kumimoji="1" lang="en-US" altLang="ja-JP" sz="2800" b="0" dirty="0">
              <a:solidFill>
                <a:srgbClr val="1C85C9"/>
              </a:solidFill>
              <a:latin typeface="HGPSoeiKakugothicUB" panose="020B0900000000000000" pitchFamily="34" charset="-128"/>
              <a:ea typeface="HGPSoeiKakugothicUB" panose="020B0900000000000000" pitchFamily="34" charset="-128"/>
              <a:cs typeface="Cascadia Mono SemiBold" panose="020B0609020000020004" pitchFamily="49" charset="0"/>
            </a:endParaRPr>
          </a:p>
          <a:p>
            <a:r>
              <a:rPr kumimoji="1" lang="ja-JP" altLang="en-US" sz="2400" b="0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  <a:cs typeface="Cascadia Mono SemiBold" panose="020B0609020000020004" pitchFamily="49" charset="0"/>
              </a:rPr>
              <a:t>第十三課</a:t>
            </a:r>
          </a:p>
        </p:txBody>
      </p:sp>
    </p:spTree>
    <p:extLst>
      <p:ext uri="{BB962C8B-B14F-4D97-AF65-F5344CB8AC3E}">
        <p14:creationId xmlns:p14="http://schemas.microsoft.com/office/powerpoint/2010/main" val="2749409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3700" y="3424846"/>
            <a:ext cx="21031200" cy="5702416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120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3700" y="9105267"/>
            <a:ext cx="21031200" cy="3000374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4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9144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F84E2-2D7A-43CF-AC90-352A289A783A}" type="datetime1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4966184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0254" y="731520"/>
            <a:ext cx="21031200" cy="2651124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90254" y="3657601"/>
            <a:ext cx="10363200" cy="870267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44400" y="3657601"/>
            <a:ext cx="10363200" cy="870267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952B5-7A2F-4CC8-B7CE-9234E21C2837}" type="datetime1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8611464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90254" y="3363701"/>
            <a:ext cx="10312400" cy="165139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90254" y="5015101"/>
            <a:ext cx="10312400" cy="73610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44401" y="3363702"/>
            <a:ext cx="10363202" cy="1651396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44401" y="5015101"/>
            <a:ext cx="10363202" cy="73610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DA07A-9201-4B4B-BAF2-015AFA30F520}" type="datetime1">
              <a:rPr lang="en-US" smtClean="0"/>
              <a:t>8/24/2025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690254" y="731520"/>
            <a:ext cx="21031200" cy="2651124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4357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7E00A-486F-4252-8B1D-E32645521F49}" type="datetime1">
              <a:rPr lang="en-US" smtClean="0"/>
              <a:t>8/24/2025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690254" y="731520"/>
            <a:ext cx="21031200" cy="2651124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1635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5F92-E675-4B36-9A60-69A962A68675}" type="datetime1">
              <a:rPr lang="en-US" smtClean="0"/>
              <a:t>8/24/2025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466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2496" y="914401"/>
            <a:ext cx="7863840" cy="320039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4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63200" y="1981200"/>
            <a:ext cx="12344400" cy="9753600"/>
          </a:xfrm>
          <a:prstGeom prst="rect">
            <a:avLst/>
          </a:prstGeo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82496" y="4114799"/>
            <a:ext cx="7863840" cy="762000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3200"/>
            </a:lvl1pPr>
            <a:lvl2pPr marL="914400" indent="0">
              <a:buNone/>
              <a:defRPr sz="2400"/>
            </a:lvl2pPr>
            <a:lvl3pPr marL="1828800" indent="0">
              <a:buNone/>
              <a:defRPr sz="2000"/>
            </a:lvl3pPr>
            <a:lvl4pPr marL="2743200" indent="0">
              <a:buNone/>
              <a:defRPr sz="1800"/>
            </a:lvl4pPr>
            <a:lvl5pPr marL="3657600" indent="0">
              <a:buNone/>
              <a:defRPr sz="1800"/>
            </a:lvl5pPr>
            <a:lvl6pPr marL="4572000" indent="0">
              <a:buNone/>
              <a:defRPr sz="1800"/>
            </a:lvl6pPr>
            <a:lvl7pPr marL="5486400" indent="0">
              <a:buNone/>
              <a:defRPr sz="1800"/>
            </a:lvl7pPr>
            <a:lvl8pPr marL="6400800" indent="0">
              <a:buNone/>
              <a:defRPr sz="1800"/>
            </a:lvl8pPr>
            <a:lvl9pPr marL="7315200" indent="0">
              <a:buNone/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E2C9B-5FA2-460D-9BE7-B0812FC2A6FF}" type="datetime1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6117873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2496" y="914400"/>
            <a:ext cx="7863840" cy="32004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4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363200" y="1981200"/>
            <a:ext cx="12344400" cy="9753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82496" y="4114800"/>
            <a:ext cx="7863840" cy="7620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3200"/>
            </a:lvl1pPr>
            <a:lvl2pPr marL="914400" indent="0">
              <a:buNone/>
              <a:defRPr sz="2400"/>
            </a:lvl2pPr>
            <a:lvl3pPr marL="1828800" indent="0">
              <a:buNone/>
              <a:defRPr sz="2000"/>
            </a:lvl3pPr>
            <a:lvl4pPr marL="2743200" indent="0">
              <a:buNone/>
              <a:defRPr sz="1800"/>
            </a:lvl4pPr>
            <a:lvl5pPr marL="3657600" indent="0">
              <a:buNone/>
              <a:defRPr sz="1800"/>
            </a:lvl5pPr>
            <a:lvl6pPr marL="4572000" indent="0">
              <a:buNone/>
              <a:defRPr sz="1800"/>
            </a:lvl6pPr>
            <a:lvl7pPr marL="5486400" indent="0">
              <a:buNone/>
              <a:defRPr sz="1800"/>
            </a:lvl7pPr>
            <a:lvl8pPr marL="6400800" indent="0">
              <a:buNone/>
              <a:defRPr sz="1800"/>
            </a:lvl8pPr>
            <a:lvl9pPr marL="7315200" indent="0">
              <a:buNone/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74940-A916-4C8B-9648-02A2D3898F9E}" type="datetime1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4635085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0254" y="731520"/>
            <a:ext cx="21031200" cy="2651124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90254" y="3657601"/>
            <a:ext cx="21031200" cy="870267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E5243-F52A-4D37-9694-EB26C6C31910}" type="datetime1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8898673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449800" y="720724"/>
            <a:ext cx="5257800" cy="11623676"/>
          </a:xfrm>
          <a:prstGeom prst="rect">
            <a:avLst/>
          </a:prstGeo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6400" y="720725"/>
            <a:ext cx="15468600" cy="1162367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7B6E1-634A-48DC-9E8B-D894023267EF}" type="datetime1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99469385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90254" y="731520"/>
            <a:ext cx="21031200" cy="26511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90254" y="3657601"/>
            <a:ext cx="21031200" cy="87026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5586B75A-687E-405C-8A0B-8D00578BA2C3}" type="datetime1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35054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3321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hf sldNum="0" hdr="0" ft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Wingdings 2" pitchFamily="18" charset="2"/>
        <a:buChar char="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spcBef>
          <a:spcPct val="20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spcBef>
          <a:spcPct val="20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spcBef>
          <a:spcPct val="20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spcBef>
          <a:spcPct val="20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1">
            <a:extLst>
              <a:ext uri="{FF2B5EF4-FFF2-40B4-BE49-F238E27FC236}">
                <a16:creationId xmlns:a16="http://schemas.microsoft.com/office/drawing/2014/main" id="{42978BFF-C9BA-D65A-A597-87A395CE7CC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1679070" y="6660848"/>
            <a:ext cx="21314280" cy="5032117"/>
          </a:xfrm>
        </p:spPr>
        <p:txBody>
          <a:bodyPr numCol="2">
            <a:norm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余り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～を中心として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 </a:t>
            </a:r>
            <a:r>
              <a:rPr lang="en-US" altLang="ja-JP" sz="4800" dirty="0">
                <a:latin typeface="BIZ UDGothic" panose="020B0600070205080204" charset="-128"/>
                <a:ea typeface="BIZ UDGothic" panose="020B0600070205080204" charset="-128"/>
              </a:rPr>
              <a:t>A</a:t>
            </a: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まま</a:t>
            </a:r>
            <a:r>
              <a:rPr lang="en-US" altLang="ja-JP" sz="4800" dirty="0">
                <a:latin typeface="BIZ UDGothic" panose="020B0600070205080204" charset="-128"/>
                <a:ea typeface="BIZ UDGothic" panose="020B0600070205080204" charset="-128"/>
              </a:rPr>
              <a:t>B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～ように的四種意思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 </a:t>
            </a:r>
            <a:r>
              <a:rPr lang="en-US" altLang="ja-JP" sz="4800" dirty="0">
                <a:latin typeface="BIZ UDGothic" panose="020B0600070205080204" charset="-128"/>
                <a:ea typeface="BIZ UDGothic" panose="020B0600070205080204" charset="-128"/>
              </a:rPr>
              <a:t>A</a:t>
            </a: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のは</a:t>
            </a:r>
            <a:r>
              <a:rPr lang="en-US" altLang="ja-JP" sz="4800" dirty="0">
                <a:latin typeface="BIZ UDGothic" panose="020B0600070205080204" charset="-128"/>
                <a:ea typeface="BIZ UDGothic" panose="020B0600070205080204" charset="-128"/>
              </a:rPr>
              <a:t>B</a:t>
            </a: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からだ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 </a:t>
            </a:r>
            <a:r>
              <a:rPr lang="en-US" altLang="ja-JP" sz="4800" dirty="0">
                <a:latin typeface="BIZ UDGothic" panose="020B0600070205080204" charset="-128"/>
                <a:ea typeface="BIZ UDGothic" panose="020B0600070205080204" charset="-128"/>
              </a:rPr>
              <a:t>A</a:t>
            </a: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と同時に</a:t>
            </a:r>
            <a:r>
              <a:rPr lang="en-US" altLang="ja-JP" sz="4800" dirty="0">
                <a:latin typeface="BIZ UDGothic" panose="020B0600070205080204" charset="-128"/>
                <a:ea typeface="BIZ UDGothic" panose="020B0600070205080204" charset="-128"/>
              </a:rPr>
              <a:t>B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三種複合動詞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～ように祈る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～だって（～でも）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～てばかりいる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D9B722B-1BEB-4A9C-1D65-143E67B5ABB6}"/>
              </a:ext>
            </a:extLst>
          </p:cNvPr>
          <p:cNvSpPr txBox="1"/>
          <p:nvPr/>
        </p:nvSpPr>
        <p:spPr>
          <a:xfrm>
            <a:off x="1544081" y="-821209"/>
            <a:ext cx="3098800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3800" b="1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13</a:t>
            </a:r>
            <a:r>
              <a:rPr kumimoji="1" lang="zh-TW" altLang="en-US" sz="23900" b="1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   </a:t>
            </a:r>
            <a:endParaRPr kumimoji="1" lang="ja-JP" altLang="en-US" sz="23900" b="1" dirty="0">
              <a:solidFill>
                <a:srgbClr val="1C85C9"/>
              </a:solidFill>
              <a:latin typeface="HGPSoeiKakugothicUB" panose="020B0900000000000000" pitchFamily="34" charset="-128"/>
              <a:ea typeface="HGPSoeiKakugothicUB" panose="020B0900000000000000" pitchFamily="34" charset="-128"/>
              <a:cs typeface="Cascadia Mono SemiBold" panose="020B0609020000020004" pitchFamily="49" charset="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CE093256-7AFB-4FC3-3F91-43D09072FD5D}"/>
              </a:ext>
            </a:extLst>
          </p:cNvPr>
          <p:cNvSpPr txBox="1"/>
          <p:nvPr/>
        </p:nvSpPr>
        <p:spPr>
          <a:xfrm>
            <a:off x="4036785" y="1239585"/>
            <a:ext cx="8080829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000" b="0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幸せの形</a:t>
            </a:r>
            <a:endParaRPr kumimoji="1" lang="en-US" altLang="ja-JP" sz="4000" b="0" dirty="0">
              <a:solidFill>
                <a:srgbClr val="1C85C9"/>
              </a:solidFill>
              <a:latin typeface="HGPSoeiKakugothicUB" panose="020B0900000000000000" pitchFamily="34" charset="-128"/>
              <a:ea typeface="HGPSoeiKakugothicUB" panose="020B0900000000000000" pitchFamily="34" charset="-128"/>
              <a:cs typeface="Cascadia Mono SemiBold" panose="020B0609020000020004" pitchFamily="49" charset="0"/>
            </a:endParaRPr>
          </a:p>
          <a:p>
            <a:r>
              <a:rPr kumimoji="1" lang="ja-JP" altLang="en-US" sz="3600" b="0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  <a:cs typeface="Cascadia Mono SemiBold" panose="020B0609020000020004" pitchFamily="49" charset="0"/>
              </a:rPr>
              <a:t>第</a:t>
            </a:r>
            <a:r>
              <a:rPr kumimoji="1" lang="ja-JP" altLang="en-US" sz="3600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  <a:cs typeface="Cascadia Mono SemiBold" panose="020B0609020000020004" pitchFamily="49" charset="0"/>
              </a:rPr>
              <a:t>十三</a:t>
            </a:r>
            <a:r>
              <a:rPr kumimoji="1" lang="ja-JP" altLang="en-US" sz="3600" b="0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  <a:cs typeface="Cascadia Mono SemiBold" panose="020B0609020000020004" pitchFamily="49" charset="0"/>
              </a:rPr>
              <a:t>課</a:t>
            </a:r>
          </a:p>
        </p:txBody>
      </p:sp>
    </p:spTree>
    <p:extLst>
      <p:ext uri="{BB962C8B-B14F-4D97-AF65-F5344CB8AC3E}">
        <p14:creationId xmlns:p14="http://schemas.microsoft.com/office/powerpoint/2010/main" val="1698366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85B46-3438-4B8C-533A-06B6E8BFA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D1FB7E9A-89E9-CE08-B012-451EDA06403C}"/>
              </a:ext>
            </a:extLst>
          </p:cNvPr>
          <p:cNvSpPr txBox="1"/>
          <p:nvPr/>
        </p:nvSpPr>
        <p:spPr>
          <a:xfrm>
            <a:off x="1041143" y="2344617"/>
            <a:ext cx="22301713" cy="72601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ja-JP" sz="4800" dirty="0"/>
              <a:t>1.	</a:t>
            </a:r>
            <a:r>
              <a:rPr lang="ja-JP" altLang="en-US" sz="4800" dirty="0"/>
              <a:t>その村では農業</a:t>
            </a:r>
            <a:r>
              <a:rPr lang="ja-JP" altLang="en-US" sz="4800" u="sng" dirty="0"/>
              <a:t>　　　　　　　　　　　　　　</a:t>
            </a:r>
            <a:r>
              <a:rPr lang="ja-JP" altLang="en-US" sz="4800" dirty="0"/>
              <a:t>生活している人が多い。</a:t>
            </a:r>
          </a:p>
          <a:p>
            <a:pPr>
              <a:lnSpc>
                <a:spcPct val="200000"/>
              </a:lnSpc>
            </a:pPr>
            <a:r>
              <a:rPr lang="en-US" altLang="ja-JP" sz="4800" dirty="0"/>
              <a:t>2.	</a:t>
            </a:r>
            <a:r>
              <a:rPr lang="ja-JP" altLang="en-US" sz="4800" dirty="0"/>
              <a:t>人の話を聞かず、自分の意見を</a:t>
            </a:r>
            <a:r>
              <a:rPr lang="ja-JP" altLang="en-US" sz="4800" u="sng" dirty="0"/>
              <a:t>　　　　　　　　　　　　　　　　　　</a:t>
            </a:r>
            <a:r>
              <a:rPr lang="ja-JP" altLang="en-US" sz="4800" dirty="0"/>
              <a:t>。</a:t>
            </a:r>
          </a:p>
          <a:p>
            <a:pPr>
              <a:lnSpc>
                <a:spcPct val="200000"/>
              </a:lnSpc>
            </a:pPr>
            <a:r>
              <a:rPr lang="en-US" altLang="ja-JP" sz="4800" dirty="0"/>
              <a:t>3.	</a:t>
            </a:r>
            <a:r>
              <a:rPr lang="ja-JP" altLang="en-US" sz="4800" dirty="0"/>
              <a:t>今回の参加者は</a:t>
            </a:r>
            <a:r>
              <a:rPr lang="en-US" altLang="ja-JP" sz="4800" dirty="0"/>
              <a:t>1000</a:t>
            </a:r>
            <a:r>
              <a:rPr lang="ja-JP" altLang="en-US" sz="4800" dirty="0"/>
              <a:t>人</a:t>
            </a:r>
            <a:r>
              <a:rPr lang="ja-JP" altLang="en-US" sz="4800" u="sng" dirty="0"/>
              <a:t>　　　　　　　　　　　　　　　　　</a:t>
            </a:r>
            <a:r>
              <a:rPr lang="ja-JP" altLang="en-US" sz="4800" dirty="0"/>
              <a:t>いるそうだ。</a:t>
            </a:r>
          </a:p>
          <a:p>
            <a:pPr>
              <a:lnSpc>
                <a:spcPct val="200000"/>
              </a:lnSpc>
            </a:pPr>
            <a:r>
              <a:rPr lang="en-US" altLang="ja-JP" sz="4800" dirty="0"/>
              <a:t>4.	</a:t>
            </a:r>
            <a:r>
              <a:rPr lang="ja-JP" altLang="en-US" sz="4800" dirty="0"/>
              <a:t>この本が一番面白かった</a:t>
            </a:r>
            <a:r>
              <a:rPr lang="ja-JP" altLang="en-US" sz="4800" u="sng" dirty="0"/>
              <a:t>　　　　　　　　　　　　　　　　　　　　　　　　</a:t>
            </a:r>
            <a:r>
              <a:rPr lang="ja-JP" altLang="en-US" sz="4800" dirty="0"/>
              <a:t>。</a:t>
            </a:r>
          </a:p>
          <a:p>
            <a:pPr>
              <a:lnSpc>
                <a:spcPct val="200000"/>
              </a:lnSpc>
            </a:pPr>
            <a:r>
              <a:rPr lang="en-US" altLang="ja-JP" sz="4800" dirty="0"/>
              <a:t>5.	</a:t>
            </a:r>
            <a:r>
              <a:rPr lang="ja-JP" altLang="en-US" sz="4800" dirty="0"/>
              <a:t>彼女は</a:t>
            </a:r>
            <a:r>
              <a:rPr lang="ja-JP" altLang="en-US" sz="4800" u="sng" dirty="0"/>
              <a:t>　　　　　　　　　　　　　　　　　　　　　　　</a:t>
            </a:r>
            <a:r>
              <a:rPr lang="ja-JP" altLang="en-US" sz="4800" dirty="0"/>
              <a:t>、寝てしまった。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EB0EF7CF-4F19-0E24-8B67-D10882D24B18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1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重點文型練習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3" name="文字方塊 5">
            <a:extLst>
              <a:ext uri="{FF2B5EF4-FFF2-40B4-BE49-F238E27FC236}">
                <a16:creationId xmlns:a16="http://schemas.microsoft.com/office/drawing/2014/main" id="{9D9DE702-75BE-2800-2E0A-98D50AA6C897}"/>
              </a:ext>
            </a:extLst>
          </p:cNvPr>
          <p:cNvSpPr txBox="1"/>
          <p:nvPr/>
        </p:nvSpPr>
        <p:spPr>
          <a:xfrm>
            <a:off x="2785418" y="11621279"/>
            <a:ext cx="18566301" cy="830997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lang="ja-JP" altLang="en-US" sz="4800" dirty="0"/>
              <a:t>余り　</a:t>
            </a:r>
            <a:r>
              <a:rPr lang="en-US" altLang="ja-JP" sz="4800" dirty="0"/>
              <a:t>/</a:t>
            </a:r>
            <a:r>
              <a:rPr lang="ja-JP" altLang="en-US" sz="4800" dirty="0"/>
              <a:t>　～のは～からだ　</a:t>
            </a:r>
            <a:r>
              <a:rPr lang="en-US" altLang="ja-JP" sz="4800" dirty="0"/>
              <a:t>/</a:t>
            </a:r>
            <a:r>
              <a:rPr lang="ja-JP" altLang="en-US" sz="4800" dirty="0"/>
              <a:t>　～てばかりいる　</a:t>
            </a:r>
            <a:r>
              <a:rPr lang="en-US" altLang="ja-JP" sz="4800" dirty="0"/>
              <a:t>/</a:t>
            </a:r>
            <a:r>
              <a:rPr lang="ja-JP" altLang="en-US" sz="4800" dirty="0"/>
              <a:t>　まま　</a:t>
            </a:r>
            <a:r>
              <a:rPr lang="en-US" altLang="ja-JP" sz="4800" dirty="0"/>
              <a:t>/</a:t>
            </a:r>
            <a:r>
              <a:rPr lang="ja-JP" altLang="en-US" sz="4800" dirty="0"/>
              <a:t>　～を中心として</a:t>
            </a:r>
            <a:endParaRPr kumimoji="1" lang="ja-JP" altLang="en-US" sz="4800" dirty="0"/>
          </a:p>
        </p:txBody>
      </p:sp>
    </p:spTree>
    <p:extLst>
      <p:ext uri="{BB962C8B-B14F-4D97-AF65-F5344CB8AC3E}">
        <p14:creationId xmlns:p14="http://schemas.microsoft.com/office/powerpoint/2010/main" val="3132866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EDAEB-5CD2-FC91-184C-C19A05243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3CE6A4A6-F161-BD69-3451-807A6008461F}"/>
              </a:ext>
            </a:extLst>
          </p:cNvPr>
          <p:cNvSpPr txBox="1"/>
          <p:nvPr/>
        </p:nvSpPr>
        <p:spPr>
          <a:xfrm>
            <a:off x="1041143" y="2344617"/>
            <a:ext cx="22301713" cy="72601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ja-JP" sz="4800" dirty="0"/>
              <a:t>1.	</a:t>
            </a:r>
            <a:r>
              <a:rPr lang="ja-JP" altLang="en-US" sz="4800" dirty="0"/>
              <a:t>その村では農業</a:t>
            </a:r>
            <a:r>
              <a:rPr lang="ja-JP" altLang="en-US" sz="4800" u="sng" dirty="0"/>
              <a:t>　　　　　　　　　　　　　　</a:t>
            </a:r>
            <a:r>
              <a:rPr lang="ja-JP" altLang="en-US" sz="4800" dirty="0"/>
              <a:t>生活している人が多い。</a:t>
            </a:r>
          </a:p>
          <a:p>
            <a:pPr>
              <a:lnSpc>
                <a:spcPct val="200000"/>
              </a:lnSpc>
            </a:pPr>
            <a:r>
              <a:rPr lang="en-US" altLang="ja-JP" sz="4800" dirty="0"/>
              <a:t>2.	</a:t>
            </a:r>
            <a:r>
              <a:rPr lang="ja-JP" altLang="en-US" sz="4800" dirty="0"/>
              <a:t>人の話を聞かず、自分の意見を</a:t>
            </a:r>
            <a:r>
              <a:rPr lang="ja-JP" altLang="en-US" sz="4800" u="sng" dirty="0"/>
              <a:t>　　　　　　　　　　　　　　　　　　</a:t>
            </a:r>
            <a:r>
              <a:rPr lang="ja-JP" altLang="en-US" sz="4800" dirty="0"/>
              <a:t>。</a:t>
            </a:r>
          </a:p>
          <a:p>
            <a:pPr>
              <a:lnSpc>
                <a:spcPct val="200000"/>
              </a:lnSpc>
            </a:pPr>
            <a:r>
              <a:rPr lang="en-US" altLang="ja-JP" sz="4800" dirty="0"/>
              <a:t>3.	</a:t>
            </a:r>
            <a:r>
              <a:rPr lang="ja-JP" altLang="en-US" sz="4800" dirty="0"/>
              <a:t>今回の参加者は</a:t>
            </a:r>
            <a:r>
              <a:rPr lang="en-US" altLang="ja-JP" sz="4800" dirty="0"/>
              <a:t>1000</a:t>
            </a:r>
            <a:r>
              <a:rPr lang="ja-JP" altLang="en-US" sz="4800" dirty="0"/>
              <a:t>人</a:t>
            </a:r>
            <a:r>
              <a:rPr lang="ja-JP" altLang="en-US" sz="4800" u="sng" dirty="0"/>
              <a:t>　　　　　　　　　　　　　　　　　</a:t>
            </a:r>
            <a:r>
              <a:rPr lang="ja-JP" altLang="en-US" sz="4800" dirty="0"/>
              <a:t>いるそうだ。</a:t>
            </a:r>
          </a:p>
          <a:p>
            <a:pPr>
              <a:lnSpc>
                <a:spcPct val="200000"/>
              </a:lnSpc>
            </a:pPr>
            <a:r>
              <a:rPr lang="en-US" altLang="ja-JP" sz="4800" dirty="0"/>
              <a:t>4.	</a:t>
            </a:r>
            <a:r>
              <a:rPr lang="ja-JP" altLang="en-US" sz="4800" dirty="0"/>
              <a:t>この本が一番面白かった</a:t>
            </a:r>
            <a:r>
              <a:rPr lang="ja-JP" altLang="en-US" sz="4800" u="sng" dirty="0"/>
              <a:t>　　　　　　　　　　　　　　　　　　　　　　　　</a:t>
            </a:r>
            <a:r>
              <a:rPr lang="ja-JP" altLang="en-US" sz="4800" dirty="0"/>
              <a:t>。</a:t>
            </a:r>
          </a:p>
          <a:p>
            <a:pPr>
              <a:lnSpc>
                <a:spcPct val="200000"/>
              </a:lnSpc>
            </a:pPr>
            <a:r>
              <a:rPr lang="en-US" altLang="ja-JP" sz="4800" dirty="0"/>
              <a:t>5.	</a:t>
            </a:r>
            <a:r>
              <a:rPr lang="ja-JP" altLang="en-US" sz="4800" dirty="0"/>
              <a:t>彼女は</a:t>
            </a:r>
            <a:r>
              <a:rPr lang="ja-JP" altLang="en-US" sz="4800" u="sng" dirty="0"/>
              <a:t>　　　　　　　　　　　　　　　　　　　　　　　</a:t>
            </a:r>
            <a:r>
              <a:rPr lang="ja-JP" altLang="en-US" sz="4800" dirty="0"/>
              <a:t>、寝てしまった。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3F295DAE-6EB0-FD52-44A0-38EE48726C4B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1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重點文型練習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3" name="文字方塊 5">
            <a:extLst>
              <a:ext uri="{FF2B5EF4-FFF2-40B4-BE49-F238E27FC236}">
                <a16:creationId xmlns:a16="http://schemas.microsoft.com/office/drawing/2014/main" id="{5FE530DD-4F4B-B29D-C087-D4A83EC5FDDD}"/>
              </a:ext>
            </a:extLst>
          </p:cNvPr>
          <p:cNvSpPr txBox="1"/>
          <p:nvPr/>
        </p:nvSpPr>
        <p:spPr>
          <a:xfrm>
            <a:off x="2785418" y="11621279"/>
            <a:ext cx="18566301" cy="830997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lang="ja-JP" altLang="en-US" sz="4800" dirty="0"/>
              <a:t>余り　</a:t>
            </a:r>
            <a:r>
              <a:rPr lang="en-US" altLang="ja-JP" sz="4800" dirty="0"/>
              <a:t>/</a:t>
            </a:r>
            <a:r>
              <a:rPr lang="ja-JP" altLang="en-US" sz="4800" dirty="0"/>
              <a:t>　～のは～からだ　</a:t>
            </a:r>
            <a:r>
              <a:rPr lang="en-US" altLang="ja-JP" sz="4800" dirty="0"/>
              <a:t>/</a:t>
            </a:r>
            <a:r>
              <a:rPr lang="ja-JP" altLang="en-US" sz="4800" dirty="0"/>
              <a:t>　～てばかりいる　</a:t>
            </a:r>
            <a:r>
              <a:rPr lang="en-US" altLang="ja-JP" sz="4800" dirty="0"/>
              <a:t>/</a:t>
            </a:r>
            <a:r>
              <a:rPr lang="ja-JP" altLang="en-US" sz="4800" dirty="0"/>
              <a:t>　まま　</a:t>
            </a:r>
            <a:r>
              <a:rPr lang="en-US" altLang="ja-JP" sz="4800" dirty="0"/>
              <a:t>/</a:t>
            </a:r>
            <a:r>
              <a:rPr lang="ja-JP" altLang="en-US" sz="4800" dirty="0"/>
              <a:t>　～を中心として</a:t>
            </a:r>
            <a:endParaRPr kumimoji="1" lang="ja-JP" altLang="en-US" sz="4800" dirty="0"/>
          </a:p>
        </p:txBody>
      </p:sp>
      <p:sp>
        <p:nvSpPr>
          <p:cNvPr id="4" name="文字方塊 6">
            <a:extLst>
              <a:ext uri="{FF2B5EF4-FFF2-40B4-BE49-F238E27FC236}">
                <a16:creationId xmlns:a16="http://schemas.microsoft.com/office/drawing/2014/main" id="{EC2E126A-322C-0583-7ADE-E5F2BA175EB4}"/>
              </a:ext>
            </a:extLst>
          </p:cNvPr>
          <p:cNvSpPr txBox="1"/>
          <p:nvPr/>
        </p:nvSpPr>
        <p:spPr>
          <a:xfrm>
            <a:off x="7065010" y="2738989"/>
            <a:ext cx="428194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　を中心として　</a:t>
            </a:r>
          </a:p>
        </p:txBody>
      </p:sp>
      <p:sp>
        <p:nvSpPr>
          <p:cNvPr id="5" name="文字方塊 6">
            <a:extLst>
              <a:ext uri="{FF2B5EF4-FFF2-40B4-BE49-F238E27FC236}">
                <a16:creationId xmlns:a16="http://schemas.microsoft.com/office/drawing/2014/main" id="{88865252-4432-E8BD-10EA-236A4E36A643}"/>
              </a:ext>
            </a:extLst>
          </p:cNvPr>
          <p:cNvSpPr txBox="1"/>
          <p:nvPr/>
        </p:nvSpPr>
        <p:spPr>
          <a:xfrm>
            <a:off x="10903826" y="4186789"/>
            <a:ext cx="467788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言ってばかりいる</a:t>
            </a:r>
          </a:p>
        </p:txBody>
      </p:sp>
      <p:sp>
        <p:nvSpPr>
          <p:cNvPr id="6" name="文字方塊 6">
            <a:extLst>
              <a:ext uri="{FF2B5EF4-FFF2-40B4-BE49-F238E27FC236}">
                <a16:creationId xmlns:a16="http://schemas.microsoft.com/office/drawing/2014/main" id="{399AA1DE-25C1-066E-C226-2301E1B9B5CE}"/>
              </a:ext>
            </a:extLst>
          </p:cNvPr>
          <p:cNvSpPr txBox="1"/>
          <p:nvPr/>
        </p:nvSpPr>
        <p:spPr>
          <a:xfrm>
            <a:off x="10714406" y="5610522"/>
            <a:ext cx="12650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余り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207346F8-F38B-751A-C34A-9B0FD585C89C}"/>
              </a:ext>
            </a:extLst>
          </p:cNvPr>
          <p:cNvSpPr txBox="1"/>
          <p:nvPr/>
        </p:nvSpPr>
        <p:spPr>
          <a:xfrm>
            <a:off x="8427988" y="7058322"/>
            <a:ext cx="962955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のは、ストーリーが斬新だったからだ</a:t>
            </a:r>
          </a:p>
        </p:txBody>
      </p:sp>
      <p:sp>
        <p:nvSpPr>
          <p:cNvPr id="8" name="文字方塊 6">
            <a:extLst>
              <a:ext uri="{FF2B5EF4-FFF2-40B4-BE49-F238E27FC236}">
                <a16:creationId xmlns:a16="http://schemas.microsoft.com/office/drawing/2014/main" id="{AFA24AB3-C51F-232A-871C-288DF34F16BE}"/>
              </a:ext>
            </a:extLst>
          </p:cNvPr>
          <p:cNvSpPr txBox="1"/>
          <p:nvPr/>
        </p:nvSpPr>
        <p:spPr>
          <a:xfrm>
            <a:off x="4317187" y="8492089"/>
            <a:ext cx="520046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テレビをつけたまま</a:t>
            </a:r>
          </a:p>
        </p:txBody>
      </p:sp>
    </p:spTree>
    <p:extLst>
      <p:ext uri="{BB962C8B-B14F-4D97-AF65-F5344CB8AC3E}">
        <p14:creationId xmlns:p14="http://schemas.microsoft.com/office/powerpoint/2010/main" val="3400877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4180F-B012-CCA7-F1B4-BD178AD32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F6E34A12-1428-2EF6-63FB-2FCEA78E4545}"/>
              </a:ext>
            </a:extLst>
          </p:cNvPr>
          <p:cNvSpPr txBox="1"/>
          <p:nvPr/>
        </p:nvSpPr>
        <p:spPr>
          <a:xfrm>
            <a:off x="1041143" y="2344617"/>
            <a:ext cx="22301713" cy="72601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-914400">
              <a:lnSpc>
                <a:spcPct val="200000"/>
              </a:lnSpc>
              <a:buFont typeface="+mj-lt"/>
              <a:buAutoNum type="arabicPeriod" startAt="6"/>
            </a:pPr>
            <a:r>
              <a:rPr lang="ja-JP" altLang="en-US" sz="4800" dirty="0"/>
              <a:t>兄は</a:t>
            </a:r>
            <a:r>
              <a:rPr lang="ja-JP" altLang="en-US" sz="4800" u="sng" dirty="0"/>
              <a:t>　　　　　　　　　　　　　　　　　　　　　　　　　</a:t>
            </a:r>
            <a:r>
              <a:rPr lang="ja-JP" altLang="en-US" sz="4800" dirty="0"/>
              <a:t>そうです。「ように願う」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 startAt="6"/>
            </a:pPr>
            <a:r>
              <a:rPr lang="ja-JP" altLang="en-US" sz="4800" dirty="0"/>
              <a:t>私が</a:t>
            </a:r>
            <a:r>
              <a:rPr lang="ja-JP" altLang="en-US" sz="4800" u="sng" dirty="0"/>
              <a:t>　　　　　　　　　　　　　　　　　　　　</a:t>
            </a:r>
            <a:r>
              <a:rPr lang="ja-JP" altLang="en-US" sz="4800" dirty="0"/>
              <a:t>、彼が出ていった。「と同時に」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 startAt="6"/>
            </a:pPr>
            <a:r>
              <a:rPr lang="ja-JP" altLang="en-US" sz="4800" u="sng" dirty="0"/>
              <a:t>　　　　　　　　　　　　</a:t>
            </a:r>
            <a:r>
              <a:rPr lang="ja-JP" altLang="en-US" sz="4800" dirty="0"/>
              <a:t>、</a:t>
            </a:r>
            <a:r>
              <a:rPr lang="en-US" altLang="ja-JP" sz="4800" dirty="0"/>
              <a:t>JLPT N1</a:t>
            </a:r>
            <a:r>
              <a:rPr lang="ja-JP" altLang="en-US" sz="4800" dirty="0"/>
              <a:t>に合格できたんだから、あなたにもできるよ！「だって」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 startAt="6"/>
            </a:pPr>
            <a:r>
              <a:rPr lang="ja-JP" altLang="en-US" sz="4800" dirty="0"/>
              <a:t>おじいさんは若いころからずっと農業を</a:t>
            </a:r>
            <a:r>
              <a:rPr lang="ja-JP" altLang="en-US" sz="4800" u="sng" dirty="0"/>
              <a:t>　　　　　　　　　　　　　　　　　　</a:t>
            </a:r>
            <a:r>
              <a:rPr lang="ja-JP" altLang="en-US" sz="4800" dirty="0"/>
              <a:t>。「～続ける」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 startAt="6"/>
            </a:pPr>
            <a:r>
              <a:rPr lang="ja-JP" altLang="en-US" sz="4800" dirty="0"/>
              <a:t>子どもが</a:t>
            </a:r>
            <a:r>
              <a:rPr lang="ja-JP" altLang="en-US" sz="4800" u="sng" dirty="0"/>
              <a:t>　　　　　　　　　　　　　　　　　　</a:t>
            </a:r>
            <a:r>
              <a:rPr lang="ja-JP" altLang="en-US" sz="4800" dirty="0"/>
              <a:t>、後ろから手を添えて歩いた。「～ように」 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8CAF1ED-15D4-D197-2CC7-0B6D2B278A12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1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重點文型練習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20344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84566-35B0-F343-833D-BB6967E0C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898DD9A3-7516-5721-A041-A3648A5B0561}"/>
              </a:ext>
            </a:extLst>
          </p:cNvPr>
          <p:cNvSpPr txBox="1"/>
          <p:nvPr/>
        </p:nvSpPr>
        <p:spPr>
          <a:xfrm>
            <a:off x="1041143" y="2344617"/>
            <a:ext cx="22301713" cy="72601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-914400">
              <a:lnSpc>
                <a:spcPct val="200000"/>
              </a:lnSpc>
              <a:buFont typeface="+mj-lt"/>
              <a:buAutoNum type="arabicPeriod" startAt="6"/>
            </a:pPr>
            <a:r>
              <a:rPr lang="ja-JP" altLang="en-US" sz="4800" dirty="0"/>
              <a:t>兄は</a:t>
            </a:r>
            <a:r>
              <a:rPr lang="ja-JP" altLang="en-US" sz="4800" u="sng" dirty="0"/>
              <a:t>　　　　　　　　　　　　　　　　　　　　　　　　　</a:t>
            </a:r>
            <a:r>
              <a:rPr lang="ja-JP" altLang="en-US" sz="4800" dirty="0"/>
              <a:t>そうです。「ように願う」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 startAt="6"/>
            </a:pPr>
            <a:r>
              <a:rPr lang="ja-JP" altLang="en-US" sz="4800" dirty="0"/>
              <a:t>私が</a:t>
            </a:r>
            <a:r>
              <a:rPr lang="ja-JP" altLang="en-US" sz="4800" u="sng" dirty="0"/>
              <a:t>　　　　　　　　　　　　　　　　　　　　</a:t>
            </a:r>
            <a:r>
              <a:rPr lang="ja-JP" altLang="en-US" sz="4800" dirty="0"/>
              <a:t>、彼が出ていった。「と同時に」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 startAt="6"/>
            </a:pPr>
            <a:r>
              <a:rPr lang="ja-JP" altLang="en-US" sz="4800" u="sng" dirty="0"/>
              <a:t>　　　　　　　　　　　　</a:t>
            </a:r>
            <a:r>
              <a:rPr lang="ja-JP" altLang="en-US" sz="4800" dirty="0"/>
              <a:t>、</a:t>
            </a:r>
            <a:r>
              <a:rPr lang="en-US" altLang="ja-JP" sz="4800" dirty="0"/>
              <a:t>JLPT N1</a:t>
            </a:r>
            <a:r>
              <a:rPr lang="ja-JP" altLang="en-US" sz="4800" dirty="0"/>
              <a:t>に合格できたんだから、あなたにもできるよ！「だって」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 startAt="6"/>
            </a:pPr>
            <a:r>
              <a:rPr lang="ja-JP" altLang="en-US" sz="4800" dirty="0"/>
              <a:t>おじいさんは若いころからずっと農業を</a:t>
            </a:r>
            <a:r>
              <a:rPr lang="ja-JP" altLang="en-US" sz="4800" u="sng" dirty="0"/>
              <a:t>　　　　　　　　　　　　　　　　　　</a:t>
            </a:r>
            <a:r>
              <a:rPr lang="ja-JP" altLang="en-US" sz="4800" dirty="0"/>
              <a:t>。「～続ける」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 startAt="6"/>
            </a:pPr>
            <a:r>
              <a:rPr lang="ja-JP" altLang="en-US" sz="4800" dirty="0"/>
              <a:t>子どもが</a:t>
            </a:r>
            <a:r>
              <a:rPr lang="ja-JP" altLang="en-US" sz="4800" u="sng" dirty="0"/>
              <a:t>　　　　　　　　　　　　　　　　　　</a:t>
            </a:r>
            <a:r>
              <a:rPr lang="ja-JP" altLang="en-US" sz="4800" dirty="0"/>
              <a:t>、後ろから手を添えて歩いた。「～ように」 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33F93128-C584-DB93-722A-6A33E4FB1050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1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重點文型練習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3" name="文字方塊 6">
            <a:extLst>
              <a:ext uri="{FF2B5EF4-FFF2-40B4-BE49-F238E27FC236}">
                <a16:creationId xmlns:a16="http://schemas.microsoft.com/office/drawing/2014/main" id="{DD5B1A6D-3D16-B2B0-4C2E-9FB178D79DCE}"/>
              </a:ext>
            </a:extLst>
          </p:cNvPr>
          <p:cNvSpPr txBox="1"/>
          <p:nvPr/>
        </p:nvSpPr>
        <p:spPr>
          <a:xfrm>
            <a:off x="3864610" y="2662789"/>
            <a:ext cx="87174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大学に合格するように願っている</a:t>
            </a:r>
          </a:p>
        </p:txBody>
      </p:sp>
      <p:sp>
        <p:nvSpPr>
          <p:cNvPr id="4" name="文字方塊 6">
            <a:extLst>
              <a:ext uri="{FF2B5EF4-FFF2-40B4-BE49-F238E27FC236}">
                <a16:creationId xmlns:a16="http://schemas.microsoft.com/office/drawing/2014/main" id="{85F1DB2A-E83A-B244-BA14-F7E6F7B381DA}"/>
              </a:ext>
            </a:extLst>
          </p:cNvPr>
          <p:cNvSpPr txBox="1"/>
          <p:nvPr/>
        </p:nvSpPr>
        <p:spPr>
          <a:xfrm>
            <a:off x="3693160" y="4193530"/>
            <a:ext cx="545053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部屋に入ると同時に</a:t>
            </a:r>
          </a:p>
        </p:txBody>
      </p:sp>
      <p:sp>
        <p:nvSpPr>
          <p:cNvPr id="5" name="文字方塊 6">
            <a:extLst>
              <a:ext uri="{FF2B5EF4-FFF2-40B4-BE49-F238E27FC236}">
                <a16:creationId xmlns:a16="http://schemas.microsoft.com/office/drawing/2014/main" id="{5BC8F481-E2BA-10A1-AC14-472895E449B4}"/>
              </a:ext>
            </a:extLst>
          </p:cNvPr>
          <p:cNvSpPr txBox="1"/>
          <p:nvPr/>
        </p:nvSpPr>
        <p:spPr>
          <a:xfrm>
            <a:off x="2169160" y="5559214"/>
            <a:ext cx="49055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留学生の彼だって</a:t>
            </a:r>
          </a:p>
        </p:txBody>
      </p:sp>
      <p:sp>
        <p:nvSpPr>
          <p:cNvPr id="6" name="文字方塊 6">
            <a:extLst>
              <a:ext uri="{FF2B5EF4-FFF2-40B4-BE49-F238E27FC236}">
                <a16:creationId xmlns:a16="http://schemas.microsoft.com/office/drawing/2014/main" id="{E041C8CF-1A92-D15D-A220-DCFB9E20EDEB}"/>
              </a:ext>
            </a:extLst>
          </p:cNvPr>
          <p:cNvSpPr txBox="1"/>
          <p:nvPr/>
        </p:nvSpPr>
        <p:spPr>
          <a:xfrm>
            <a:off x="12582061" y="7082389"/>
            <a:ext cx="414568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やり続けている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E5FC1D70-B862-0734-5679-DDB6BD03B68F}"/>
              </a:ext>
            </a:extLst>
          </p:cNvPr>
          <p:cNvSpPr txBox="1"/>
          <p:nvPr/>
        </p:nvSpPr>
        <p:spPr>
          <a:xfrm>
            <a:off x="5262630" y="8625658"/>
            <a:ext cx="411843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転ばないように</a:t>
            </a:r>
          </a:p>
        </p:txBody>
      </p:sp>
    </p:spTree>
    <p:extLst>
      <p:ext uri="{BB962C8B-B14F-4D97-AF65-F5344CB8AC3E}">
        <p14:creationId xmlns:p14="http://schemas.microsoft.com/office/powerpoint/2010/main" val="17863544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86629-D459-37DB-FF59-12980ED2C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標題 1">
            <a:extLst>
              <a:ext uri="{FF2B5EF4-FFF2-40B4-BE49-F238E27FC236}">
                <a16:creationId xmlns:a16="http://schemas.microsoft.com/office/drawing/2014/main" id="{09D2EFBA-A6CD-CA14-0243-3CB99AB2B30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讀解練習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E42E57B-1BE0-21FA-52A0-358900141028}"/>
              </a:ext>
            </a:extLst>
          </p:cNvPr>
          <p:cNvSpPr txBox="1"/>
          <p:nvPr/>
        </p:nvSpPr>
        <p:spPr>
          <a:xfrm>
            <a:off x="1041143" y="2048947"/>
            <a:ext cx="2230171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ja-JP" altLang="en-US" sz="4800" b="1" dirty="0"/>
              <a:t>問題１</a:t>
            </a:r>
          </a:p>
          <a:p>
            <a:pPr algn="just">
              <a:lnSpc>
                <a:spcPct val="150000"/>
              </a:lnSpc>
              <a:buNone/>
            </a:pPr>
            <a:r>
              <a:rPr lang="ja-JP" altLang="en-US" sz="4800" dirty="0"/>
              <a:t>アフリカの村での生活について、コウさん（筆者）の叔父はどのように感じていましたか。</a:t>
            </a:r>
          </a:p>
          <a:p>
            <a:pPr algn="just"/>
            <a:endParaRPr lang="en-US" altLang="ja-JP" sz="4800" b="1" dirty="0"/>
          </a:p>
          <a:p>
            <a:pPr algn="just"/>
            <a:endParaRPr lang="en-US" altLang="ja-JP" sz="4800" b="1" dirty="0"/>
          </a:p>
        </p:txBody>
      </p:sp>
    </p:spTree>
    <p:extLst>
      <p:ext uri="{BB962C8B-B14F-4D97-AF65-F5344CB8AC3E}">
        <p14:creationId xmlns:p14="http://schemas.microsoft.com/office/powerpoint/2010/main" val="41931722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DC848-C4FF-C663-1960-44D81210D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標題 1">
            <a:extLst>
              <a:ext uri="{FF2B5EF4-FFF2-40B4-BE49-F238E27FC236}">
                <a16:creationId xmlns:a16="http://schemas.microsoft.com/office/drawing/2014/main" id="{CECA8034-B576-4204-2C35-84CD997CE06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會話練習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8124F1D-B54A-90F3-D111-E1068E5A8F3F}"/>
              </a:ext>
            </a:extLst>
          </p:cNvPr>
          <p:cNvSpPr txBox="1"/>
          <p:nvPr/>
        </p:nvSpPr>
        <p:spPr>
          <a:xfrm>
            <a:off x="1041143" y="2048947"/>
            <a:ext cx="2230171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ja-JP" altLang="en-US" sz="4800" b="1" dirty="0"/>
              <a:t>問題１</a:t>
            </a:r>
          </a:p>
          <a:p>
            <a:pPr algn="just">
              <a:lnSpc>
                <a:spcPct val="150000"/>
              </a:lnSpc>
              <a:buNone/>
            </a:pPr>
            <a:r>
              <a:rPr lang="ja-JP" altLang="en-US" sz="4800" dirty="0"/>
              <a:t>アフリカの村での生活について、コウさん（筆者）の叔父はどのように感じていましたか。</a:t>
            </a:r>
          </a:p>
          <a:p>
            <a:pPr lvl="1" algn="just">
              <a:lnSpc>
                <a:spcPct val="150000"/>
              </a:lnSpc>
            </a:pPr>
            <a:r>
              <a:rPr lang="ja-JP" altLang="en-US" sz="4800" dirty="0">
                <a:solidFill>
                  <a:srgbClr val="1C85C9"/>
                </a:solidFill>
              </a:rPr>
              <a:t>正解：お金では買えない大切なものをもらった気がした。</a:t>
            </a:r>
          </a:p>
          <a:p>
            <a:pPr algn="just"/>
            <a:endParaRPr lang="en-US" altLang="ja-JP" sz="4800" b="1" dirty="0"/>
          </a:p>
          <a:p>
            <a:pPr algn="just"/>
            <a:endParaRPr lang="en-US" altLang="ja-JP" sz="4800" b="1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9B468D5B-C622-19A6-349D-0303C5697A79}"/>
              </a:ext>
            </a:extLst>
          </p:cNvPr>
          <p:cNvSpPr txBox="1"/>
          <p:nvPr/>
        </p:nvSpPr>
        <p:spPr>
          <a:xfrm>
            <a:off x="1043652" y="9299514"/>
            <a:ext cx="22299204" cy="2181879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4800" dirty="0"/>
              <a:t>【</a:t>
            </a:r>
            <a:r>
              <a:rPr lang="ja-JP" altLang="en-US" sz="4800" dirty="0"/>
              <a:t>解析</a:t>
            </a:r>
            <a:r>
              <a:rPr lang="en-US" altLang="ja-JP" sz="4800" dirty="0"/>
              <a:t>】</a:t>
            </a:r>
            <a:br>
              <a:rPr lang="en-US" altLang="ja-JP" sz="4800" dirty="0"/>
            </a:br>
            <a:r>
              <a:rPr lang="ja-JP" altLang="en-US" sz="4800" dirty="0"/>
              <a:t>本文に「叔父はお金では買えないものをもらった気分になったそうだ。」とある。</a:t>
            </a:r>
          </a:p>
        </p:txBody>
      </p:sp>
    </p:spTree>
    <p:extLst>
      <p:ext uri="{BB962C8B-B14F-4D97-AF65-F5344CB8AC3E}">
        <p14:creationId xmlns:p14="http://schemas.microsoft.com/office/powerpoint/2010/main" val="9883874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A1BC2-4FF8-13B8-2B87-4C59F2302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811F5A94-0B0C-504F-DC25-BE08E6B5923F}"/>
              </a:ext>
            </a:extLst>
          </p:cNvPr>
          <p:cNvSpPr txBox="1"/>
          <p:nvPr/>
        </p:nvSpPr>
        <p:spPr>
          <a:xfrm>
            <a:off x="1041143" y="2048947"/>
            <a:ext cx="2230171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ja-JP" altLang="en-US" sz="4800" b="1" dirty="0"/>
              <a:t>問題２</a:t>
            </a:r>
          </a:p>
          <a:p>
            <a:pPr algn="just">
              <a:lnSpc>
                <a:spcPct val="150000"/>
              </a:lnSpc>
              <a:buNone/>
            </a:pPr>
            <a:r>
              <a:rPr lang="ja-JP" altLang="en-US" sz="4800" dirty="0"/>
              <a:t>コウさん（筆者）は「幸せ」とはどのようなものだと感じましたか。</a:t>
            </a:r>
            <a:endParaRPr lang="en-US" altLang="ja-JP" sz="4800" b="1" dirty="0"/>
          </a:p>
          <a:p>
            <a:pPr algn="just"/>
            <a:endParaRPr lang="en-US" altLang="ja-JP" sz="4800" b="1" dirty="0"/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id="{1B7238F6-D0F1-18C6-9758-94F6EAE34FE6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會話練習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030623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80905-BD41-B96E-B92F-C0769DC95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1A6F6398-4125-3D01-B3FA-C72FE3AE26BE}"/>
              </a:ext>
            </a:extLst>
          </p:cNvPr>
          <p:cNvSpPr txBox="1"/>
          <p:nvPr/>
        </p:nvSpPr>
        <p:spPr>
          <a:xfrm>
            <a:off x="1041143" y="2048947"/>
            <a:ext cx="22301713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ja-JP" altLang="en-US" sz="4800" b="1" dirty="0"/>
              <a:t>問題２</a:t>
            </a:r>
          </a:p>
          <a:p>
            <a:pPr algn="just">
              <a:lnSpc>
                <a:spcPct val="150000"/>
              </a:lnSpc>
              <a:buNone/>
            </a:pPr>
            <a:r>
              <a:rPr lang="ja-JP" altLang="en-US" sz="4800" dirty="0"/>
              <a:t>コウさん（筆者）は「幸せ」とはどのようなものだと感じましたか。</a:t>
            </a:r>
            <a:endParaRPr lang="en-US" altLang="ja-JP" sz="4800" b="1" dirty="0"/>
          </a:p>
          <a:p>
            <a:pPr lvl="1" algn="just">
              <a:lnSpc>
                <a:spcPct val="150000"/>
              </a:lnSpc>
            </a:pPr>
            <a:r>
              <a:rPr lang="ja-JP" altLang="en-US" sz="4800" dirty="0">
                <a:solidFill>
                  <a:srgbClr val="1C85C9"/>
                </a:solidFill>
              </a:rPr>
              <a:t>正解：物やお金が豊かであることが幸せとは限らない。親友と笑い合えることや、離れ</a:t>
            </a:r>
            <a:endParaRPr lang="en-US" altLang="ja-JP" sz="4800" dirty="0">
              <a:solidFill>
                <a:srgbClr val="1C85C9"/>
              </a:solidFill>
            </a:endParaRPr>
          </a:p>
          <a:p>
            <a:pPr lvl="1" algn="just">
              <a:lnSpc>
                <a:spcPct val="150000"/>
              </a:lnSpc>
            </a:pPr>
            <a:r>
              <a:rPr lang="ja-JP" altLang="en-US" sz="4800" dirty="0">
                <a:solidFill>
                  <a:srgbClr val="1C85C9"/>
                </a:solidFill>
              </a:rPr>
              <a:t>　　　　ていても心を通わせられることも幸せの形だと思った。</a:t>
            </a:r>
            <a:endParaRPr lang="en-US" altLang="ja-JP" sz="4800" b="1" dirty="0"/>
          </a:p>
          <a:p>
            <a:pPr algn="just"/>
            <a:endParaRPr lang="en-US" altLang="ja-JP" sz="4800" b="1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0F56BF10-A4DB-12BD-61DF-20C1B5C688CB}"/>
              </a:ext>
            </a:extLst>
          </p:cNvPr>
          <p:cNvSpPr txBox="1"/>
          <p:nvPr/>
        </p:nvSpPr>
        <p:spPr>
          <a:xfrm>
            <a:off x="1043652" y="10049322"/>
            <a:ext cx="22299204" cy="2181879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4800" dirty="0"/>
              <a:t>【</a:t>
            </a:r>
            <a:r>
              <a:rPr lang="ja-JP" altLang="en-US" sz="4800" dirty="0"/>
              <a:t>解析</a:t>
            </a:r>
            <a:r>
              <a:rPr lang="en-US" altLang="ja-JP" sz="4800" dirty="0"/>
              <a:t>】</a:t>
            </a:r>
            <a:br>
              <a:rPr lang="en-US" altLang="ja-JP" sz="4800" dirty="0"/>
            </a:br>
            <a:r>
              <a:rPr lang="ja-JP" altLang="en-US" sz="4800" dirty="0"/>
              <a:t>本文に「本当にそう思うのは大好きな日本で親友ができたからだろう。」とある。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D9AD9C1E-C0CB-0CA8-BF8B-EE5C611C32BE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會話練習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692788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1E1A4-24CA-6763-B594-BCF09EC23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C091922F-05A3-46C8-5C8F-A21F488A2F7A}"/>
              </a:ext>
            </a:extLst>
          </p:cNvPr>
          <p:cNvSpPr txBox="1"/>
          <p:nvPr/>
        </p:nvSpPr>
        <p:spPr>
          <a:xfrm>
            <a:off x="1041143" y="2048947"/>
            <a:ext cx="22301713" cy="9568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ja-JP" altLang="en-US" sz="4800" b="1" dirty="0"/>
              <a:t>問題３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altLang="ja-JP" sz="4800" dirty="0"/>
              <a:t>1</a:t>
            </a:r>
            <a:r>
              <a:rPr lang="ja-JP" altLang="en-US" sz="4800" dirty="0"/>
              <a:t>）あなたは「幸せ」を感じたのはどんなときですか。</a:t>
            </a:r>
            <a:endParaRPr lang="en-US" altLang="ja-JP" sz="4800" dirty="0"/>
          </a:p>
          <a:p>
            <a:pPr algn="just">
              <a:lnSpc>
                <a:spcPct val="150000"/>
              </a:lnSpc>
              <a:buNone/>
            </a:pPr>
            <a:endParaRPr lang="en-US" altLang="ja-JP" sz="4800" dirty="0"/>
          </a:p>
          <a:p>
            <a:pPr algn="just">
              <a:lnSpc>
                <a:spcPct val="150000"/>
              </a:lnSpc>
              <a:buNone/>
            </a:pPr>
            <a:endParaRPr lang="en-US" altLang="ja-JP" sz="4800" dirty="0"/>
          </a:p>
          <a:p>
            <a:pPr algn="just">
              <a:lnSpc>
                <a:spcPct val="150000"/>
              </a:lnSpc>
              <a:buNone/>
            </a:pPr>
            <a:r>
              <a:rPr lang="en-US" altLang="ja-JP" sz="4800" dirty="0"/>
              <a:t>2</a:t>
            </a:r>
            <a:r>
              <a:rPr lang="ja-JP" altLang="en-US" sz="4800" dirty="0"/>
              <a:t>）あなたは「お金や物」と「人とのつながり」、どちらの方が大事だと思いますか。理由も</a:t>
            </a:r>
            <a:endParaRPr lang="en-US" altLang="ja-JP" sz="4800" dirty="0"/>
          </a:p>
          <a:p>
            <a:pPr algn="just">
              <a:lnSpc>
                <a:spcPct val="150000"/>
              </a:lnSpc>
              <a:buNone/>
            </a:pPr>
            <a:r>
              <a:rPr lang="en-US" altLang="ja-JP" sz="4800" dirty="0"/>
              <a:t>    </a:t>
            </a:r>
            <a:r>
              <a:rPr lang="ja-JP" altLang="en-US" sz="4800" dirty="0"/>
              <a:t>答えてください。</a:t>
            </a:r>
            <a:endParaRPr lang="en-US" altLang="ja-JP" sz="4800" dirty="0"/>
          </a:p>
          <a:p>
            <a:pPr algn="just">
              <a:lnSpc>
                <a:spcPct val="150000"/>
              </a:lnSpc>
              <a:buNone/>
            </a:pPr>
            <a:endParaRPr lang="en-US" altLang="ja-JP" sz="4800" dirty="0"/>
          </a:p>
          <a:p>
            <a:pPr algn="just">
              <a:lnSpc>
                <a:spcPct val="150000"/>
              </a:lnSpc>
              <a:buNone/>
            </a:pPr>
            <a:endParaRPr lang="en-US" altLang="ja-JP" sz="4800" dirty="0"/>
          </a:p>
          <a:p>
            <a:pPr algn="just">
              <a:lnSpc>
                <a:spcPct val="150000"/>
              </a:lnSpc>
              <a:buNone/>
            </a:pPr>
            <a:r>
              <a:rPr lang="en-US" altLang="ja-JP" sz="4800" dirty="0"/>
              <a:t>3</a:t>
            </a:r>
            <a:r>
              <a:rPr lang="ja-JP" altLang="en-US" sz="4800" dirty="0"/>
              <a:t>）あなたの考える「幸せの形」を一言で表すと何ですか。</a:t>
            </a:r>
            <a:endParaRPr lang="en-US" altLang="ja-JP" sz="4800" b="1" dirty="0"/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id="{0C68D5CC-B054-A999-3494-ABB44B501392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會話練習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651361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F1DEE-BB76-6582-68D3-962DAAC90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6D5A663F-ABEF-D253-D59B-6231CF0E94CB}"/>
              </a:ext>
            </a:extLst>
          </p:cNvPr>
          <p:cNvSpPr txBox="1"/>
          <p:nvPr/>
        </p:nvSpPr>
        <p:spPr>
          <a:xfrm>
            <a:off x="1041143" y="2048947"/>
            <a:ext cx="22301713" cy="9568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ja-JP" altLang="en-US" sz="4800" b="1" dirty="0"/>
              <a:t>問題３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altLang="ja-JP" sz="4800" dirty="0"/>
              <a:t>1</a:t>
            </a:r>
            <a:r>
              <a:rPr lang="ja-JP" altLang="en-US" sz="4800" dirty="0"/>
              <a:t>）あなたは「幸せ」を感じたのはどんなときですか。</a:t>
            </a:r>
            <a:endParaRPr lang="en-US" altLang="ja-JP" sz="4800" dirty="0"/>
          </a:p>
          <a:p>
            <a:pPr algn="just">
              <a:lnSpc>
                <a:spcPct val="150000"/>
              </a:lnSpc>
              <a:buNone/>
            </a:pPr>
            <a:endParaRPr lang="en-US" altLang="ja-JP" sz="4800" dirty="0"/>
          </a:p>
          <a:p>
            <a:pPr algn="just">
              <a:lnSpc>
                <a:spcPct val="150000"/>
              </a:lnSpc>
              <a:buNone/>
            </a:pPr>
            <a:endParaRPr lang="en-US" altLang="ja-JP" sz="4800" dirty="0"/>
          </a:p>
          <a:p>
            <a:pPr algn="just">
              <a:lnSpc>
                <a:spcPct val="150000"/>
              </a:lnSpc>
              <a:buNone/>
            </a:pPr>
            <a:r>
              <a:rPr lang="en-US" altLang="ja-JP" sz="4800" dirty="0"/>
              <a:t>2</a:t>
            </a:r>
            <a:r>
              <a:rPr lang="ja-JP" altLang="en-US" sz="4800" dirty="0"/>
              <a:t>）あなたは「お金や物」と「人とのつながり」、どちらの方が大事だと思いますか。理由も</a:t>
            </a:r>
            <a:endParaRPr lang="en-US" altLang="ja-JP" sz="4800" dirty="0"/>
          </a:p>
          <a:p>
            <a:pPr algn="just">
              <a:lnSpc>
                <a:spcPct val="150000"/>
              </a:lnSpc>
              <a:buNone/>
            </a:pPr>
            <a:r>
              <a:rPr lang="en-US" altLang="ja-JP" sz="4800" dirty="0"/>
              <a:t>    </a:t>
            </a:r>
            <a:r>
              <a:rPr lang="ja-JP" altLang="en-US" sz="4800" dirty="0"/>
              <a:t>答えてください。</a:t>
            </a:r>
            <a:endParaRPr lang="en-US" altLang="ja-JP" sz="4800" dirty="0"/>
          </a:p>
          <a:p>
            <a:pPr algn="just">
              <a:lnSpc>
                <a:spcPct val="150000"/>
              </a:lnSpc>
              <a:buNone/>
            </a:pPr>
            <a:endParaRPr lang="en-US" altLang="ja-JP" sz="4800" dirty="0"/>
          </a:p>
          <a:p>
            <a:pPr algn="just">
              <a:lnSpc>
                <a:spcPct val="150000"/>
              </a:lnSpc>
              <a:buNone/>
            </a:pPr>
            <a:endParaRPr lang="en-US" altLang="ja-JP" sz="4800" dirty="0"/>
          </a:p>
          <a:p>
            <a:pPr algn="just">
              <a:lnSpc>
                <a:spcPct val="150000"/>
              </a:lnSpc>
              <a:buNone/>
            </a:pPr>
            <a:r>
              <a:rPr lang="en-US" altLang="ja-JP" sz="4800" dirty="0"/>
              <a:t>3</a:t>
            </a:r>
            <a:r>
              <a:rPr lang="ja-JP" altLang="en-US" sz="4800" dirty="0"/>
              <a:t>）あなたの考える「幸せの形」を一言で表すと何ですか。</a:t>
            </a:r>
            <a:endParaRPr lang="en-US" altLang="ja-JP" sz="4800" b="1" dirty="0"/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id="{930E04CA-273C-7A19-CE46-2519D5791E6A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會話練習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4" name="文字方塊 1">
            <a:extLst>
              <a:ext uri="{FF2B5EF4-FFF2-40B4-BE49-F238E27FC236}">
                <a16:creationId xmlns:a16="http://schemas.microsoft.com/office/drawing/2014/main" id="{C23C3810-EE12-1B45-7BD2-418D22754964}"/>
              </a:ext>
            </a:extLst>
          </p:cNvPr>
          <p:cNvSpPr txBox="1"/>
          <p:nvPr/>
        </p:nvSpPr>
        <p:spPr>
          <a:xfrm>
            <a:off x="1584959" y="4637048"/>
            <a:ext cx="1363065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家族と一緒に食事をしているときに幸せを感じます。</a:t>
            </a:r>
          </a:p>
        </p:txBody>
      </p:sp>
      <p:sp>
        <p:nvSpPr>
          <p:cNvPr id="5" name="文字方塊 2">
            <a:extLst>
              <a:ext uri="{FF2B5EF4-FFF2-40B4-BE49-F238E27FC236}">
                <a16:creationId xmlns:a16="http://schemas.microsoft.com/office/drawing/2014/main" id="{AD049C99-4B39-E523-9E96-68C1424E4A24}"/>
              </a:ext>
            </a:extLst>
          </p:cNvPr>
          <p:cNvSpPr txBox="1"/>
          <p:nvPr/>
        </p:nvSpPr>
        <p:spPr>
          <a:xfrm>
            <a:off x="1584959" y="8608595"/>
            <a:ext cx="1298945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人とのつながりの方が大事だと思います。</a:t>
            </a:r>
            <a:endParaRPr kumimoji="1" lang="en-US" altLang="ja-JP" sz="4800" b="1" dirty="0">
              <a:solidFill>
                <a:srgbClr val="1C85C9"/>
              </a:solidFill>
            </a:endParaRPr>
          </a:p>
          <a:p>
            <a:r>
              <a:rPr kumimoji="1" lang="ja-JP" altLang="en-US" sz="4800" b="1" dirty="0">
                <a:solidFill>
                  <a:srgbClr val="1C85C9"/>
                </a:solidFill>
              </a:rPr>
              <a:t>お金では買えない安心感や喜びがあるからです。</a:t>
            </a:r>
          </a:p>
        </p:txBody>
      </p:sp>
      <p:sp>
        <p:nvSpPr>
          <p:cNvPr id="6" name="文字方塊 3">
            <a:extLst>
              <a:ext uri="{FF2B5EF4-FFF2-40B4-BE49-F238E27FC236}">
                <a16:creationId xmlns:a16="http://schemas.microsoft.com/office/drawing/2014/main" id="{496E6FF6-737D-F5A0-9E0F-FABC7F571A8C}"/>
              </a:ext>
            </a:extLst>
          </p:cNvPr>
          <p:cNvSpPr txBox="1"/>
          <p:nvPr/>
        </p:nvSpPr>
        <p:spPr>
          <a:xfrm>
            <a:off x="1584959" y="12052776"/>
            <a:ext cx="94532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「大切な人と笑い合えること」です。</a:t>
            </a:r>
          </a:p>
        </p:txBody>
      </p:sp>
    </p:spTree>
    <p:extLst>
      <p:ext uri="{BB962C8B-B14F-4D97-AF65-F5344CB8AC3E}">
        <p14:creationId xmlns:p14="http://schemas.microsoft.com/office/powerpoint/2010/main" val="17008777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F746B-A71A-5831-AE7E-4BDEAAF6F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CBBDA580-651C-4AFA-39BC-9F7B54D9DFBA}"/>
              </a:ext>
            </a:extLst>
          </p:cNvPr>
          <p:cNvSpPr txBox="1"/>
          <p:nvPr/>
        </p:nvSpPr>
        <p:spPr>
          <a:xfrm>
            <a:off x="1041143" y="3001719"/>
            <a:ext cx="22301713" cy="7712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-914400">
              <a:lnSpc>
                <a:spcPct val="150000"/>
              </a:lnSpc>
              <a:buAutoNum type="arabicPeriod"/>
            </a:pP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他在海外工作了一年多。（～余り）</a:t>
            </a:r>
          </a:p>
          <a:p>
            <a:pPr marL="914400" indent="-914400">
              <a:lnSpc>
                <a:spcPct val="150000"/>
              </a:lnSpc>
              <a:buAutoNum type="arabicPeriod"/>
            </a:pPr>
            <a:endParaRPr lang="ja-JP" altLang="en-US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 marL="914400" indent="-914400">
              <a:lnSpc>
                <a:spcPct val="150000"/>
              </a:lnSpc>
              <a:buAutoNum type="arabicPeriod"/>
            </a:pP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他穿著睡衣就出門了。（～まま～）</a:t>
            </a:r>
          </a:p>
          <a:p>
            <a:pPr marL="914400" indent="-914400">
              <a:lnSpc>
                <a:spcPct val="150000"/>
              </a:lnSpc>
              <a:buAutoNum type="arabicPeriod"/>
            </a:pPr>
            <a:endParaRPr lang="ja-JP" altLang="en-US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 marL="914400" indent="-914400">
              <a:lnSpc>
                <a:spcPct val="150000"/>
              </a:lnSpc>
              <a:buAutoNum type="arabicPeriod"/>
            </a:pP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我弟弟放假期間一直在玩電動。（～てばかりいる）</a:t>
            </a:r>
          </a:p>
          <a:p>
            <a:pPr marL="914400" indent="-914400">
              <a:lnSpc>
                <a:spcPct val="150000"/>
              </a:lnSpc>
              <a:buAutoNum type="arabicPeriod"/>
            </a:pPr>
            <a:endParaRPr lang="ja-JP" altLang="en-US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 marL="914400" indent="-914400">
              <a:lnSpc>
                <a:spcPct val="150000"/>
              </a:lnSpc>
              <a:buAutoNum type="arabicPeriod"/>
            </a:pP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這家公司以年輕人為中心展開行銷活動。（～を中心として）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5EF006DD-708A-A917-58CA-597F9BD1007A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3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 翻譯練習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　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50174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C9886-A626-60D2-71B1-29A110E7C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0CAF9C41-14FE-17B0-CE76-741338CCF4CA}"/>
              </a:ext>
            </a:extLst>
          </p:cNvPr>
          <p:cNvSpPr txBox="1"/>
          <p:nvPr/>
        </p:nvSpPr>
        <p:spPr>
          <a:xfrm>
            <a:off x="1041143" y="2911401"/>
            <a:ext cx="22301713" cy="8768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-914400">
              <a:lnSpc>
                <a:spcPct val="150000"/>
              </a:lnSpc>
              <a:buAutoNum type="arabicPeriod"/>
            </a:pP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他在海外工作了一年多。（～余り）</a:t>
            </a:r>
          </a:p>
          <a:p>
            <a:pPr>
              <a:lnSpc>
                <a:spcPct val="150000"/>
              </a:lnSpc>
            </a:pPr>
            <a:r>
              <a:rPr lang="en-US" altLang="ja-JP" sz="4800" b="1" dirty="0">
                <a:solidFill>
                  <a:srgbClr val="1C85C9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	</a:t>
            </a:r>
            <a:r>
              <a:rPr lang="ja-JP" altLang="en-US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彼は</a:t>
            </a:r>
            <a:r>
              <a:rPr lang="en-US" altLang="ja-JP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1</a:t>
            </a:r>
            <a:r>
              <a:rPr lang="ja-JP" altLang="en-US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年余り海外で働いていました。</a:t>
            </a:r>
          </a:p>
          <a:p>
            <a:pPr marL="914400" indent="-914400">
              <a:lnSpc>
                <a:spcPct val="150000"/>
              </a:lnSpc>
              <a:buAutoNum type="arabicPeriod" startAt="2"/>
            </a:pP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他穿著睡衣就出門了。（～まま～）</a:t>
            </a:r>
          </a:p>
          <a:p>
            <a:pPr>
              <a:lnSpc>
                <a:spcPct val="150000"/>
              </a:lnSpc>
            </a:pPr>
            <a:r>
              <a:rPr lang="en-US" altLang="ja-JP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	</a:t>
            </a:r>
            <a:r>
              <a:rPr lang="ja-JP" altLang="en-US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彼はパジャマのまま外に出ました。</a:t>
            </a:r>
          </a:p>
          <a:p>
            <a:pPr marL="914400" indent="-914400">
              <a:lnSpc>
                <a:spcPct val="150000"/>
              </a:lnSpc>
              <a:buAutoNum type="arabicPeriod" startAt="3"/>
            </a:pP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我弟弟放假期間一直在玩電動。（～てばかりいる）</a:t>
            </a:r>
          </a:p>
          <a:p>
            <a:pPr>
              <a:lnSpc>
                <a:spcPct val="150000"/>
              </a:lnSpc>
            </a:pPr>
            <a:r>
              <a:rPr lang="en-US" altLang="ja-JP" sz="4800" b="1" dirty="0">
                <a:solidFill>
                  <a:srgbClr val="1C85C9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	</a:t>
            </a:r>
            <a:r>
              <a:rPr lang="ja-JP" altLang="en-US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弟は休み中、ゲームをしてばかりいます。</a:t>
            </a:r>
          </a:p>
          <a:p>
            <a:pPr marL="914400" indent="-914400">
              <a:lnSpc>
                <a:spcPct val="150000"/>
              </a:lnSpc>
              <a:buAutoNum type="arabicPeriod" startAt="4"/>
            </a:pP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這家公司以年輕人為中心展開行銷活動。（～を中心として）</a:t>
            </a:r>
          </a:p>
          <a:p>
            <a:pPr>
              <a:lnSpc>
                <a:spcPct val="150000"/>
              </a:lnSpc>
            </a:pPr>
            <a:r>
              <a:rPr lang="en-US" altLang="ja-JP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	</a:t>
            </a:r>
            <a:r>
              <a:rPr lang="ja-JP" altLang="en-US" sz="4800" b="1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この会社は若者を中心として、マーケティングを展開しています。</a:t>
            </a:r>
            <a:endParaRPr lang="ja-JP" altLang="en-US" sz="4800" b="1" dirty="0">
              <a:solidFill>
                <a:srgbClr val="1C85C9"/>
              </a:solidFill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903D1CF9-DD25-80A8-9AAB-6951F4DE9ADC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3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 翻譯練習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　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836980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9"/>
          <p:cNvSpPr/>
          <p:nvPr/>
        </p:nvSpPr>
        <p:spPr>
          <a:xfrm>
            <a:off x="-1800" y="0"/>
            <a:ext cx="24387600" cy="1371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SimSun"/>
              <a:buNone/>
            </a:pPr>
            <a:endParaRPr sz="3600" b="0" i="0" u="none" strike="noStrike" cap="none" dirty="0">
              <a:solidFill>
                <a:srgbClr val="FFFFFF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304" name="Google Shape;304;p19"/>
          <p:cNvSpPr txBox="1">
            <a:spLocks noGrp="1"/>
          </p:cNvSpPr>
          <p:nvPr>
            <p:ph type="ctrTitle" idx="4294967295"/>
          </p:nvPr>
        </p:nvSpPr>
        <p:spPr>
          <a:xfrm>
            <a:off x="3048000" y="6874950"/>
            <a:ext cx="18288000" cy="3877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50" tIns="91350" rIns="91350" bIns="9135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0"/>
              <a:buFont typeface="Microsoft JhengHei"/>
              <a:buNone/>
            </a:pPr>
            <a:r>
              <a:rPr lang="en-US" sz="880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  <a:sym typeface="Microsoft JhengHei"/>
              </a:rPr>
              <a:t>また次回の授業でお会いしましょう</a:t>
            </a:r>
            <a:endParaRPr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n Jyuu GothicL Bold" panose="020B0602020203020207" pitchFamily="34" charset="-120"/>
              <a:ea typeface="Gen Jyuu GothicL Bold" panose="020B0602020203020207" pitchFamily="34" charset="-120"/>
              <a:cs typeface="Gen Jyuu GothicL Bold" panose="020B0602020203020207" pitchFamily="34" charset="-120"/>
            </a:endParaRPr>
          </a:p>
        </p:txBody>
      </p:sp>
      <p:grpSp>
        <p:nvGrpSpPr>
          <p:cNvPr id="305" name="Google Shape;305;p19"/>
          <p:cNvGrpSpPr/>
          <p:nvPr/>
        </p:nvGrpSpPr>
        <p:grpSpPr>
          <a:xfrm>
            <a:off x="10521949" y="2253139"/>
            <a:ext cx="3340119" cy="4440061"/>
            <a:chOff x="-1" y="-2"/>
            <a:chExt cx="3340118" cy="4440059"/>
          </a:xfrm>
        </p:grpSpPr>
        <p:cxnSp>
          <p:nvCxnSpPr>
            <p:cNvPr id="306" name="Google Shape;306;p19"/>
            <p:cNvCxnSpPr/>
            <p:nvPr/>
          </p:nvCxnSpPr>
          <p:spPr>
            <a:xfrm rot="10800000">
              <a:off x="319467" y="1446531"/>
              <a:ext cx="1179133" cy="1"/>
            </a:xfrm>
            <a:prstGeom prst="straightConnector1">
              <a:avLst/>
            </a:prstGeom>
            <a:noFill/>
            <a:ln w="25400" cap="flat" cmpd="sng">
              <a:solidFill>
                <a:srgbClr val="FFFFFF"/>
              </a:solidFill>
              <a:prstDash val="dash"/>
              <a:bevel/>
              <a:headEnd type="none" w="sm" len="sm"/>
              <a:tailEnd type="oval" w="med" len="med"/>
            </a:ln>
          </p:spPr>
        </p:cxnSp>
        <p:grpSp>
          <p:nvGrpSpPr>
            <p:cNvPr id="307" name="Google Shape;307;p19"/>
            <p:cNvGrpSpPr/>
            <p:nvPr/>
          </p:nvGrpSpPr>
          <p:grpSpPr>
            <a:xfrm>
              <a:off x="-1" y="-2"/>
              <a:ext cx="3340118" cy="2879716"/>
              <a:chOff x="-1" y="-1"/>
              <a:chExt cx="3340117" cy="2879714"/>
            </a:xfrm>
          </p:grpSpPr>
          <p:sp>
            <p:nvSpPr>
              <p:cNvPr id="308" name="Google Shape;308;p19"/>
              <p:cNvSpPr/>
              <p:nvPr/>
            </p:nvSpPr>
            <p:spPr>
              <a:xfrm>
                <a:off x="-1" y="-1"/>
                <a:ext cx="3340117" cy="2879714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10800"/>
                    </a:moveTo>
                    <a:lnTo>
                      <a:pt x="4656" y="0"/>
                    </a:lnTo>
                    <a:lnTo>
                      <a:pt x="16944" y="0"/>
                    </a:lnTo>
                    <a:lnTo>
                      <a:pt x="21600" y="10800"/>
                    </a:lnTo>
                    <a:lnTo>
                      <a:pt x="16944" y="21600"/>
                    </a:lnTo>
                    <a:lnTo>
                      <a:pt x="4656" y="2160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SimSun"/>
                  <a:buNone/>
                </a:pPr>
                <a:endParaRPr sz="3600" b="0" i="0" u="none" strike="noStrike" cap="none">
                  <a:solidFill>
                    <a:srgbClr val="FFFFFF"/>
                  </a:solidFill>
                  <a:latin typeface="SimSun"/>
                  <a:ea typeface="SimSun"/>
                  <a:cs typeface="SimSun"/>
                  <a:sym typeface="SimSun"/>
                </a:endParaRPr>
              </a:p>
            </p:txBody>
          </p:sp>
          <p:sp>
            <p:nvSpPr>
              <p:cNvPr id="309" name="Google Shape;309;p19"/>
              <p:cNvSpPr/>
              <p:nvPr/>
            </p:nvSpPr>
            <p:spPr>
              <a:xfrm>
                <a:off x="894020" y="719932"/>
                <a:ext cx="1495801" cy="1495801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SimSun"/>
                  <a:buNone/>
                </a:pPr>
                <a:endParaRPr sz="3600" b="0" i="0" u="none" strike="noStrike" cap="none">
                  <a:solidFill>
                    <a:srgbClr val="FFFFFF"/>
                  </a:solidFill>
                  <a:latin typeface="SimSun"/>
                  <a:ea typeface="SimSun"/>
                  <a:cs typeface="SimSun"/>
                  <a:sym typeface="SimSun"/>
                </a:endParaRPr>
              </a:p>
            </p:txBody>
          </p:sp>
          <p:sp>
            <p:nvSpPr>
              <p:cNvPr id="310" name="Google Shape;310;p19"/>
              <p:cNvSpPr/>
              <p:nvPr/>
            </p:nvSpPr>
            <p:spPr>
              <a:xfrm>
                <a:off x="140105" y="105120"/>
                <a:ext cx="3048625" cy="2628396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10800"/>
                    </a:moveTo>
                    <a:lnTo>
                      <a:pt x="4656" y="0"/>
                    </a:lnTo>
                    <a:lnTo>
                      <a:pt x="16944" y="0"/>
                    </a:lnTo>
                    <a:lnTo>
                      <a:pt x="21600" y="10800"/>
                    </a:lnTo>
                    <a:lnTo>
                      <a:pt x="16944" y="21600"/>
                    </a:lnTo>
                    <a:lnTo>
                      <a:pt x="4656" y="21600"/>
                    </a:lnTo>
                    <a:close/>
                  </a:path>
                </a:pathLst>
              </a:custGeom>
              <a:noFill/>
              <a:ln w="12700" cap="flat" cmpd="sng">
                <a:solidFill>
                  <a:srgbClr val="7F7F7F"/>
                </a:solidFill>
                <a:prstDash val="dot"/>
                <a:bevel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SimSun"/>
                  <a:buNone/>
                </a:pPr>
                <a:endParaRPr sz="3600" b="0" i="0" u="none" strike="noStrike" cap="none">
                  <a:solidFill>
                    <a:srgbClr val="FFFFFF"/>
                  </a:solidFill>
                  <a:latin typeface="SimSun"/>
                  <a:ea typeface="SimSun"/>
                  <a:cs typeface="SimSun"/>
                  <a:sym typeface="SimSun"/>
                </a:endParaRPr>
              </a:p>
            </p:txBody>
          </p:sp>
        </p:grpSp>
        <p:sp>
          <p:nvSpPr>
            <p:cNvPr id="313" name="Google Shape;313;p19"/>
            <p:cNvSpPr txBox="1"/>
            <p:nvPr/>
          </p:nvSpPr>
          <p:spPr>
            <a:xfrm>
              <a:off x="244517" y="2606355"/>
              <a:ext cx="2839800" cy="1833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350" tIns="91350" rIns="91350" bIns="91350" anchor="t" anchorCtr="0">
              <a:sp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79B6"/>
                </a:buClr>
                <a:buSzPts val="10800"/>
                <a:buFont typeface="Microsoft Yahei"/>
                <a:buNone/>
              </a:pPr>
              <a:r>
                <a:rPr lang="en-US" sz="10800" b="1" i="0" u="none" strike="noStrike" cap="none" dirty="0">
                  <a:solidFill>
                    <a:srgbClr val="4079B6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·</a:t>
              </a:r>
              <a:r>
                <a:rPr lang="en-US" sz="10800" b="1" i="0" u="none" strike="noStrike" cap="none" dirty="0">
                  <a:solidFill>
                    <a:srgbClr val="3F3F3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 </a:t>
              </a:r>
              <a:r>
                <a:rPr lang="en-US" sz="10800" b="1" i="0" u="none" strike="noStrike" cap="none" dirty="0">
                  <a:solidFill>
                    <a:srgbClr val="FFC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·</a:t>
              </a:r>
              <a:r>
                <a:rPr lang="en-US" sz="10800" b="1" i="0" u="none" strike="noStrike" cap="none" dirty="0">
                  <a:solidFill>
                    <a:srgbClr val="3F3F3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 </a:t>
              </a:r>
              <a:r>
                <a:rPr lang="en-US" sz="10800" b="1" i="0" u="none" strike="noStrike" cap="none" dirty="0">
                  <a:solidFill>
                    <a:srgbClr val="FD5229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·</a:t>
              </a:r>
              <a:endParaRPr sz="1400" b="0" i="0" u="none" strike="noStrike" cap="none" dirty="0">
                <a:solidFill>
                  <a:srgbClr val="000000"/>
                </a:solidFill>
                <a:latin typeface="BIZ UDGothic" panose="020B0400000000000000" pitchFamily="33" charset="-128"/>
                <a:ea typeface="BIZ UDGothic" panose="020B0400000000000000" pitchFamily="33" charset="-128"/>
                <a:cs typeface="Arial"/>
                <a:sym typeface="Arial"/>
              </a:endParaRPr>
            </a:p>
          </p:txBody>
        </p:sp>
        <p:pic>
          <p:nvPicPr>
            <p:cNvPr id="314" name="Google Shape;314;p19" descr="Google Shape;425;p5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25868" y="955041"/>
              <a:ext cx="1888364" cy="106268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 主题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8F8F8F"/>
      </a:accent3>
      <a:accent4>
        <a:srgbClr val="707070"/>
      </a:accent4>
      <a:accent5>
        <a:srgbClr val="B2C1DB"/>
      </a:accent5>
      <a:accent6>
        <a:srgbClr val="AE4845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TM02900720[[fn=要素]]</Template>
  <TotalTime>1251</TotalTime>
  <Words>1446</Words>
  <Application>Microsoft Office PowerPoint</Application>
  <PresentationFormat>ユーザー設定</PresentationFormat>
  <Paragraphs>109</Paragraphs>
  <Slides>14</Slides>
  <Notes>13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28" baseType="lpstr">
      <vt:lpstr>Calibri Light</vt:lpstr>
      <vt:lpstr>Gen Jyuu GothicL Bold</vt:lpstr>
      <vt:lpstr>SimSun</vt:lpstr>
      <vt:lpstr>BIZ UDGothic</vt:lpstr>
      <vt:lpstr>Microsoft Yahei</vt:lpstr>
      <vt:lpstr>Gen Jyuu Gothic Bold</vt:lpstr>
      <vt:lpstr>BIZ UDPGothic</vt:lpstr>
      <vt:lpstr>Wingdings 2</vt:lpstr>
      <vt:lpstr>Calibri</vt:lpstr>
      <vt:lpstr>Microsoft JhengHei Light</vt:lpstr>
      <vt:lpstr>Microsoft JhengHei</vt:lpstr>
      <vt:lpstr>HGPSoeiKakugothicUB</vt:lpstr>
      <vt:lpstr>Arial</vt:lpstr>
      <vt:lpstr>HDOfficeLightV0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また次回の授業でお会いしましょう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user</dc:creator>
  <cp:lastModifiedBy>嘉展 張</cp:lastModifiedBy>
  <cp:revision>2</cp:revision>
  <dcterms:modified xsi:type="dcterms:W3CDTF">2025-08-24T07:34:28Z</dcterms:modified>
</cp:coreProperties>
</file>